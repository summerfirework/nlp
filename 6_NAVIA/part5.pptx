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2" r:id="rId2"/>
    <p:sldMasterId id="2147483692" r:id="rId3"/>
    <p:sldMasterId id="2147483706" r:id="rId4"/>
    <p:sldMasterId id="2147483723" r:id="rId5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1101" r:id="rId18"/>
    <p:sldId id="269" r:id="rId19"/>
    <p:sldId id="270" r:id="rId20"/>
    <p:sldId id="271" r:id="rId21"/>
    <p:sldId id="272" r:id="rId22"/>
    <p:sldId id="296" r:id="rId23"/>
  </p:sldIdLst>
  <p:sldSz cx="10972800" cy="61722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16">
          <p15:clr>
            <a:srgbClr val="A4A3A4"/>
          </p15:clr>
        </p15:guide>
        <p15:guide id="2" orient="horz" pos="3050">
          <p15:clr>
            <a:srgbClr val="A4A3A4"/>
          </p15:clr>
        </p15:guide>
        <p15:guide id="3" orient="horz" pos="3189">
          <p15:clr>
            <a:srgbClr val="A4A3A4"/>
          </p15:clr>
        </p15:guide>
        <p15:guide id="4" pos="5455">
          <p15:clr>
            <a:srgbClr val="A4A3A4"/>
          </p15:clr>
        </p15:guide>
        <p15:guide id="5" orient="horz" pos="975">
          <p15:clr>
            <a:srgbClr val="A4A3A4"/>
          </p15:clr>
        </p15:guide>
        <p15:guide id="6" pos="34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dz4WCZ59W2g+KSpFE9pCGPEHP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6CE05B-49CA-498B-AE78-04334D01A3D8}">
  <a:tblStyle styleId="{8C6CE05B-49CA-498B-AE78-04334D01A3D8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978" autoAdjust="0"/>
  </p:normalViewPr>
  <p:slideViewPr>
    <p:cSldViewPr snapToGrid="0">
      <p:cViewPr varScale="1">
        <p:scale>
          <a:sx n="140" d="100"/>
          <a:sy n="140" d="100"/>
        </p:scale>
        <p:origin x="1596" y="92"/>
      </p:cViewPr>
      <p:guideLst>
        <p:guide orient="horz" pos="1316"/>
        <p:guide orient="horz" pos="3050"/>
        <p:guide orient="horz" pos="3189"/>
        <p:guide pos="5455"/>
        <p:guide orient="horz" pos="975"/>
        <p:guide pos="345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42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ce Zheng (DLI)" userId="acbd5944-9d29-4ca1-99e1-0c38552f3808" providerId="ADAL" clId="{7F4ED4C3-0717-4243-BFB7-F8B790950AF6}"/>
    <pc:docChg chg="modSld">
      <pc:chgData name="Joyce Zheng (DLI)" userId="acbd5944-9d29-4ca1-99e1-0c38552f3808" providerId="ADAL" clId="{7F4ED4C3-0717-4243-BFB7-F8B790950AF6}" dt="2021-04-25T03:09:29.497" v="6" actId="20577"/>
      <pc:docMkLst>
        <pc:docMk/>
      </pc:docMkLst>
      <pc:sldChg chg="modSp mod">
        <pc:chgData name="Joyce Zheng (DLI)" userId="acbd5944-9d29-4ca1-99e1-0c38552f3808" providerId="ADAL" clId="{7F4ED4C3-0717-4243-BFB7-F8B790950AF6}" dt="2021-04-25T03:09:29.497" v="6" actId="20577"/>
        <pc:sldMkLst>
          <pc:docMk/>
          <pc:sldMk cId="0" sldId="296"/>
        </pc:sldMkLst>
        <pc:spChg chg="mod">
          <ac:chgData name="Joyce Zheng (DLI)" userId="acbd5944-9d29-4ca1-99e1-0c38552f3808" providerId="ADAL" clId="{7F4ED4C3-0717-4243-BFB7-F8B790950AF6}" dt="2021-04-25T03:09:29.497" v="6" actId="20577"/>
          <ac:spMkLst>
            <pc:docMk/>
            <pc:sldMk cId="0" sldId="296"/>
            <ac:spMk id="9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30565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>
            <a:lvl1pPr marL="457200" marR="0" lvl="0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l" rtl="0">
              <a:spcBef>
                <a:spcPts val="33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1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7" name="Google Shape;7;n"/>
          <p:cNvGrpSpPr/>
          <p:nvPr/>
        </p:nvGrpSpPr>
        <p:grpSpPr>
          <a:xfrm>
            <a:off x="5528649" y="308894"/>
            <a:ext cx="1083012" cy="200064"/>
            <a:chOff x="8775700" y="3552825"/>
            <a:chExt cx="5156200" cy="952500"/>
          </a:xfrm>
        </p:grpSpPr>
        <p:sp>
          <p:nvSpPr>
            <p:cNvPr id="8" name="Google Shape;8;n"/>
            <p:cNvSpPr/>
            <p:nvPr/>
          </p:nvSpPr>
          <p:spPr>
            <a:xfrm>
              <a:off x="13817600" y="4265613"/>
              <a:ext cx="114300" cy="111125"/>
            </a:xfrm>
            <a:custGeom>
              <a:avLst/>
              <a:gdLst/>
              <a:ahLst/>
              <a:cxnLst/>
              <a:rect l="l" t="t" r="r" b="b"/>
              <a:pathLst>
                <a:path w="144" h="139" extrusionOk="0">
                  <a:moveTo>
                    <a:pt x="59" y="45"/>
                  </a:moveTo>
                  <a:lnTo>
                    <a:pt x="59" y="63"/>
                  </a:lnTo>
                  <a:lnTo>
                    <a:pt x="75" y="63"/>
                  </a:lnTo>
                  <a:lnTo>
                    <a:pt x="79" y="63"/>
                  </a:lnTo>
                  <a:lnTo>
                    <a:pt x="83" y="63"/>
                  </a:lnTo>
                  <a:lnTo>
                    <a:pt x="85" y="61"/>
                  </a:lnTo>
                  <a:lnTo>
                    <a:pt x="87" y="57"/>
                  </a:lnTo>
                  <a:lnTo>
                    <a:pt x="87" y="53"/>
                  </a:lnTo>
                  <a:lnTo>
                    <a:pt x="85" y="49"/>
                  </a:lnTo>
                  <a:lnTo>
                    <a:pt x="83" y="47"/>
                  </a:lnTo>
                  <a:lnTo>
                    <a:pt x="79" y="45"/>
                  </a:lnTo>
                  <a:lnTo>
                    <a:pt x="75" y="45"/>
                  </a:lnTo>
                  <a:lnTo>
                    <a:pt x="71" y="45"/>
                  </a:lnTo>
                  <a:lnTo>
                    <a:pt x="59" y="45"/>
                  </a:lnTo>
                  <a:close/>
                  <a:moveTo>
                    <a:pt x="44" y="33"/>
                  </a:moveTo>
                  <a:lnTo>
                    <a:pt x="73" y="33"/>
                  </a:lnTo>
                  <a:lnTo>
                    <a:pt x="89" y="35"/>
                  </a:lnTo>
                  <a:lnTo>
                    <a:pt x="101" y="41"/>
                  </a:lnTo>
                  <a:lnTo>
                    <a:pt x="105" y="55"/>
                  </a:lnTo>
                  <a:lnTo>
                    <a:pt x="103" y="61"/>
                  </a:lnTo>
                  <a:lnTo>
                    <a:pt x="101" y="67"/>
                  </a:lnTo>
                  <a:lnTo>
                    <a:pt x="99" y="68"/>
                  </a:lnTo>
                  <a:lnTo>
                    <a:pt x="95" y="72"/>
                  </a:lnTo>
                  <a:lnTo>
                    <a:pt x="91" y="74"/>
                  </a:lnTo>
                  <a:lnTo>
                    <a:pt x="85" y="74"/>
                  </a:lnTo>
                  <a:lnTo>
                    <a:pt x="105" y="106"/>
                  </a:lnTo>
                  <a:lnTo>
                    <a:pt x="85" y="106"/>
                  </a:lnTo>
                  <a:lnTo>
                    <a:pt x="67" y="76"/>
                  </a:lnTo>
                  <a:lnTo>
                    <a:pt x="59" y="76"/>
                  </a:lnTo>
                  <a:lnTo>
                    <a:pt x="59" y="106"/>
                  </a:lnTo>
                  <a:lnTo>
                    <a:pt x="44" y="106"/>
                  </a:lnTo>
                  <a:lnTo>
                    <a:pt x="44" y="33"/>
                  </a:lnTo>
                  <a:close/>
                  <a:moveTo>
                    <a:pt x="71" y="17"/>
                  </a:moveTo>
                  <a:lnTo>
                    <a:pt x="51" y="21"/>
                  </a:lnTo>
                  <a:lnTo>
                    <a:pt x="36" y="31"/>
                  </a:lnTo>
                  <a:lnTo>
                    <a:pt x="24" y="49"/>
                  </a:lnTo>
                  <a:lnTo>
                    <a:pt x="20" y="70"/>
                  </a:lnTo>
                  <a:lnTo>
                    <a:pt x="24" y="92"/>
                  </a:lnTo>
                  <a:lnTo>
                    <a:pt x="36" y="108"/>
                  </a:lnTo>
                  <a:lnTo>
                    <a:pt x="51" y="120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91" y="120"/>
                  </a:lnTo>
                  <a:lnTo>
                    <a:pt x="109" y="108"/>
                  </a:lnTo>
                  <a:lnTo>
                    <a:pt x="118" y="92"/>
                  </a:lnTo>
                  <a:lnTo>
                    <a:pt x="122" y="70"/>
                  </a:lnTo>
                  <a:lnTo>
                    <a:pt x="118" y="49"/>
                  </a:lnTo>
                  <a:lnTo>
                    <a:pt x="109" y="31"/>
                  </a:lnTo>
                  <a:lnTo>
                    <a:pt x="91" y="21"/>
                  </a:lnTo>
                  <a:lnTo>
                    <a:pt x="71" y="17"/>
                  </a:lnTo>
                  <a:close/>
                  <a:moveTo>
                    <a:pt x="71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30" y="27"/>
                  </a:lnTo>
                  <a:lnTo>
                    <a:pt x="140" y="45"/>
                  </a:lnTo>
                  <a:lnTo>
                    <a:pt x="144" y="70"/>
                  </a:lnTo>
                  <a:lnTo>
                    <a:pt x="140" y="94"/>
                  </a:lnTo>
                  <a:lnTo>
                    <a:pt x="130" y="114"/>
                  </a:lnTo>
                  <a:lnTo>
                    <a:pt x="114" y="128"/>
                  </a:lnTo>
                  <a:lnTo>
                    <a:pt x="95" y="135"/>
                  </a:lnTo>
                  <a:lnTo>
                    <a:pt x="71" y="139"/>
                  </a:lnTo>
                  <a:lnTo>
                    <a:pt x="50" y="135"/>
                  </a:lnTo>
                  <a:lnTo>
                    <a:pt x="30" y="128"/>
                  </a:lnTo>
                  <a:lnTo>
                    <a:pt x="14" y="114"/>
                  </a:lnTo>
                  <a:lnTo>
                    <a:pt x="4" y="94"/>
                  </a:lnTo>
                  <a:lnTo>
                    <a:pt x="0" y="70"/>
                  </a:lnTo>
                  <a:lnTo>
                    <a:pt x="4" y="45"/>
                  </a:lnTo>
                  <a:lnTo>
                    <a:pt x="14" y="27"/>
                  </a:lnTo>
                  <a:lnTo>
                    <a:pt x="30" y="11"/>
                  </a:lnTo>
                  <a:lnTo>
                    <a:pt x="50" y="3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n"/>
            <p:cNvSpPr/>
            <p:nvPr/>
          </p:nvSpPr>
          <p:spPr>
            <a:xfrm>
              <a:off x="10447338" y="3732213"/>
              <a:ext cx="3333750" cy="625475"/>
            </a:xfrm>
            <a:custGeom>
              <a:avLst/>
              <a:gdLst/>
              <a:ahLst/>
              <a:cxnLst/>
              <a:rect l="l" t="t" r="r" b="b"/>
              <a:pathLst>
                <a:path w="4200" h="788" extrusionOk="0">
                  <a:moveTo>
                    <a:pt x="2325" y="171"/>
                  </a:moveTo>
                  <a:lnTo>
                    <a:pt x="2325" y="618"/>
                  </a:lnTo>
                  <a:lnTo>
                    <a:pt x="2420" y="618"/>
                  </a:lnTo>
                  <a:lnTo>
                    <a:pt x="2465" y="616"/>
                  </a:lnTo>
                  <a:lnTo>
                    <a:pt x="2505" y="608"/>
                  </a:lnTo>
                  <a:lnTo>
                    <a:pt x="2540" y="597"/>
                  </a:lnTo>
                  <a:lnTo>
                    <a:pt x="2572" y="579"/>
                  </a:lnTo>
                  <a:lnTo>
                    <a:pt x="2599" y="555"/>
                  </a:lnTo>
                  <a:lnTo>
                    <a:pt x="2619" y="526"/>
                  </a:lnTo>
                  <a:lnTo>
                    <a:pt x="2635" y="488"/>
                  </a:lnTo>
                  <a:lnTo>
                    <a:pt x="2644" y="445"/>
                  </a:lnTo>
                  <a:lnTo>
                    <a:pt x="2648" y="396"/>
                  </a:lnTo>
                  <a:lnTo>
                    <a:pt x="2644" y="344"/>
                  </a:lnTo>
                  <a:lnTo>
                    <a:pt x="2635" y="301"/>
                  </a:lnTo>
                  <a:lnTo>
                    <a:pt x="2619" y="266"/>
                  </a:lnTo>
                  <a:lnTo>
                    <a:pt x="2599" y="236"/>
                  </a:lnTo>
                  <a:lnTo>
                    <a:pt x="2572" y="212"/>
                  </a:lnTo>
                  <a:lnTo>
                    <a:pt x="2540" y="193"/>
                  </a:lnTo>
                  <a:lnTo>
                    <a:pt x="2505" y="181"/>
                  </a:lnTo>
                  <a:lnTo>
                    <a:pt x="2465" y="173"/>
                  </a:lnTo>
                  <a:lnTo>
                    <a:pt x="2420" y="171"/>
                  </a:lnTo>
                  <a:lnTo>
                    <a:pt x="2325" y="171"/>
                  </a:lnTo>
                  <a:close/>
                  <a:moveTo>
                    <a:pt x="3735" y="143"/>
                  </a:moveTo>
                  <a:lnTo>
                    <a:pt x="3597" y="512"/>
                  </a:lnTo>
                  <a:lnTo>
                    <a:pt x="3869" y="512"/>
                  </a:lnTo>
                  <a:lnTo>
                    <a:pt x="3735" y="143"/>
                  </a:lnTo>
                  <a:close/>
                  <a:moveTo>
                    <a:pt x="3887" y="0"/>
                  </a:moveTo>
                  <a:lnTo>
                    <a:pt x="4200" y="786"/>
                  </a:lnTo>
                  <a:lnTo>
                    <a:pt x="3962" y="786"/>
                  </a:lnTo>
                  <a:lnTo>
                    <a:pt x="3916" y="648"/>
                  </a:lnTo>
                  <a:lnTo>
                    <a:pt x="3548" y="648"/>
                  </a:lnTo>
                  <a:lnTo>
                    <a:pt x="3501" y="786"/>
                  </a:lnTo>
                  <a:lnTo>
                    <a:pt x="3280" y="786"/>
                  </a:lnTo>
                  <a:lnTo>
                    <a:pt x="3592" y="0"/>
                  </a:lnTo>
                  <a:lnTo>
                    <a:pt x="3887" y="0"/>
                  </a:lnTo>
                  <a:close/>
                  <a:moveTo>
                    <a:pt x="2969" y="0"/>
                  </a:moveTo>
                  <a:lnTo>
                    <a:pt x="3190" y="0"/>
                  </a:lnTo>
                  <a:lnTo>
                    <a:pt x="3190" y="788"/>
                  </a:lnTo>
                  <a:lnTo>
                    <a:pt x="2969" y="788"/>
                  </a:lnTo>
                  <a:lnTo>
                    <a:pt x="2969" y="0"/>
                  </a:lnTo>
                  <a:close/>
                  <a:moveTo>
                    <a:pt x="2105" y="0"/>
                  </a:moveTo>
                  <a:lnTo>
                    <a:pt x="2416" y="0"/>
                  </a:lnTo>
                  <a:lnTo>
                    <a:pt x="2489" y="2"/>
                  </a:lnTo>
                  <a:lnTo>
                    <a:pt x="2554" y="7"/>
                  </a:lnTo>
                  <a:lnTo>
                    <a:pt x="2613" y="17"/>
                  </a:lnTo>
                  <a:lnTo>
                    <a:pt x="2666" y="33"/>
                  </a:lnTo>
                  <a:lnTo>
                    <a:pt x="2713" y="57"/>
                  </a:lnTo>
                  <a:lnTo>
                    <a:pt x="2757" y="90"/>
                  </a:lnTo>
                  <a:lnTo>
                    <a:pt x="2794" y="132"/>
                  </a:lnTo>
                  <a:lnTo>
                    <a:pt x="2818" y="173"/>
                  </a:lnTo>
                  <a:lnTo>
                    <a:pt x="2839" y="222"/>
                  </a:lnTo>
                  <a:lnTo>
                    <a:pt x="2853" y="277"/>
                  </a:lnTo>
                  <a:lnTo>
                    <a:pt x="2863" y="337"/>
                  </a:lnTo>
                  <a:lnTo>
                    <a:pt x="2865" y="402"/>
                  </a:lnTo>
                  <a:lnTo>
                    <a:pt x="2863" y="461"/>
                  </a:lnTo>
                  <a:lnTo>
                    <a:pt x="2855" y="518"/>
                  </a:lnTo>
                  <a:lnTo>
                    <a:pt x="2843" y="569"/>
                  </a:lnTo>
                  <a:lnTo>
                    <a:pt x="2828" y="614"/>
                  </a:lnTo>
                  <a:lnTo>
                    <a:pt x="2810" y="654"/>
                  </a:lnTo>
                  <a:lnTo>
                    <a:pt x="2786" y="683"/>
                  </a:lnTo>
                  <a:lnTo>
                    <a:pt x="2761" y="709"/>
                  </a:lnTo>
                  <a:lnTo>
                    <a:pt x="2735" y="731"/>
                  </a:lnTo>
                  <a:lnTo>
                    <a:pt x="2705" y="748"/>
                  </a:lnTo>
                  <a:lnTo>
                    <a:pt x="2672" y="762"/>
                  </a:lnTo>
                  <a:lnTo>
                    <a:pt x="2633" y="772"/>
                  </a:lnTo>
                  <a:lnTo>
                    <a:pt x="2585" y="780"/>
                  </a:lnTo>
                  <a:lnTo>
                    <a:pt x="2530" y="786"/>
                  </a:lnTo>
                  <a:lnTo>
                    <a:pt x="2465" y="788"/>
                  </a:lnTo>
                  <a:lnTo>
                    <a:pt x="2105" y="788"/>
                  </a:lnTo>
                  <a:lnTo>
                    <a:pt x="2105" y="0"/>
                  </a:lnTo>
                  <a:close/>
                  <a:moveTo>
                    <a:pt x="825" y="0"/>
                  </a:moveTo>
                  <a:lnTo>
                    <a:pt x="1063" y="0"/>
                  </a:lnTo>
                  <a:lnTo>
                    <a:pt x="1240" y="624"/>
                  </a:lnTo>
                  <a:lnTo>
                    <a:pt x="1428" y="0"/>
                  </a:lnTo>
                  <a:lnTo>
                    <a:pt x="1654" y="0"/>
                  </a:lnTo>
                  <a:lnTo>
                    <a:pt x="1398" y="788"/>
                  </a:lnTo>
                  <a:lnTo>
                    <a:pt x="1077" y="788"/>
                  </a:lnTo>
                  <a:lnTo>
                    <a:pt x="825" y="0"/>
                  </a:lnTo>
                  <a:close/>
                  <a:moveTo>
                    <a:pt x="1747" y="0"/>
                  </a:moveTo>
                  <a:lnTo>
                    <a:pt x="1969" y="0"/>
                  </a:lnTo>
                  <a:lnTo>
                    <a:pt x="1969" y="788"/>
                  </a:lnTo>
                  <a:lnTo>
                    <a:pt x="1747" y="788"/>
                  </a:lnTo>
                  <a:lnTo>
                    <a:pt x="1747" y="0"/>
                  </a:lnTo>
                  <a:close/>
                  <a:moveTo>
                    <a:pt x="0" y="0"/>
                  </a:moveTo>
                  <a:lnTo>
                    <a:pt x="400" y="0"/>
                  </a:lnTo>
                  <a:lnTo>
                    <a:pt x="441" y="0"/>
                  </a:lnTo>
                  <a:lnTo>
                    <a:pt x="482" y="2"/>
                  </a:lnTo>
                  <a:lnTo>
                    <a:pt x="522" y="7"/>
                  </a:lnTo>
                  <a:lnTo>
                    <a:pt x="561" y="15"/>
                  </a:lnTo>
                  <a:lnTo>
                    <a:pt x="599" y="25"/>
                  </a:lnTo>
                  <a:lnTo>
                    <a:pt x="634" y="41"/>
                  </a:lnTo>
                  <a:lnTo>
                    <a:pt x="667" y="59"/>
                  </a:lnTo>
                  <a:lnTo>
                    <a:pt x="697" y="82"/>
                  </a:lnTo>
                  <a:lnTo>
                    <a:pt x="725" y="112"/>
                  </a:lnTo>
                  <a:lnTo>
                    <a:pt x="746" y="145"/>
                  </a:lnTo>
                  <a:lnTo>
                    <a:pt x="766" y="187"/>
                  </a:lnTo>
                  <a:lnTo>
                    <a:pt x="780" y="234"/>
                  </a:lnTo>
                  <a:lnTo>
                    <a:pt x="788" y="289"/>
                  </a:lnTo>
                  <a:lnTo>
                    <a:pt x="790" y="352"/>
                  </a:lnTo>
                  <a:lnTo>
                    <a:pt x="790" y="788"/>
                  </a:lnTo>
                  <a:lnTo>
                    <a:pt x="573" y="788"/>
                  </a:lnTo>
                  <a:lnTo>
                    <a:pt x="573" y="427"/>
                  </a:lnTo>
                  <a:lnTo>
                    <a:pt x="571" y="368"/>
                  </a:lnTo>
                  <a:lnTo>
                    <a:pt x="567" y="317"/>
                  </a:lnTo>
                  <a:lnTo>
                    <a:pt x="557" y="277"/>
                  </a:lnTo>
                  <a:lnTo>
                    <a:pt x="543" y="244"/>
                  </a:lnTo>
                  <a:lnTo>
                    <a:pt x="524" y="220"/>
                  </a:lnTo>
                  <a:lnTo>
                    <a:pt x="500" y="201"/>
                  </a:lnTo>
                  <a:lnTo>
                    <a:pt x="473" y="187"/>
                  </a:lnTo>
                  <a:lnTo>
                    <a:pt x="439" y="179"/>
                  </a:lnTo>
                  <a:lnTo>
                    <a:pt x="400" y="175"/>
                  </a:lnTo>
                  <a:lnTo>
                    <a:pt x="224" y="175"/>
                  </a:lnTo>
                  <a:lnTo>
                    <a:pt x="224" y="788"/>
                  </a:lnTo>
                  <a:lnTo>
                    <a:pt x="0" y="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n"/>
            <p:cNvSpPr/>
            <p:nvPr/>
          </p:nvSpPr>
          <p:spPr>
            <a:xfrm>
              <a:off x="8775700" y="3552825"/>
              <a:ext cx="1436688" cy="952500"/>
            </a:xfrm>
            <a:custGeom>
              <a:avLst/>
              <a:gdLst/>
              <a:ahLst/>
              <a:cxnLst/>
              <a:rect l="l" t="t" r="r" b="b"/>
              <a:pathLst>
                <a:path w="1810" h="1200" extrusionOk="0">
                  <a:moveTo>
                    <a:pt x="675" y="359"/>
                  </a:moveTo>
                  <a:lnTo>
                    <a:pt x="675" y="451"/>
                  </a:lnTo>
                  <a:lnTo>
                    <a:pt x="675" y="451"/>
                  </a:lnTo>
                  <a:lnTo>
                    <a:pt x="638" y="451"/>
                  </a:lnTo>
                  <a:lnTo>
                    <a:pt x="603" y="459"/>
                  </a:lnTo>
                  <a:lnTo>
                    <a:pt x="571" y="471"/>
                  </a:lnTo>
                  <a:lnTo>
                    <a:pt x="542" y="485"/>
                  </a:lnTo>
                  <a:lnTo>
                    <a:pt x="516" y="502"/>
                  </a:lnTo>
                  <a:lnTo>
                    <a:pt x="496" y="518"/>
                  </a:lnTo>
                  <a:lnTo>
                    <a:pt x="482" y="532"/>
                  </a:lnTo>
                  <a:lnTo>
                    <a:pt x="473" y="542"/>
                  </a:lnTo>
                  <a:lnTo>
                    <a:pt x="469" y="546"/>
                  </a:lnTo>
                  <a:lnTo>
                    <a:pt x="471" y="552"/>
                  </a:lnTo>
                  <a:lnTo>
                    <a:pt x="477" y="566"/>
                  </a:lnTo>
                  <a:lnTo>
                    <a:pt x="484" y="587"/>
                  </a:lnTo>
                  <a:lnTo>
                    <a:pt x="496" y="613"/>
                  </a:lnTo>
                  <a:lnTo>
                    <a:pt x="514" y="644"/>
                  </a:lnTo>
                  <a:lnTo>
                    <a:pt x="536" y="676"/>
                  </a:lnTo>
                  <a:lnTo>
                    <a:pt x="561" y="707"/>
                  </a:lnTo>
                  <a:lnTo>
                    <a:pt x="595" y="735"/>
                  </a:lnTo>
                  <a:lnTo>
                    <a:pt x="632" y="761"/>
                  </a:lnTo>
                  <a:lnTo>
                    <a:pt x="675" y="780"/>
                  </a:lnTo>
                  <a:lnTo>
                    <a:pt x="675" y="865"/>
                  </a:lnTo>
                  <a:lnTo>
                    <a:pt x="614" y="851"/>
                  </a:lnTo>
                  <a:lnTo>
                    <a:pt x="561" y="828"/>
                  </a:lnTo>
                  <a:lnTo>
                    <a:pt x="514" y="800"/>
                  </a:lnTo>
                  <a:lnTo>
                    <a:pt x="473" y="768"/>
                  </a:lnTo>
                  <a:lnTo>
                    <a:pt x="439" y="733"/>
                  </a:lnTo>
                  <a:lnTo>
                    <a:pt x="408" y="698"/>
                  </a:lnTo>
                  <a:lnTo>
                    <a:pt x="384" y="660"/>
                  </a:lnTo>
                  <a:lnTo>
                    <a:pt x="364" y="627"/>
                  </a:lnTo>
                  <a:lnTo>
                    <a:pt x="349" y="595"/>
                  </a:lnTo>
                  <a:lnTo>
                    <a:pt x="337" y="569"/>
                  </a:lnTo>
                  <a:lnTo>
                    <a:pt x="329" y="548"/>
                  </a:lnTo>
                  <a:lnTo>
                    <a:pt x="325" y="534"/>
                  </a:lnTo>
                  <a:lnTo>
                    <a:pt x="323" y="530"/>
                  </a:lnTo>
                  <a:lnTo>
                    <a:pt x="325" y="526"/>
                  </a:lnTo>
                  <a:lnTo>
                    <a:pt x="335" y="516"/>
                  </a:lnTo>
                  <a:lnTo>
                    <a:pt x="350" y="502"/>
                  </a:lnTo>
                  <a:lnTo>
                    <a:pt x="372" y="485"/>
                  </a:lnTo>
                  <a:lnTo>
                    <a:pt x="400" y="463"/>
                  </a:lnTo>
                  <a:lnTo>
                    <a:pt x="433" y="441"/>
                  </a:lnTo>
                  <a:lnTo>
                    <a:pt x="473" y="420"/>
                  </a:lnTo>
                  <a:lnTo>
                    <a:pt x="516" y="400"/>
                  </a:lnTo>
                  <a:lnTo>
                    <a:pt x="565" y="382"/>
                  </a:lnTo>
                  <a:lnTo>
                    <a:pt x="618" y="368"/>
                  </a:lnTo>
                  <a:lnTo>
                    <a:pt x="675" y="359"/>
                  </a:lnTo>
                  <a:close/>
                  <a:moveTo>
                    <a:pt x="707" y="248"/>
                  </a:moveTo>
                  <a:lnTo>
                    <a:pt x="770" y="250"/>
                  </a:lnTo>
                  <a:lnTo>
                    <a:pt x="827" y="260"/>
                  </a:lnTo>
                  <a:lnTo>
                    <a:pt x="882" y="274"/>
                  </a:lnTo>
                  <a:lnTo>
                    <a:pt x="933" y="296"/>
                  </a:lnTo>
                  <a:lnTo>
                    <a:pt x="981" y="319"/>
                  </a:lnTo>
                  <a:lnTo>
                    <a:pt x="1024" y="345"/>
                  </a:lnTo>
                  <a:lnTo>
                    <a:pt x="1063" y="372"/>
                  </a:lnTo>
                  <a:lnTo>
                    <a:pt x="1097" y="400"/>
                  </a:lnTo>
                  <a:lnTo>
                    <a:pt x="1126" y="426"/>
                  </a:lnTo>
                  <a:lnTo>
                    <a:pt x="1152" y="451"/>
                  </a:lnTo>
                  <a:lnTo>
                    <a:pt x="1172" y="471"/>
                  </a:lnTo>
                  <a:lnTo>
                    <a:pt x="1185" y="489"/>
                  </a:lnTo>
                  <a:lnTo>
                    <a:pt x="1195" y="499"/>
                  </a:lnTo>
                  <a:lnTo>
                    <a:pt x="1197" y="502"/>
                  </a:lnTo>
                  <a:lnTo>
                    <a:pt x="1193" y="506"/>
                  </a:lnTo>
                  <a:lnTo>
                    <a:pt x="1185" y="518"/>
                  </a:lnTo>
                  <a:lnTo>
                    <a:pt x="1170" y="538"/>
                  </a:lnTo>
                  <a:lnTo>
                    <a:pt x="1150" y="562"/>
                  </a:lnTo>
                  <a:lnTo>
                    <a:pt x="1126" y="587"/>
                  </a:lnTo>
                  <a:lnTo>
                    <a:pt x="1097" y="617"/>
                  </a:lnTo>
                  <a:lnTo>
                    <a:pt x="1065" y="648"/>
                  </a:lnTo>
                  <a:lnTo>
                    <a:pt x="1028" y="680"/>
                  </a:lnTo>
                  <a:lnTo>
                    <a:pt x="988" y="709"/>
                  </a:lnTo>
                  <a:lnTo>
                    <a:pt x="947" y="737"/>
                  </a:lnTo>
                  <a:lnTo>
                    <a:pt x="904" y="761"/>
                  </a:lnTo>
                  <a:lnTo>
                    <a:pt x="859" y="778"/>
                  </a:lnTo>
                  <a:lnTo>
                    <a:pt x="811" y="790"/>
                  </a:lnTo>
                  <a:lnTo>
                    <a:pt x="762" y="794"/>
                  </a:lnTo>
                  <a:lnTo>
                    <a:pt x="717" y="790"/>
                  </a:lnTo>
                  <a:lnTo>
                    <a:pt x="675" y="780"/>
                  </a:lnTo>
                  <a:lnTo>
                    <a:pt x="675" y="451"/>
                  </a:lnTo>
                  <a:lnTo>
                    <a:pt x="715" y="459"/>
                  </a:lnTo>
                  <a:lnTo>
                    <a:pt x="746" y="469"/>
                  </a:lnTo>
                  <a:lnTo>
                    <a:pt x="774" y="485"/>
                  </a:lnTo>
                  <a:lnTo>
                    <a:pt x="796" y="504"/>
                  </a:lnTo>
                  <a:lnTo>
                    <a:pt x="817" y="528"/>
                  </a:lnTo>
                  <a:lnTo>
                    <a:pt x="837" y="558"/>
                  </a:lnTo>
                  <a:lnTo>
                    <a:pt x="859" y="591"/>
                  </a:lnTo>
                  <a:lnTo>
                    <a:pt x="882" y="633"/>
                  </a:lnTo>
                  <a:lnTo>
                    <a:pt x="1038" y="502"/>
                  </a:lnTo>
                  <a:lnTo>
                    <a:pt x="1034" y="499"/>
                  </a:lnTo>
                  <a:lnTo>
                    <a:pt x="1024" y="487"/>
                  </a:lnTo>
                  <a:lnTo>
                    <a:pt x="1008" y="471"/>
                  </a:lnTo>
                  <a:lnTo>
                    <a:pt x="985" y="451"/>
                  </a:lnTo>
                  <a:lnTo>
                    <a:pt x="957" y="430"/>
                  </a:lnTo>
                  <a:lnTo>
                    <a:pt x="924" y="406"/>
                  </a:lnTo>
                  <a:lnTo>
                    <a:pt x="884" y="386"/>
                  </a:lnTo>
                  <a:lnTo>
                    <a:pt x="839" y="370"/>
                  </a:lnTo>
                  <a:lnTo>
                    <a:pt x="790" y="359"/>
                  </a:lnTo>
                  <a:lnTo>
                    <a:pt x="734" y="355"/>
                  </a:lnTo>
                  <a:lnTo>
                    <a:pt x="675" y="359"/>
                  </a:lnTo>
                  <a:lnTo>
                    <a:pt x="675" y="250"/>
                  </a:lnTo>
                  <a:lnTo>
                    <a:pt x="707" y="248"/>
                  </a:lnTo>
                  <a:close/>
                  <a:moveTo>
                    <a:pt x="675" y="162"/>
                  </a:moveTo>
                  <a:lnTo>
                    <a:pt x="675" y="250"/>
                  </a:lnTo>
                  <a:lnTo>
                    <a:pt x="603" y="260"/>
                  </a:lnTo>
                  <a:lnTo>
                    <a:pt x="536" y="276"/>
                  </a:lnTo>
                  <a:lnTo>
                    <a:pt x="475" y="296"/>
                  </a:lnTo>
                  <a:lnTo>
                    <a:pt x="419" y="321"/>
                  </a:lnTo>
                  <a:lnTo>
                    <a:pt x="370" y="349"/>
                  </a:lnTo>
                  <a:lnTo>
                    <a:pt x="327" y="378"/>
                  </a:lnTo>
                  <a:lnTo>
                    <a:pt x="289" y="408"/>
                  </a:lnTo>
                  <a:lnTo>
                    <a:pt x="258" y="435"/>
                  </a:lnTo>
                  <a:lnTo>
                    <a:pt x="232" y="461"/>
                  </a:lnTo>
                  <a:lnTo>
                    <a:pt x="211" y="483"/>
                  </a:lnTo>
                  <a:lnTo>
                    <a:pt x="197" y="500"/>
                  </a:lnTo>
                  <a:lnTo>
                    <a:pt x="187" y="512"/>
                  </a:lnTo>
                  <a:lnTo>
                    <a:pt x="185" y="516"/>
                  </a:lnTo>
                  <a:lnTo>
                    <a:pt x="187" y="522"/>
                  </a:lnTo>
                  <a:lnTo>
                    <a:pt x="191" y="534"/>
                  </a:lnTo>
                  <a:lnTo>
                    <a:pt x="199" y="554"/>
                  </a:lnTo>
                  <a:lnTo>
                    <a:pt x="211" y="581"/>
                  </a:lnTo>
                  <a:lnTo>
                    <a:pt x="224" y="611"/>
                  </a:lnTo>
                  <a:lnTo>
                    <a:pt x="244" y="646"/>
                  </a:lnTo>
                  <a:lnTo>
                    <a:pt x="266" y="684"/>
                  </a:lnTo>
                  <a:lnTo>
                    <a:pt x="293" y="723"/>
                  </a:lnTo>
                  <a:lnTo>
                    <a:pt x="325" y="765"/>
                  </a:lnTo>
                  <a:lnTo>
                    <a:pt x="360" y="804"/>
                  </a:lnTo>
                  <a:lnTo>
                    <a:pt x="400" y="841"/>
                  </a:lnTo>
                  <a:lnTo>
                    <a:pt x="445" y="877"/>
                  </a:lnTo>
                  <a:lnTo>
                    <a:pt x="494" y="906"/>
                  </a:lnTo>
                  <a:lnTo>
                    <a:pt x="549" y="934"/>
                  </a:lnTo>
                  <a:lnTo>
                    <a:pt x="610" y="954"/>
                  </a:lnTo>
                  <a:lnTo>
                    <a:pt x="675" y="966"/>
                  </a:lnTo>
                  <a:lnTo>
                    <a:pt x="675" y="1058"/>
                  </a:lnTo>
                  <a:lnTo>
                    <a:pt x="595" y="1046"/>
                  </a:lnTo>
                  <a:lnTo>
                    <a:pt x="522" y="1027"/>
                  </a:lnTo>
                  <a:lnTo>
                    <a:pt x="453" y="1001"/>
                  </a:lnTo>
                  <a:lnTo>
                    <a:pt x="390" y="969"/>
                  </a:lnTo>
                  <a:lnTo>
                    <a:pt x="331" y="932"/>
                  </a:lnTo>
                  <a:lnTo>
                    <a:pt x="280" y="893"/>
                  </a:lnTo>
                  <a:lnTo>
                    <a:pt x="232" y="849"/>
                  </a:lnTo>
                  <a:lnTo>
                    <a:pt x="189" y="806"/>
                  </a:lnTo>
                  <a:lnTo>
                    <a:pt x="152" y="761"/>
                  </a:lnTo>
                  <a:lnTo>
                    <a:pt x="118" y="717"/>
                  </a:lnTo>
                  <a:lnTo>
                    <a:pt x="89" y="674"/>
                  </a:lnTo>
                  <a:lnTo>
                    <a:pt x="65" y="633"/>
                  </a:lnTo>
                  <a:lnTo>
                    <a:pt x="43" y="597"/>
                  </a:lnTo>
                  <a:lnTo>
                    <a:pt x="28" y="564"/>
                  </a:lnTo>
                  <a:lnTo>
                    <a:pt x="16" y="536"/>
                  </a:lnTo>
                  <a:lnTo>
                    <a:pt x="6" y="516"/>
                  </a:lnTo>
                  <a:lnTo>
                    <a:pt x="2" y="502"/>
                  </a:lnTo>
                  <a:lnTo>
                    <a:pt x="0" y="499"/>
                  </a:lnTo>
                  <a:lnTo>
                    <a:pt x="4" y="495"/>
                  </a:lnTo>
                  <a:lnTo>
                    <a:pt x="14" y="485"/>
                  </a:lnTo>
                  <a:lnTo>
                    <a:pt x="32" y="469"/>
                  </a:lnTo>
                  <a:lnTo>
                    <a:pt x="55" y="449"/>
                  </a:lnTo>
                  <a:lnTo>
                    <a:pt x="85" y="426"/>
                  </a:lnTo>
                  <a:lnTo>
                    <a:pt x="118" y="400"/>
                  </a:lnTo>
                  <a:lnTo>
                    <a:pt x="158" y="370"/>
                  </a:lnTo>
                  <a:lnTo>
                    <a:pt x="203" y="341"/>
                  </a:lnTo>
                  <a:lnTo>
                    <a:pt x="250" y="311"/>
                  </a:lnTo>
                  <a:lnTo>
                    <a:pt x="303" y="282"/>
                  </a:lnTo>
                  <a:lnTo>
                    <a:pt x="358" y="252"/>
                  </a:lnTo>
                  <a:lnTo>
                    <a:pt x="417" y="227"/>
                  </a:lnTo>
                  <a:lnTo>
                    <a:pt x="478" y="205"/>
                  </a:lnTo>
                  <a:lnTo>
                    <a:pt x="542" y="185"/>
                  </a:lnTo>
                  <a:lnTo>
                    <a:pt x="608" y="171"/>
                  </a:lnTo>
                  <a:lnTo>
                    <a:pt x="675" y="162"/>
                  </a:lnTo>
                  <a:close/>
                  <a:moveTo>
                    <a:pt x="675" y="0"/>
                  </a:moveTo>
                  <a:lnTo>
                    <a:pt x="1810" y="0"/>
                  </a:lnTo>
                  <a:lnTo>
                    <a:pt x="1810" y="1200"/>
                  </a:lnTo>
                  <a:lnTo>
                    <a:pt x="675" y="1200"/>
                  </a:lnTo>
                  <a:lnTo>
                    <a:pt x="675" y="1058"/>
                  </a:lnTo>
                  <a:lnTo>
                    <a:pt x="748" y="1062"/>
                  </a:lnTo>
                  <a:lnTo>
                    <a:pt x="819" y="1060"/>
                  </a:lnTo>
                  <a:lnTo>
                    <a:pt x="894" y="1052"/>
                  </a:lnTo>
                  <a:lnTo>
                    <a:pt x="977" y="1038"/>
                  </a:lnTo>
                  <a:lnTo>
                    <a:pt x="1061" y="1021"/>
                  </a:lnTo>
                  <a:lnTo>
                    <a:pt x="1148" y="1001"/>
                  </a:lnTo>
                  <a:lnTo>
                    <a:pt x="1235" y="975"/>
                  </a:lnTo>
                  <a:lnTo>
                    <a:pt x="1321" y="946"/>
                  </a:lnTo>
                  <a:lnTo>
                    <a:pt x="1404" y="914"/>
                  </a:lnTo>
                  <a:lnTo>
                    <a:pt x="1483" y="879"/>
                  </a:lnTo>
                  <a:lnTo>
                    <a:pt x="1554" y="841"/>
                  </a:lnTo>
                  <a:lnTo>
                    <a:pt x="1619" y="802"/>
                  </a:lnTo>
                  <a:lnTo>
                    <a:pt x="1674" y="763"/>
                  </a:lnTo>
                  <a:lnTo>
                    <a:pt x="1658" y="749"/>
                  </a:lnTo>
                  <a:lnTo>
                    <a:pt x="1634" y="733"/>
                  </a:lnTo>
                  <a:lnTo>
                    <a:pt x="1605" y="717"/>
                  </a:lnTo>
                  <a:lnTo>
                    <a:pt x="1573" y="700"/>
                  </a:lnTo>
                  <a:lnTo>
                    <a:pt x="1540" y="682"/>
                  </a:lnTo>
                  <a:lnTo>
                    <a:pt x="1510" y="664"/>
                  </a:lnTo>
                  <a:lnTo>
                    <a:pt x="1485" y="648"/>
                  </a:lnTo>
                  <a:lnTo>
                    <a:pt x="1467" y="636"/>
                  </a:lnTo>
                  <a:lnTo>
                    <a:pt x="1404" y="690"/>
                  </a:lnTo>
                  <a:lnTo>
                    <a:pt x="1341" y="741"/>
                  </a:lnTo>
                  <a:lnTo>
                    <a:pt x="1276" y="788"/>
                  </a:lnTo>
                  <a:lnTo>
                    <a:pt x="1209" y="832"/>
                  </a:lnTo>
                  <a:lnTo>
                    <a:pt x="1140" y="871"/>
                  </a:lnTo>
                  <a:lnTo>
                    <a:pt x="1067" y="904"/>
                  </a:lnTo>
                  <a:lnTo>
                    <a:pt x="992" y="932"/>
                  </a:lnTo>
                  <a:lnTo>
                    <a:pt x="914" y="954"/>
                  </a:lnTo>
                  <a:lnTo>
                    <a:pt x="831" y="966"/>
                  </a:lnTo>
                  <a:lnTo>
                    <a:pt x="744" y="969"/>
                  </a:lnTo>
                  <a:lnTo>
                    <a:pt x="709" y="969"/>
                  </a:lnTo>
                  <a:lnTo>
                    <a:pt x="675" y="966"/>
                  </a:lnTo>
                  <a:lnTo>
                    <a:pt x="675" y="865"/>
                  </a:lnTo>
                  <a:lnTo>
                    <a:pt x="715" y="871"/>
                  </a:lnTo>
                  <a:lnTo>
                    <a:pt x="758" y="873"/>
                  </a:lnTo>
                  <a:lnTo>
                    <a:pt x="815" y="869"/>
                  </a:lnTo>
                  <a:lnTo>
                    <a:pt x="870" y="859"/>
                  </a:lnTo>
                  <a:lnTo>
                    <a:pt x="925" y="841"/>
                  </a:lnTo>
                  <a:lnTo>
                    <a:pt x="979" y="820"/>
                  </a:lnTo>
                  <a:lnTo>
                    <a:pt x="1030" y="794"/>
                  </a:lnTo>
                  <a:lnTo>
                    <a:pt x="1079" y="767"/>
                  </a:lnTo>
                  <a:lnTo>
                    <a:pt x="1126" y="735"/>
                  </a:lnTo>
                  <a:lnTo>
                    <a:pt x="1172" y="701"/>
                  </a:lnTo>
                  <a:lnTo>
                    <a:pt x="1213" y="670"/>
                  </a:lnTo>
                  <a:lnTo>
                    <a:pt x="1250" y="636"/>
                  </a:lnTo>
                  <a:lnTo>
                    <a:pt x="1284" y="605"/>
                  </a:lnTo>
                  <a:lnTo>
                    <a:pt x="1315" y="577"/>
                  </a:lnTo>
                  <a:lnTo>
                    <a:pt x="1339" y="550"/>
                  </a:lnTo>
                  <a:lnTo>
                    <a:pt x="1361" y="530"/>
                  </a:lnTo>
                  <a:lnTo>
                    <a:pt x="1374" y="512"/>
                  </a:lnTo>
                  <a:lnTo>
                    <a:pt x="1384" y="502"/>
                  </a:lnTo>
                  <a:lnTo>
                    <a:pt x="1386" y="499"/>
                  </a:lnTo>
                  <a:lnTo>
                    <a:pt x="1384" y="495"/>
                  </a:lnTo>
                  <a:lnTo>
                    <a:pt x="1374" y="483"/>
                  </a:lnTo>
                  <a:lnTo>
                    <a:pt x="1359" y="465"/>
                  </a:lnTo>
                  <a:lnTo>
                    <a:pt x="1339" y="443"/>
                  </a:lnTo>
                  <a:lnTo>
                    <a:pt x="1311" y="418"/>
                  </a:lnTo>
                  <a:lnTo>
                    <a:pt x="1280" y="388"/>
                  </a:lnTo>
                  <a:lnTo>
                    <a:pt x="1242" y="357"/>
                  </a:lnTo>
                  <a:lnTo>
                    <a:pt x="1201" y="325"/>
                  </a:lnTo>
                  <a:lnTo>
                    <a:pt x="1154" y="292"/>
                  </a:lnTo>
                  <a:lnTo>
                    <a:pt x="1103" y="262"/>
                  </a:lnTo>
                  <a:lnTo>
                    <a:pt x="1048" y="233"/>
                  </a:lnTo>
                  <a:lnTo>
                    <a:pt x="987" y="207"/>
                  </a:lnTo>
                  <a:lnTo>
                    <a:pt x="924" y="187"/>
                  </a:lnTo>
                  <a:lnTo>
                    <a:pt x="855" y="171"/>
                  </a:lnTo>
                  <a:lnTo>
                    <a:pt x="782" y="162"/>
                  </a:lnTo>
                  <a:lnTo>
                    <a:pt x="707" y="160"/>
                  </a:lnTo>
                  <a:lnTo>
                    <a:pt x="675" y="162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76B9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9.1556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imagenet.stanford.edu/synset?wnid=n03769722" TargetMode="External"/><Relationship Id="rId4" Type="http://schemas.openxmlformats.org/officeDocument/2006/relationships/hyperlink" Target="http://www.image-net.org/" TargetMode="Externa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tutorials/generative/deepdream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05" name="Google Shape;305;p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12" name="Google Shape;312;p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2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47" name="Google Shape;347;p3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</a:pPr>
            <a:fld id="{00000000-1234-1234-1234-123412341234}" type="slidenum">
              <a:rPr lang="en-US" altLang="zh-CN" sz="1100" b="0" i="0" u="none" strike="noStrike" cap="none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3</a:t>
            </a:fld>
            <a:endParaRPr sz="1100" b="0" i="0" u="none" strike="noStrike" cap="none">
              <a:solidFill>
                <a:srgbClr val="000000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让我们花些时间来复习一下目前为止我们学过的一些概念。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64" name="Google Shape;364;p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4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问题：这些概念是什么？它们的作用是什么？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答案：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学习率是指梯度下降期间参数（权重）的更改量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层数是指神经网络的深度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神经元数量是指神经网络层的宽度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激活函数是指神经元输出的变换方式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在训练过程中，Dropout 会随机关闭神经元以防止过拟合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7145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数据是指我们用来训练模型的示例。如果数据的整洁度或变化度不够高，模型将无法泛化到真实环境。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171450" lvl="0" indent="-10160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设计机器学习模型要做大量工作！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70" name="Google Shape;370;p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5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p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rebuchet MS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如果我们不用做所有这些工作，岂不是很好？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78" name="Google Shape;378;p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6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好消息是，越来越多的团队和研究人员正使他们的模型随时可供他人使用。现在，不仅出现了可让您下载现成模型的 NVIDIA GPU Cloud 等网站，而且 TensorFlow 和 PyTorch 自身的框架包含相关模块，可将模型加载到 Python 中（前提是模型的 URL 位于 TensorFlow Hub 或 PyTorch Hub 网站上）。Keras 本身附带了预先打包的模型。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还有更好的消息吗？所有这些模型都是免费的！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84" name="Google Shape;384;p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7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p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我们将试验的模型名为 VGG16，它来自一篇论文，其标题恰如其文，即“Very Deep Convolutional Networks for Large-Scale Image Recognition”（用于大规模图像识别的深度卷积网络））。该模型在 2014年 ImageNet 挑战赛中夺得桂冠。ImageNet 是一个包含数百万张照片的数据库，这些照片已被标记为数千个类别，其中包括动物、食物、树木、体育运动和人类。最近，这些目标检测模型的表现比人类更为优秀，它们的准确率超过 95%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VGG16 论文：</a:t>
            </a:r>
            <a:r>
              <a:rPr lang="zh-CN" u="sng">
                <a:solidFill>
                  <a:schemeClr val="hlink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  <a:hlinkClick r:id="rId3"/>
              </a:rPr>
              <a:t>https://arxiv.org/abs/1409.1556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b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ImageNet：</a:t>
            </a:r>
            <a:r>
              <a:rPr lang="zh-CN" u="sng">
                <a:solidFill>
                  <a:schemeClr val="hlink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  <a:hlinkClick r:id="rId4"/>
              </a:rPr>
              <a:t>http://www.image-net.org/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b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ImageNet 树遍历：</a:t>
            </a:r>
            <a:r>
              <a:rPr lang="zh-CN" u="sng">
                <a:solidFill>
                  <a:schemeClr val="hlink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  <a:hlinkClick r:id="rId5"/>
              </a:rPr>
              <a:t>http://imagenet.stanford.edu/synset?wnid=n03769722</a:t>
            </a:r>
            <a:endParaRPr b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94" name="Google Shape;394;p8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8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如何更好地使用此模型制作自动狗门？我们不再需要半夜起床放宠物出门了！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ImageNet 包含许多动物图片，因此我们将使用它来识别我们的犬类朋友，并将所有其他动物排除在外。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09" name="Google Shape;409;p9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9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制作好狗门后，我们将使用一种名为“迁移学习”的方法来应对另一个挑战。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20" name="Google Shape;420;p1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10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各位，好消息来了！美国特勤局听说我们掌握了高超的机器学习技能，就和我们签订了合同，让我们为白宫制作狗门。为帮助我们完成合同，他们给了我们几张 Bo 的图片，Bo 是一条葡萄牙水犬，在 2009 年到 2017 年期间担任“第一狗”角色。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我们需要确保此门仅允许 Bo 进出，其他任何尝试溜入白宫的狗会被拒之门外。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26" name="Google Shape;426;p1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11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1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问题在于我们无法使用预先训练好的模型，因为它只能识别普通的狗。VGG16 无法分辨 Bo 与其他种类的狗之间的差异。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但是，如果某个模型已经能知道狗是什么，那么将其用作起始模型岂不是很好？事实证明我们可以这样做！我们只需做个小小的大脑手术就能实现此目的。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37" name="Google Shape;437;p12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12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幸运的是，我们在机器学习模型上做的手术要比真实的大脑手术容易得多。我们取一个预先训练好的模型，并将它的末端（即网络的最后面的几层全连接层）切掉，而只使用原模型的前面几层作为头层，再在其下继续构建我们自己的新层。</a:t>
            </a:r>
          </a:p>
          <a:p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从技术上说，我们可以按照所需的任何方式切割这些层，但出于一个实用的理由，我们要使用旧模型的前面几层（头层）而不用后面几层（底层）。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414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当我们从模型的开头移到末尾（在本例中为从左到右）时，模型从较为一般化变成较为具体化。还记得我们前面是怎么讲的吗？卷积模型的顶部如何获取边缘，以及每一层如何基于上一层构建更复杂的形状。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模型中的层数越多，它们针对训练数据的形状获取的特征的专门化程度就越高。由于上层先提取的特征更具一般化，因此，当使用迁移学习时，复制上层的网络构建模块往往会更有用。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58" name="Google Shape;558;p14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14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9" name="Google Shape;589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我们还应考虑的另一点是：是否要冻结作为构建新模型基础的旧模型的权重。冻结是防止权重在训练过程中被更新的一种方法，或者说，它是模型变成不可训练。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让基础模型的权重变成可被训练，这将有助于实现新模型针对新数据的专门化。但是请注意：如果基础模型与 VGG16 模型非常相似，则在新数据集过小的情况下，大量的权重会很容易造成过拟合。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借此机会，我们来谈论一下数据偏差。如果模型过度代表数据的某个子集，则会出现数据偏差。例如，如果我们要创建模型来确定汽车制造商，并且我们的数据集主要包含卡车数据，那么我们的模型将难以识别面包车、跑车和轿车。如果数据集有偏差，则生成的模型也会如此。这常常会引起关于合乎道德地使用人工智能的讨论。如果仅针对某个族群训练模型，则可能会导致在未充分代表的群体中出现一些令人尴尬的预测结果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使用迁移学习时要考虑到这一点，原因是新模型可能会获取旧模型的偏差。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90" name="Google Shape;590;p15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15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7" name="Google Shape;597;p1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最后要指出很有趣的一点：迁移学习是做到美梦成真的好机会。我们前面第一次探讨 </a:t>
            </a:r>
            <a:r>
              <a:rPr lang="en-US" altLang="zh-CN" dirty="0">
                <a:latin typeface="Trebuchet MS" panose="020B0603020202020204" pitchFamily="34" charset="0"/>
                <a:ea typeface="黑体" panose="02010609060101010101" pitchFamily="49" charset="-122"/>
              </a:rPr>
              <a:t>CNN </a:t>
            </a:r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时简要谈到了这一点。这是通过将图像送入神经网络中的各层来完成的，但是，我们将通过梯度升高来最大化损失，而不是执行梯度下降。目标是扩大模型在图像中看到的模式。</a:t>
            </a:r>
          </a:p>
          <a:p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这里已通过 </a:t>
            </a:r>
            <a:r>
              <a:rPr lang="en-US" altLang="zh-CN" dirty="0">
                <a:latin typeface="Trebuchet MS" panose="020B0603020202020204" pitchFamily="34" charset="0"/>
                <a:ea typeface="黑体" panose="02010609060101010101" pitchFamily="49" charset="-122"/>
              </a:rPr>
              <a:t>InceptionV3 </a:t>
            </a:r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模型将 </a:t>
            </a:r>
            <a:r>
              <a:rPr lang="en-US" altLang="zh-CN" dirty="0">
                <a:latin typeface="Trebuchet MS" panose="020B0603020202020204" pitchFamily="34" charset="0"/>
                <a:ea typeface="黑体" panose="02010609060101010101" pitchFamily="49" charset="-122"/>
              </a:rPr>
              <a:t>Bo </a:t>
            </a:r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的图像送入到前三个卷积层中，我们在这里看到的是梯度。我们可以看到，随着模型的推进，这些层会慢慢开始获取越来越多的细节。</a:t>
            </a:r>
            <a:endParaRPr lang="en-US" altLang="zh-CN"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endParaRPr lang="en-US" altLang="zh-CN"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Trebuchet MS" panose="020B0603020202020204" pitchFamily="34" charset="0"/>
                <a:ea typeface="黑体" panose="02010609060101010101" pitchFamily="49" charset="-122"/>
              </a:rPr>
              <a:t>遗憾的是，我们没有那么多时间全面分析相关机制，但如果您不怕挑战，请访问有关如何这样做的教程链接！</a:t>
            </a:r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  <a:hlinkClick r:id="rId3"/>
            </a:endParaRPr>
          </a:p>
          <a:p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  <a:hlinkClick r:id="rId3"/>
            </a:endParaRPr>
          </a:p>
          <a:p>
            <a:r>
              <a:rPr lang="en-US" altLang="zh-CN" dirty="0">
                <a:latin typeface="Trebuchet MS" panose="020B0603020202020204" pitchFamily="34" charset="0"/>
                <a:ea typeface="黑体" panose="02010609060101010101" pitchFamily="49" charset="-122"/>
                <a:hlinkClick r:id="rId3"/>
              </a:rPr>
              <a:t>https://www.tensorflow.org/tutorials/generative/deepdream</a:t>
            </a:r>
            <a:endParaRPr lang="zh-CN" altLang="en-US"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98" name="Google Shape;598;p16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16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6" name="Google Shape;606;p1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不过，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重要的事情先做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。让我们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开始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制作自己的狗门和总统的狗门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</a:rPr>
              <a:t>吧</a:t>
            </a: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。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607" name="Google Shape;607;p1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17</a:t>
            </a:fld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4" name="Google Shape;934;p4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b="0" i="0" u="none" strike="noStrike">
              <a:solidFill>
                <a:schemeClr val="dk1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100" u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35" name="Google Shape;935;p41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rebuchet MS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Trebuchet MS"/>
                <a:buNone/>
                <a:tabLst/>
                <a:defRPr/>
              </a:pPr>
              <a:t>18</a:t>
            </a:fld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54000">
                <a:schemeClr val="lt2"/>
              </a:gs>
              <a:gs pos="100000">
                <a:schemeClr val="lt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42483" y="0"/>
            <a:ext cx="10930317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31" y="3033530"/>
            <a:ext cx="2020683" cy="70007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481662" y="4405221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" name="Google Shape;23;p23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" name="Google Shape;26;p23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2"/>
          <p:cNvPicPr preferRelativeResize="0"/>
          <p:nvPr/>
        </p:nvPicPr>
        <p:blipFill rotWithShape="1">
          <a:blip r:embed="rId2">
            <a:alphaModFix/>
          </a:blip>
          <a:srcRect l="-21752" b="-228"/>
          <a:stretch/>
        </p:blipFill>
        <p:spPr>
          <a:xfrm rot="10800000" flipH="1">
            <a:off x="0" y="229699"/>
            <a:ext cx="10972800" cy="59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901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" name="Google Shape;3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2"/>
          <p:cNvSpPr txBox="1"/>
          <p:nvPr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>
  <p:cSld name="Title, Subtitle, and Content with CONFIDENTIAL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zh-CN" sz="8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>
  <p:cSld name="Title, Subtitle, and Content - NO LOGO &amp; PAGE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8" name="Google Shape;48;p45"/>
          <p:cNvSpPr txBox="1"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5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5905833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0" name="Google Shape;50;p45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5922117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" name="Google Shape;53;p46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7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57" name="Google Shape;57;p47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58" name="Google Shape;58;p47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1" name="Google Shape;61;p48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2" name="Google Shape;62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7" name="Google Shape;67;p50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>
  <p:cSld name="Quote and Segu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0" name="Google Shape;70;p51"/>
          <p:cNvPicPr preferRelativeResize="0"/>
          <p:nvPr/>
        </p:nvPicPr>
        <p:blipFill rotWithShape="1">
          <a:blip r:embed="rId2">
            <a:alphaModFix/>
          </a:blip>
          <a:srcRect l="-5218" t="22933" r="58849" b="-4267"/>
          <a:stretch/>
        </p:blipFill>
        <p:spPr>
          <a:xfrm rot="10800000" flipH="1"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40000">
                <a:schemeClr val="lt2"/>
              </a:gs>
              <a:gs pos="100000">
                <a:srgbClr val="76B900">
                  <a:alpha val="0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p51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rgbClr val="76B900">
                  <a:alpha val="2980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Gill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Gill Sans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Gill Sans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Gill Sans"/>
              <a:buNone/>
              <a:defRPr sz="1600"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▪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2"/>
          <p:cNvSpPr txBox="1">
            <a:spLocks noGrp="1"/>
          </p:cNvSpPr>
          <p:nvPr>
            <p:ph type="ctrTitle"/>
          </p:nvPr>
        </p:nvSpPr>
        <p:spPr>
          <a:xfrm>
            <a:off x="2176001" y="722069"/>
            <a:ext cx="7773366" cy="228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40"/>
              <a:buFont typeface="Gill Sans"/>
              <a:buNone/>
              <a:defRPr sz="59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2"/>
          <p:cNvSpPr txBox="1">
            <a:spLocks noGrp="1"/>
          </p:cNvSpPr>
          <p:nvPr>
            <p:ph type="subTitle" idx="1"/>
          </p:nvPr>
        </p:nvSpPr>
        <p:spPr>
          <a:xfrm>
            <a:off x="2176002" y="3178084"/>
            <a:ext cx="7773365" cy="87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 b="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/>
            </a:lvl2pPr>
            <a:lvl3pPr lvl="2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/>
            </a:lvl3pPr>
            <a:lvl4pPr lvl="3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4pPr>
            <a:lvl5pPr lvl="4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5pPr>
            <a:lvl6pPr lvl="5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6pPr>
            <a:lvl7pPr lvl="6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7pPr>
            <a:lvl8pPr lvl="7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8pPr>
            <a:lvl9pPr lvl="8" algn="ctr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/>
            </a:lvl9pPr>
          </a:lstStyle>
          <a:p>
            <a:endParaRPr/>
          </a:p>
        </p:txBody>
      </p:sp>
      <p:sp>
        <p:nvSpPr>
          <p:cNvPr id="90" name="Google Shape;90;p52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2"/>
          <p:cNvSpPr txBox="1">
            <a:spLocks noGrp="1"/>
          </p:cNvSpPr>
          <p:nvPr>
            <p:ph type="ftr" idx="11"/>
          </p:nvPr>
        </p:nvSpPr>
        <p:spPr>
          <a:xfrm>
            <a:off x="2174850" y="296377"/>
            <a:ext cx="447652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2"/>
          <p:cNvSpPr txBox="1">
            <a:spLocks noGrp="1"/>
          </p:cNvSpPr>
          <p:nvPr>
            <p:ph type="sldNum" idx="12"/>
          </p:nvPr>
        </p:nvSpPr>
        <p:spPr>
          <a:xfrm>
            <a:off x="1293898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93" name="Google Shape;93;p52"/>
          <p:cNvCxnSpPr/>
          <p:nvPr/>
        </p:nvCxnSpPr>
        <p:spPr>
          <a:xfrm>
            <a:off x="2176002" y="3175688"/>
            <a:ext cx="7773365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3"/>
          <p:cNvSpPr txBox="1"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3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3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3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00" name="Google Shape;100;p53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4"/>
          <p:cNvSpPr txBox="1">
            <a:spLocks noGrp="1"/>
          </p:cNvSpPr>
          <p:nvPr>
            <p:ph type="title"/>
          </p:nvPr>
        </p:nvSpPr>
        <p:spPr>
          <a:xfrm>
            <a:off x="1308815" y="1580517"/>
            <a:ext cx="7778839" cy="169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Gill Sans"/>
              <a:buNone/>
              <a:defRPr sz="3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54"/>
          <p:cNvSpPr txBox="1">
            <a:spLocks noGrp="1"/>
          </p:cNvSpPr>
          <p:nvPr>
            <p:ph type="body" idx="1"/>
          </p:nvPr>
        </p:nvSpPr>
        <p:spPr>
          <a:xfrm>
            <a:off x="1308815" y="3425576"/>
            <a:ext cx="7767401" cy="91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54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4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4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07" name="Google Shape;107;p54"/>
          <p:cNvCxnSpPr/>
          <p:nvPr/>
        </p:nvCxnSpPr>
        <p:spPr>
          <a:xfrm>
            <a:off x="1308815" y="3424487"/>
            <a:ext cx="776740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5"/>
          <p:cNvSpPr txBox="1">
            <a:spLocks noGrp="1"/>
          </p:cNvSpPr>
          <p:nvPr>
            <p:ph type="title"/>
          </p:nvPr>
        </p:nvSpPr>
        <p:spPr>
          <a:xfrm>
            <a:off x="1304296" y="724400"/>
            <a:ext cx="8645072" cy="95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5"/>
          <p:cNvSpPr txBox="1">
            <a:spLocks noGrp="1"/>
          </p:cNvSpPr>
          <p:nvPr>
            <p:ph type="body" idx="1"/>
          </p:nvPr>
        </p:nvSpPr>
        <p:spPr>
          <a:xfrm>
            <a:off x="1302598" y="1809790"/>
            <a:ext cx="4180637" cy="310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55"/>
          <p:cNvSpPr txBox="1">
            <a:spLocks noGrp="1"/>
          </p:cNvSpPr>
          <p:nvPr>
            <p:ph type="body" idx="2"/>
          </p:nvPr>
        </p:nvSpPr>
        <p:spPr>
          <a:xfrm>
            <a:off x="5772394" y="1815609"/>
            <a:ext cx="4180637" cy="309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55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55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5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15" name="Google Shape;115;p55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6"/>
          <p:cNvSpPr txBox="1">
            <a:spLocks noGrp="1"/>
          </p:cNvSpPr>
          <p:nvPr>
            <p:ph type="title"/>
          </p:nvPr>
        </p:nvSpPr>
        <p:spPr>
          <a:xfrm>
            <a:off x="1302472" y="723747"/>
            <a:ext cx="8646895" cy="95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6"/>
          <p:cNvSpPr txBox="1">
            <a:spLocks noGrp="1"/>
          </p:cNvSpPr>
          <p:nvPr>
            <p:ph type="body" idx="1"/>
          </p:nvPr>
        </p:nvSpPr>
        <p:spPr>
          <a:xfrm>
            <a:off x="1302472" y="1817594"/>
            <a:ext cx="4180637" cy="721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80"/>
              <a:buNone/>
              <a:defRPr sz="197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 b="1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19" name="Google Shape;119;p56"/>
          <p:cNvSpPr txBox="1">
            <a:spLocks noGrp="1"/>
          </p:cNvSpPr>
          <p:nvPr>
            <p:ph type="body" idx="2"/>
          </p:nvPr>
        </p:nvSpPr>
        <p:spPr>
          <a:xfrm>
            <a:off x="1302472" y="2541843"/>
            <a:ext cx="4180637" cy="238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56"/>
          <p:cNvSpPr txBox="1">
            <a:spLocks noGrp="1"/>
          </p:cNvSpPr>
          <p:nvPr>
            <p:ph type="body" idx="3"/>
          </p:nvPr>
        </p:nvSpPr>
        <p:spPr>
          <a:xfrm>
            <a:off x="5771126" y="1820703"/>
            <a:ext cx="4180637" cy="722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980"/>
              <a:buNone/>
              <a:defRPr sz="1979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620"/>
              <a:buNone/>
              <a:defRPr sz="1620" b="1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440"/>
              <a:buNone/>
              <a:defRPr sz="1440" b="1"/>
            </a:lvl9pPr>
          </a:lstStyle>
          <a:p>
            <a:endParaRPr/>
          </a:p>
        </p:txBody>
      </p:sp>
      <p:sp>
        <p:nvSpPr>
          <p:cNvPr id="121" name="Google Shape;121;p56"/>
          <p:cNvSpPr txBox="1">
            <a:spLocks noGrp="1"/>
          </p:cNvSpPr>
          <p:nvPr>
            <p:ph type="body" idx="4"/>
          </p:nvPr>
        </p:nvSpPr>
        <p:spPr>
          <a:xfrm>
            <a:off x="5771126" y="2539342"/>
            <a:ext cx="4180637" cy="237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56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6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6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25" name="Google Shape;125;p56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7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57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7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57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31" name="Google Shape;131;p57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2" name="Google Shape;132;p57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8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8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58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9"/>
          <p:cNvSpPr txBox="1">
            <a:spLocks noGrp="1"/>
          </p:cNvSpPr>
          <p:nvPr>
            <p:ph type="title"/>
          </p:nvPr>
        </p:nvSpPr>
        <p:spPr>
          <a:xfrm>
            <a:off x="1300204" y="719076"/>
            <a:ext cx="2945789" cy="2022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Gill Sans"/>
              <a:buNone/>
              <a:defRPr sz="21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9"/>
          <p:cNvSpPr txBox="1">
            <a:spLocks noGrp="1"/>
          </p:cNvSpPr>
          <p:nvPr>
            <p:ph type="body" idx="1"/>
          </p:nvPr>
        </p:nvSpPr>
        <p:spPr>
          <a:xfrm>
            <a:off x="4539343" y="719077"/>
            <a:ext cx="5411223" cy="4192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9"/>
          <p:cNvSpPr txBox="1">
            <a:spLocks noGrp="1"/>
          </p:cNvSpPr>
          <p:nvPr>
            <p:ph type="body" idx="2"/>
          </p:nvPr>
        </p:nvSpPr>
        <p:spPr>
          <a:xfrm>
            <a:off x="1300204" y="2884942"/>
            <a:ext cx="2947512" cy="2023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440"/>
              <a:buNone/>
              <a:defRPr sz="1440"/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 sz="1260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080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1" name="Google Shape;141;p59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9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9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44" name="Google Shape;144;p59"/>
          <p:cNvCxnSpPr/>
          <p:nvPr/>
        </p:nvCxnSpPr>
        <p:spPr>
          <a:xfrm>
            <a:off x="1303452" y="2884942"/>
            <a:ext cx="294254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60"/>
          <p:cNvGrpSpPr/>
          <p:nvPr/>
        </p:nvGrpSpPr>
        <p:grpSpPr>
          <a:xfrm>
            <a:off x="6729649" y="433953"/>
            <a:ext cx="3667080" cy="4634191"/>
            <a:chOff x="7477387" y="482170"/>
            <a:chExt cx="4074533" cy="5149101"/>
          </a:xfrm>
        </p:grpSpPr>
        <p:sp>
          <p:nvSpPr>
            <p:cNvPr id="147" name="Google Shape;147;p6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372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6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" name="Google Shape;149;p60"/>
          <p:cNvSpPr txBox="1">
            <a:spLocks noGrp="1"/>
          </p:cNvSpPr>
          <p:nvPr>
            <p:ph type="title"/>
          </p:nvPr>
        </p:nvSpPr>
        <p:spPr>
          <a:xfrm>
            <a:off x="1306086" y="1016562"/>
            <a:ext cx="4979095" cy="164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 sz="288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60"/>
          <p:cNvSpPr>
            <a:spLocks noGrp="1"/>
          </p:cNvSpPr>
          <p:nvPr>
            <p:ph type="pic" idx="2"/>
          </p:nvPr>
        </p:nvSpPr>
        <p:spPr>
          <a:xfrm>
            <a:off x="7311951" y="1010288"/>
            <a:ext cx="2512054" cy="347969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Arial"/>
              <a:buNone/>
              <a:defRPr sz="28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520"/>
              <a:buFont typeface="Arial"/>
              <a:buNone/>
              <a:defRPr sz="252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2160"/>
              <a:buFont typeface="Arial"/>
              <a:buNone/>
              <a:defRPr sz="216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51" name="Google Shape;151;p60"/>
          <p:cNvSpPr txBox="1">
            <a:spLocks noGrp="1"/>
          </p:cNvSpPr>
          <p:nvPr>
            <p:ph type="body" idx="1"/>
          </p:nvPr>
        </p:nvSpPr>
        <p:spPr>
          <a:xfrm>
            <a:off x="1305296" y="2831393"/>
            <a:ext cx="4971964" cy="1803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620"/>
              <a:buNone/>
              <a:defRPr sz="1620"/>
            </a:lvl1pPr>
            <a:lvl2pPr marL="914400" lvl="1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260"/>
              <a:buNone/>
              <a:defRPr sz="1260"/>
            </a:lvl2pPr>
            <a:lvl3pPr marL="1371600" lvl="2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080"/>
              <a:buNone/>
              <a:defRPr sz="1080"/>
            </a:lvl3pPr>
            <a:lvl4pPr marL="1828800" lvl="3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2" name="Google Shape;152;p60"/>
          <p:cNvSpPr txBox="1">
            <a:spLocks noGrp="1"/>
          </p:cNvSpPr>
          <p:nvPr>
            <p:ph type="dt" idx="10"/>
          </p:nvPr>
        </p:nvSpPr>
        <p:spPr>
          <a:xfrm>
            <a:off x="1302644" y="4922871"/>
            <a:ext cx="4974616" cy="28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60"/>
          <p:cNvSpPr txBox="1">
            <a:spLocks noGrp="1"/>
          </p:cNvSpPr>
          <p:nvPr>
            <p:ph type="ftr" idx="11"/>
          </p:nvPr>
        </p:nvSpPr>
        <p:spPr>
          <a:xfrm>
            <a:off x="1302644" y="286776"/>
            <a:ext cx="4986904" cy="28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60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55" name="Google Shape;155;p60"/>
          <p:cNvCxnSpPr/>
          <p:nvPr/>
        </p:nvCxnSpPr>
        <p:spPr>
          <a:xfrm>
            <a:off x="1302644" y="2829245"/>
            <a:ext cx="497461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1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61"/>
          <p:cNvSpPr txBox="1">
            <a:spLocks noGrp="1"/>
          </p:cNvSpPr>
          <p:nvPr>
            <p:ph type="body" idx="1"/>
          </p:nvPr>
        </p:nvSpPr>
        <p:spPr>
          <a:xfrm rot="5400000">
            <a:off x="4075119" y="-954539"/>
            <a:ext cx="3105552" cy="8642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61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61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61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62" name="Google Shape;162;p61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2"/>
          <p:cNvSpPr txBox="1">
            <a:spLocks noGrp="1"/>
          </p:cNvSpPr>
          <p:nvPr>
            <p:ph type="title"/>
          </p:nvPr>
        </p:nvSpPr>
        <p:spPr>
          <a:xfrm rot="5400000">
            <a:off x="7125334" y="2088942"/>
            <a:ext cx="4193900" cy="145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62"/>
          <p:cNvSpPr txBox="1">
            <a:spLocks noGrp="1"/>
          </p:cNvSpPr>
          <p:nvPr>
            <p:ph type="body" idx="1"/>
          </p:nvPr>
        </p:nvSpPr>
        <p:spPr>
          <a:xfrm rot="5400000">
            <a:off x="2726229" y="-706948"/>
            <a:ext cx="4193900" cy="704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62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62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62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69" name="Google Shape;169;p62"/>
          <p:cNvCxnSpPr/>
          <p:nvPr/>
        </p:nvCxnSpPr>
        <p:spPr>
          <a:xfrm>
            <a:off x="8495200" y="719076"/>
            <a:ext cx="0" cy="419390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0_Title Slide - Images">
  <p:cSld name="10_Title Slide - Images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6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rgbClr val="000000">
                  <a:alpha val="57647"/>
                </a:srgbClr>
              </a:gs>
              <a:gs pos="58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64"/>
          <p:cNvSpPr txBox="1">
            <a:spLocks noGrp="1"/>
          </p:cNvSpPr>
          <p:nvPr>
            <p:ph type="subTitle" idx="1"/>
          </p:nvPr>
        </p:nvSpPr>
        <p:spPr>
          <a:xfrm>
            <a:off x="520850" y="1787097"/>
            <a:ext cx="870070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56" name="Google Shape;256;p64"/>
          <p:cNvSpPr txBox="1">
            <a:spLocks noGrp="1"/>
          </p:cNvSpPr>
          <p:nvPr>
            <p:ph type="title"/>
          </p:nvPr>
        </p:nvSpPr>
        <p:spPr>
          <a:xfrm>
            <a:off x="481662" y="839286"/>
            <a:ext cx="8739340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57" name="Google Shape;257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259" y="2527241"/>
            <a:ext cx="1626671" cy="3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65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1" name="Google Shape;261;p65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with CONFIDENTIAL">
  <p:cSld name="Title, Subtitle, and Content with CONFIDENTIAL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6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66"/>
          <p:cNvSpPr txBox="1">
            <a:spLocks noGrp="1"/>
          </p:cNvSpPr>
          <p:nvPr>
            <p:ph type="body" idx="1"/>
          </p:nvPr>
        </p:nvSpPr>
        <p:spPr>
          <a:xfrm>
            <a:off x="516750" y="2103035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5" name="Google Shape;265;p66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6" name="Google Shape;266;p66"/>
          <p:cNvSpPr/>
          <p:nvPr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Trebuchet MS"/>
              <a:buNone/>
            </a:pPr>
            <a:r>
              <a:rPr lang="zh-CN" sz="8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 - NO LOGO &amp; PAGE NUMBER">
  <p:cSld name="Title, Subtitle, and Content - NO LOGO &amp; PAGE NUMBER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7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69" name="Google Shape;269;p6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67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1" name="Google Shape;271;p67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4" name="Google Shape;274;p68"/>
          <p:cNvSpPr txBox="1"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68"/>
          <p:cNvSpPr txBox="1">
            <a:spLocks noGrp="1"/>
          </p:cNvSpPr>
          <p:nvPr>
            <p:ph type="body" idx="1"/>
          </p:nvPr>
        </p:nvSpPr>
        <p:spPr>
          <a:xfrm>
            <a:off x="512064" y="2103035"/>
            <a:ext cx="5905833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6" name="Google Shape;276;p68"/>
          <p:cNvSpPr txBox="1">
            <a:spLocks noGrp="1"/>
          </p:cNvSpPr>
          <p:nvPr>
            <p:ph type="body" idx="2"/>
          </p:nvPr>
        </p:nvSpPr>
        <p:spPr>
          <a:xfrm>
            <a:off x="498348" y="1183333"/>
            <a:ext cx="5922117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9" name="Google Shape;279;p69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- Green">
  <p:cSld name="Transition - Green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2" name="Google Shape;282;p70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Two Content">
  <p:cSld name="Title, Subtitle, and Two Content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1"/>
          <p:cNvSpPr txBox="1"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71"/>
          <p:cNvSpPr txBox="1">
            <a:spLocks noGrp="1"/>
          </p:cNvSpPr>
          <p:nvPr>
            <p:ph type="body" idx="1"/>
          </p:nvPr>
        </p:nvSpPr>
        <p:spPr>
          <a:xfrm>
            <a:off x="498348" y="2111661"/>
            <a:ext cx="4945063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86" name="Google Shape;286;p71"/>
          <p:cNvSpPr txBox="1">
            <a:spLocks noGrp="1"/>
          </p:cNvSpPr>
          <p:nvPr>
            <p:ph type="body" idx="2"/>
          </p:nvPr>
        </p:nvSpPr>
        <p:spPr>
          <a:xfrm>
            <a:off x="5529390" y="2111661"/>
            <a:ext cx="4945062" cy="369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Char char="•"/>
              <a:defRPr sz="2400" b="0">
                <a:solidFill>
                  <a:schemeClr val="dk2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Char char="•"/>
              <a:defRPr sz="2000" b="0"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Trebuchet MS"/>
              <a:buChar char="•"/>
              <a:defRPr sz="1800" b="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Char char="»"/>
              <a:defRPr sz="1800"/>
            </a:lvl9pPr>
          </a:lstStyle>
          <a:p>
            <a:endParaRPr/>
          </a:p>
        </p:txBody>
      </p:sp>
      <p:sp>
        <p:nvSpPr>
          <p:cNvPr id="287" name="Google Shape;287;p71"/>
          <p:cNvSpPr txBox="1">
            <a:spLocks noGrp="1"/>
          </p:cNvSpPr>
          <p:nvPr>
            <p:ph type="body" idx="3"/>
          </p:nvPr>
        </p:nvSpPr>
        <p:spPr>
          <a:xfrm>
            <a:off x="498348" y="118056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TITLE_ONLY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2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0" name="Google Shape;290;p72"/>
          <p:cNvSpPr txBox="1"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91" name="Google Shape;291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1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7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6" name="Google Shape;296;p74"/>
          <p:cNvSpPr txBox="1"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and Segue">
  <p:cSld name="Quote and Segue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6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76"/>
          <p:cNvSpPr txBox="1">
            <a:spLocks noGrp="1"/>
          </p:cNvSpPr>
          <p:nvPr>
            <p:ph type="body" idx="1"/>
          </p:nvPr>
        </p:nvSpPr>
        <p:spPr>
          <a:xfrm>
            <a:off x="498348" y="1183334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">
  <p:cSld name="Closing Slide"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3337" y="3902417"/>
            <a:ext cx="3232858" cy="113274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55"/>
          <p:cNvSpPr txBox="1"/>
          <p:nvPr/>
        </p:nvSpPr>
        <p:spPr>
          <a:xfrm>
            <a:off x="481643" y="5310989"/>
            <a:ext cx="25122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 sz="2000">
              <a:solidFill>
                <a:schemeClr val="l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0" name="Google Shape;28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42485" y="0"/>
            <a:ext cx="10930317" cy="6172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180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lt2"/>
              </a:gs>
              <a:gs pos="54000">
                <a:schemeClr val="lt2"/>
              </a:gs>
              <a:gs pos="100000">
                <a:schemeClr val="lt2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42482" y="0"/>
            <a:ext cx="10930318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531" y="3033529"/>
            <a:ext cx="2020682" cy="70007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6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rebuchet MS"/>
              <a:buNone/>
              <a:defRPr sz="18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86" name="Google Shape;286;p56"/>
          <p:cNvSpPr txBox="1">
            <a:spLocks noGrp="1"/>
          </p:cNvSpPr>
          <p:nvPr>
            <p:ph type="title"/>
          </p:nvPr>
        </p:nvSpPr>
        <p:spPr>
          <a:xfrm>
            <a:off x="481662" y="4405222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327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57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0" name="Google Shape;290;p57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19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ICON_Title, Subtitle, and Content">
  <p:cSld name="BULLET_ICON_Title, Subtitle, and Conten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8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58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Trebuchet MS"/>
              <a:buChar char="•"/>
              <a:defRPr sz="1800">
                <a:solidFill>
                  <a:schemeClr val="dk2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•"/>
              <a:defRPr sz="1600">
                <a:solidFill>
                  <a:schemeClr val="dk2"/>
                </a:solidFill>
              </a:defRPr>
            </a:lvl2pPr>
            <a:lvl3pPr marL="1371600" lvl="2" indent="-295275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Trebuchet MS"/>
              <a:buChar char="•"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4" name="Google Shape;294;p58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5" name="Google Shape;295;p58"/>
          <p:cNvSpPr/>
          <p:nvPr/>
        </p:nvSpPr>
        <p:spPr>
          <a:xfrm>
            <a:off x="168283" y="577585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Trebuchet MS"/>
              <a:buNone/>
            </a:pPr>
            <a:r>
              <a:rPr lang="en-US" sz="7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700" b="1" i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4186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9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9"/>
          <p:cNvSpPr txBox="1">
            <a:spLocks noGrp="1"/>
          </p:cNvSpPr>
          <p:nvPr>
            <p:ph type="body" idx="1"/>
          </p:nvPr>
        </p:nvSpPr>
        <p:spPr>
          <a:xfrm>
            <a:off x="516750" y="2103037"/>
            <a:ext cx="9948672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99" name="Google Shape;299;p59"/>
          <p:cNvSpPr txBox="1">
            <a:spLocks noGrp="1"/>
          </p:cNvSpPr>
          <p:nvPr>
            <p:ph type="body" idx="2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0" name="Google Shape;300;p59"/>
          <p:cNvSpPr/>
          <p:nvPr/>
        </p:nvSpPr>
        <p:spPr>
          <a:xfrm>
            <a:off x="168283" y="5775857"/>
            <a:ext cx="2762866" cy="248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Trebuchet MS"/>
              <a:buNone/>
            </a:pPr>
            <a:r>
              <a:rPr lang="en-US" sz="700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 sz="700" b="1" i="0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51032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>
  <p:cSld name="Title, Subtitle, Content - NO LOGO &amp; PAGE NUMBER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0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60"/>
          <p:cNvSpPr txBox="1">
            <a:spLocks noGrp="1"/>
          </p:cNvSpPr>
          <p:nvPr>
            <p:ph type="body" idx="1"/>
          </p:nvPr>
        </p:nvSpPr>
        <p:spPr>
          <a:xfrm>
            <a:off x="498348" y="125953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4" name="Google Shape;304;p60"/>
          <p:cNvSpPr/>
          <p:nvPr/>
        </p:nvSpPr>
        <p:spPr>
          <a:xfrm>
            <a:off x="9809102" y="5689770"/>
            <a:ext cx="1104707" cy="3423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0"/>
          <p:cNvSpPr txBox="1">
            <a:spLocks noGrp="1"/>
          </p:cNvSpPr>
          <p:nvPr>
            <p:ph type="body" idx="2"/>
          </p:nvPr>
        </p:nvSpPr>
        <p:spPr>
          <a:xfrm>
            <a:off x="512064" y="2103035"/>
            <a:ext cx="9948672" cy="3693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77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 txBox="1">
            <a:spLocks noGrp="1"/>
          </p:cNvSpPr>
          <p:nvPr>
            <p:ph type="title"/>
          </p:nvPr>
        </p:nvSpPr>
        <p:spPr>
          <a:xfrm>
            <a:off x="519232" y="1798592"/>
            <a:ext cx="4204402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61"/>
          <p:cNvSpPr txBox="1">
            <a:spLocks noGrp="1"/>
          </p:cNvSpPr>
          <p:nvPr>
            <p:ph type="body" idx="1"/>
          </p:nvPr>
        </p:nvSpPr>
        <p:spPr>
          <a:xfrm>
            <a:off x="519232" y="3071581"/>
            <a:ext cx="4192841" cy="2517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09" name="Google Shape;309;p61"/>
          <p:cNvSpPr txBox="1">
            <a:spLocks noGrp="1"/>
          </p:cNvSpPr>
          <p:nvPr>
            <p:ph type="body" idx="2"/>
          </p:nvPr>
        </p:nvSpPr>
        <p:spPr>
          <a:xfrm>
            <a:off x="519232" y="2348397"/>
            <a:ext cx="4204402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rebuchet MS"/>
              <a:buNone/>
              <a:defRPr sz="2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10" name="Google Shape;310;p61"/>
          <p:cNvSpPr/>
          <p:nvPr/>
        </p:nvSpPr>
        <p:spPr>
          <a:xfrm>
            <a:off x="9636012" y="5699917"/>
            <a:ext cx="1336788" cy="47228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1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2"/>
          <p:cNvSpPr/>
          <p:nvPr/>
        </p:nvSpPr>
        <p:spPr>
          <a:xfrm>
            <a:off x="0" y="-1"/>
            <a:ext cx="3583949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62"/>
          <p:cNvPicPr preferRelativeResize="0"/>
          <p:nvPr/>
        </p:nvPicPr>
        <p:blipFill rotWithShape="1">
          <a:blip r:embed="rId2">
            <a:alphaModFix/>
          </a:blip>
          <a:srcRect r="67338"/>
          <a:stretch/>
        </p:blipFill>
        <p:spPr>
          <a:xfrm>
            <a:off x="0" y="0"/>
            <a:ext cx="3583949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62"/>
          <p:cNvSpPr/>
          <p:nvPr/>
        </p:nvSpPr>
        <p:spPr>
          <a:xfrm>
            <a:off x="0" y="0"/>
            <a:ext cx="3583949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2"/>
          <p:cNvSpPr txBox="1">
            <a:spLocks noGrp="1"/>
          </p:cNvSpPr>
          <p:nvPr>
            <p:ph type="title"/>
          </p:nvPr>
        </p:nvSpPr>
        <p:spPr>
          <a:xfrm>
            <a:off x="441881" y="2381808"/>
            <a:ext cx="2700194" cy="1408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88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3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842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64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498348" y="737428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609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/ Segue">
  <p:cSld name="Transition / Segue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65"/>
          <p:cNvPicPr preferRelativeResize="0"/>
          <p:nvPr/>
        </p:nvPicPr>
        <p:blipFill rotWithShape="1">
          <a:blip r:embed="rId2">
            <a:alphaModFix/>
          </a:blip>
          <a:srcRect l="5607"/>
          <a:stretch/>
        </p:blipFill>
        <p:spPr>
          <a:xfrm>
            <a:off x="0" y="0"/>
            <a:ext cx="10317378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5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4080090" y="4127423"/>
            <a:ext cx="6107187" cy="1373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092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 Layout">
  <p:cSld name="Embargo Layout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6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rgbClr val="9E12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6131" y="910280"/>
            <a:ext cx="2560542" cy="228010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6"/>
          <p:cNvSpPr txBox="1">
            <a:spLocks noGrp="1"/>
          </p:cNvSpPr>
          <p:nvPr>
            <p:ph type="title"/>
          </p:nvPr>
        </p:nvSpPr>
        <p:spPr>
          <a:xfrm>
            <a:off x="498348" y="3814403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66"/>
          <p:cNvSpPr txBox="1">
            <a:spLocks noGrp="1"/>
          </p:cNvSpPr>
          <p:nvPr>
            <p:ph type="body" idx="1"/>
          </p:nvPr>
        </p:nvSpPr>
        <p:spPr>
          <a:xfrm>
            <a:off x="498348" y="4479008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400"/>
              <a:buFont typeface="Trebuchet MS"/>
              <a:buNone/>
              <a:defRPr sz="24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9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rebuchet MS"/>
              <a:buNone/>
              <a:defRPr sz="280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469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 type="titleOnly">
  <p:cSld name="Video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7"/>
          <p:cNvSpPr txBox="1">
            <a:spLocks noGrp="1"/>
          </p:cNvSpPr>
          <p:nvPr>
            <p:ph type="title"/>
          </p:nvPr>
        </p:nvSpPr>
        <p:spPr>
          <a:xfrm>
            <a:off x="1553497" y="5352633"/>
            <a:ext cx="78658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36" name="Google Shape;336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13273" y="5142126"/>
            <a:ext cx="7546258" cy="1040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995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8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245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>
  <p:cSld name="DEMO Placeholder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9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9"/>
          <p:cNvSpPr txBox="1">
            <a:spLocks noGrp="1"/>
          </p:cNvSpPr>
          <p:nvPr>
            <p:ph type="title"/>
          </p:nvPr>
        </p:nvSpPr>
        <p:spPr>
          <a:xfrm>
            <a:off x="498348" y="5169475"/>
            <a:ext cx="9976104" cy="53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5285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0972800" cy="61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70"/>
          <p:cNvSpPr/>
          <p:nvPr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lt2">
              <a:alpha val="8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748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229699"/>
            <a:ext cx="10972800" cy="5942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337" y="3902417"/>
            <a:ext cx="3232858" cy="1132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481641" y="5310989"/>
            <a:ext cx="2512291" cy="3693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2000">
                <a:solidFill>
                  <a:schemeClr val="tx2"/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241721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70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750" y="2103035"/>
            <a:ext cx="9948672" cy="3718925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6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7049729" y="5781717"/>
            <a:ext cx="2762866" cy="24814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r" defTabSz="457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0" kern="0">
                <a:solidFill>
                  <a:schemeClr val="bg1"/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159674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9948672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627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33526"/>
            <a:ext cx="5922117" cy="61863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64" y="2103035"/>
            <a:ext cx="5905833" cy="3693758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1500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2pPr>
            <a:lvl3pPr marL="1089025" indent="0">
              <a:buClr>
                <a:schemeClr val="bg2"/>
              </a:buClr>
              <a:buSzPct val="100000"/>
              <a:buFontTx/>
              <a:buNone/>
              <a:defRPr sz="1800">
                <a:solidFill>
                  <a:schemeClr val="bg1"/>
                </a:solidFill>
              </a:defRPr>
            </a:lvl3pPr>
            <a:lvl4pPr marL="1774825" indent="-228600">
              <a:buClr>
                <a:schemeClr val="bg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4pPr>
            <a:lvl5pPr marL="2117725" indent="-228600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3333"/>
            <a:ext cx="5922117" cy="525463"/>
          </a:xfrm>
        </p:spPr>
        <p:txBody>
          <a:bodyPr/>
          <a:lstStyle>
            <a:lvl1pPr marL="0" indent="0" algn="l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380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06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39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654352"/>
            <a:ext cx="9976104" cy="59093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348" y="2111661"/>
            <a:ext cx="4945063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29390" y="2111661"/>
            <a:ext cx="4945062" cy="3693521"/>
          </a:xfrm>
        </p:spPr>
        <p:txBody>
          <a:bodyPr/>
          <a:lstStyle>
            <a:lvl1pPr marL="231775" indent="-231775">
              <a:buSzPct val="100000"/>
              <a:buFontTx/>
              <a:buBlip>
                <a:blip r:embed="rId2"/>
              </a:buBlip>
              <a:defRPr sz="2400" b="0">
                <a:solidFill>
                  <a:schemeClr val="bg1"/>
                </a:solidFill>
              </a:defRPr>
            </a:lvl1pPr>
            <a:lvl2pPr marL="803275" indent="-231775">
              <a:buSzPct val="100000"/>
              <a:buFontTx/>
              <a:buBlip>
                <a:blip r:embed="rId2"/>
              </a:buBlip>
              <a:defRPr sz="2000" b="0">
                <a:solidFill>
                  <a:schemeClr val="bg1"/>
                </a:solidFill>
              </a:defRPr>
            </a:lvl2pPr>
            <a:lvl3pPr marL="1255713" indent="-166688">
              <a:buSzPct val="100000"/>
              <a:buFontTx/>
              <a:buBlip>
                <a:blip r:embed="rId2"/>
              </a:buBlip>
              <a:defRPr sz="1800" b="0">
                <a:solidFill>
                  <a:schemeClr val="bg1"/>
                </a:solidFill>
              </a:defRPr>
            </a:lvl3pPr>
            <a:lvl4pPr marL="17748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4pPr>
            <a:lvl5pPr marL="2117725" indent="-228600">
              <a:buFont typeface="Wingdings" panose="05000000000000000000" pitchFamily="2" charset="2"/>
              <a:buChar char="§"/>
              <a:defRPr sz="1800" b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98348" y="1180568"/>
            <a:ext cx="9976104" cy="525463"/>
          </a:xfrm>
        </p:spPr>
        <p:txBody>
          <a:bodyPr/>
          <a:lstStyle>
            <a:lvl1pPr marL="0" indent="0" algn="ctr">
              <a:buFontTx/>
              <a:buNone/>
              <a:defRPr sz="24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571500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10890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15462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1889125" indent="0" algn="ctr">
              <a:buFontTx/>
              <a:buNone/>
              <a:defRPr sz="2800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773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497" y="5352631"/>
            <a:ext cx="7865806" cy="369332"/>
          </a:xfrm>
        </p:spPr>
        <p:txBody>
          <a:bodyPr anchor="b"/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71" y="5142126"/>
            <a:ext cx="7546258" cy="10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4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23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348" y="5169473"/>
            <a:ext cx="9976104" cy="535531"/>
          </a:xfrm>
        </p:spPr>
        <p:txBody>
          <a:bodyPr anchor="ctr"/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703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10972800" cy="6172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257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BB2B89-A188-424D-BC1A-0F1E6AAFB2FF}"/>
              </a:ext>
            </a:extLst>
          </p:cNvPr>
          <p:cNvSpPr/>
          <p:nvPr userDrawn="1"/>
        </p:nvSpPr>
        <p:spPr>
          <a:xfrm>
            <a:off x="0" y="0"/>
            <a:ext cx="10972800" cy="6172200"/>
          </a:xfrm>
          <a:prstGeom prst="rect">
            <a:avLst/>
          </a:prstGeom>
          <a:gradFill>
            <a:gsLst>
              <a:gs pos="54000">
                <a:schemeClr val="tx2"/>
              </a:gs>
              <a:gs pos="100000">
                <a:schemeClr val="tx2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30B93-2066-4756-9A64-95D6D6D93D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42483" y="0"/>
            <a:ext cx="10930317" cy="61722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FCF0D0C-244C-43F2-84C6-B0E4681A11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531" y="3033530"/>
            <a:ext cx="2020683" cy="700079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481661" y="5353031"/>
            <a:ext cx="9526126" cy="341632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800" b="0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481662" y="4405221"/>
            <a:ext cx="7939668" cy="982855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600" b="1" cap="all" baseline="0">
                <a:solidFill>
                  <a:schemeClr val="tx1"/>
                </a:solidFill>
                <a:effectLst/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58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image" Target="../media/image18.emf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48931" cy="39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14" name="Google Shape;14;p1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30818" y="5785419"/>
            <a:ext cx="580688" cy="2063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/>
          <p:nvPr/>
        </p:nvSpPr>
        <p:spPr>
          <a:xfrm>
            <a:off x="0" y="1817529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21"/>
          <p:cNvPicPr preferRelativeResize="0"/>
          <p:nvPr/>
        </p:nvPicPr>
        <p:blipFill rotWithShape="1">
          <a:blip r:embed="rId14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>
            <a:off x="1306421" y="724067"/>
            <a:ext cx="8642948" cy="94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Gill Sans"/>
              <a:buNone/>
              <a:defRPr sz="28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>
            <a:off x="1306421" y="1814159"/>
            <a:ext cx="8642948" cy="3105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146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Arial"/>
              <a:buChar char="•"/>
              <a:defRPr sz="162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003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44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Arial"/>
              <a:buChar char="•"/>
              <a:defRPr sz="126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7179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08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6798724" y="297333"/>
            <a:ext cx="3150644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1306421" y="296377"/>
            <a:ext cx="5344952" cy="27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432055" y="719076"/>
            <a:ext cx="729917" cy="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252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zh-CN" smtClean="0"/>
              <a:pPr/>
              <a:t>‹#›</a:t>
            </a:fld>
            <a:endParaRPr lang="zh-CN" altLang="en-US"/>
          </a:p>
        </p:txBody>
      </p:sp>
      <p:cxnSp>
        <p:nvCxnSpPr>
          <p:cNvPr id="81" name="Google Shape;81;p21"/>
          <p:cNvCxnSpPr/>
          <p:nvPr/>
        </p:nvCxnSpPr>
        <p:spPr>
          <a:xfrm>
            <a:off x="0" y="5515572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" name="Google Shape;82;p2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30818" y="5785419"/>
            <a:ext cx="580688" cy="2063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3"/>
          <p:cNvSpPr txBox="1">
            <a:spLocks noGrp="1"/>
          </p:cNvSpPr>
          <p:nvPr>
            <p:ph type="title"/>
          </p:nvPr>
        </p:nvSpPr>
        <p:spPr>
          <a:xfrm>
            <a:off x="499743" y="653532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63"/>
          <p:cNvSpPr txBox="1">
            <a:spLocks noGrp="1"/>
          </p:cNvSpPr>
          <p:nvPr>
            <p:ph type="body" idx="1"/>
          </p:nvPr>
        </p:nvSpPr>
        <p:spPr>
          <a:xfrm>
            <a:off x="517402" y="2002367"/>
            <a:ext cx="9948931" cy="390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7" name="Google Shape;247;p63"/>
          <p:cNvSpPr txBox="1"/>
          <p:nvPr/>
        </p:nvSpPr>
        <p:spPr>
          <a:xfrm>
            <a:off x="9762254" y="5831286"/>
            <a:ext cx="32102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850" cap="none">
                <a:solidFill>
                  <a:schemeClr val="accent4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‹#›</a:t>
            </a:fld>
            <a:r>
              <a:rPr lang="zh-CN" sz="1050" cap="none">
                <a:solidFill>
                  <a:srgbClr val="12FEB6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Century Gothic"/>
                <a:sym typeface="Century Gothic"/>
              </a:rPr>
              <a:t> </a:t>
            </a:r>
            <a:endParaRPr sz="1050" cap="none">
              <a:solidFill>
                <a:srgbClr val="12FEB6"/>
              </a:solidFill>
              <a:latin typeface="Trebuchet MS" panose="020B0603020202020204" pitchFamily="34" charset="0"/>
              <a:ea typeface="黑体" panose="02010609060101010101" pitchFamily="49" charset="-122"/>
              <a:cs typeface="Century Gothic"/>
              <a:sym typeface="Century Gothic"/>
            </a:endParaRPr>
          </a:p>
        </p:txBody>
      </p:sp>
      <p:grpSp>
        <p:nvGrpSpPr>
          <p:cNvPr id="248" name="Google Shape;248;p63"/>
          <p:cNvGrpSpPr/>
          <p:nvPr/>
        </p:nvGrpSpPr>
        <p:grpSpPr>
          <a:xfrm>
            <a:off x="10153706" y="5866413"/>
            <a:ext cx="583502" cy="107781"/>
            <a:chOff x="677492" y="-1417931"/>
            <a:chExt cx="3154606" cy="582700"/>
          </a:xfrm>
        </p:grpSpPr>
        <p:sp>
          <p:nvSpPr>
            <p:cNvPr id="249" name="Google Shape;249;p63"/>
            <p:cNvSpPr/>
            <p:nvPr/>
          </p:nvSpPr>
          <p:spPr>
            <a:xfrm>
              <a:off x="3761772" y="-980905"/>
              <a:ext cx="70326" cy="68652"/>
            </a:xfrm>
            <a:custGeom>
              <a:avLst/>
              <a:gdLst/>
              <a:ahLst/>
              <a:cxnLst/>
              <a:rect l="l" t="t" r="r" b="b"/>
              <a:pathLst>
                <a:path w="87" h="83" extrusionOk="0">
                  <a:moveTo>
                    <a:pt x="36" y="37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7" y="26"/>
                    <a:pt x="52" y="27"/>
                    <a:pt x="52" y="31"/>
                  </a:cubicBezTo>
                  <a:cubicBezTo>
                    <a:pt x="52" y="36"/>
                    <a:pt x="50" y="37"/>
                    <a:pt x="45" y="37"/>
                  </a:cubicBezTo>
                  <a:cubicBezTo>
                    <a:pt x="36" y="37"/>
                    <a:pt x="36" y="37"/>
                    <a:pt x="36" y="37"/>
                  </a:cubicBezTo>
                  <a:moveTo>
                    <a:pt x="36" y="45"/>
                  </a:moveTo>
                  <a:cubicBezTo>
                    <a:pt x="41" y="45"/>
                    <a:pt x="41" y="45"/>
                    <a:pt x="41" y="45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63" y="63"/>
                    <a:pt x="63" y="63"/>
                    <a:pt x="63" y="63"/>
                  </a:cubicBezTo>
                  <a:cubicBezTo>
                    <a:pt x="52" y="44"/>
                    <a:pt x="52" y="44"/>
                    <a:pt x="52" y="44"/>
                  </a:cubicBezTo>
                  <a:cubicBezTo>
                    <a:pt x="58" y="43"/>
                    <a:pt x="63" y="41"/>
                    <a:pt x="63" y="32"/>
                  </a:cubicBezTo>
                  <a:cubicBezTo>
                    <a:pt x="63" y="22"/>
                    <a:pt x="56" y="19"/>
                    <a:pt x="44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45"/>
                    <a:pt x="36" y="45"/>
                    <a:pt x="36" y="45"/>
                  </a:cubicBezTo>
                  <a:moveTo>
                    <a:pt x="87" y="41"/>
                  </a:moveTo>
                  <a:cubicBezTo>
                    <a:pt x="87" y="15"/>
                    <a:pt x="66" y="0"/>
                    <a:pt x="44" y="0"/>
                  </a:cubicBezTo>
                  <a:cubicBezTo>
                    <a:pt x="21" y="0"/>
                    <a:pt x="0" y="15"/>
                    <a:pt x="0" y="41"/>
                  </a:cubicBezTo>
                  <a:cubicBezTo>
                    <a:pt x="0" y="67"/>
                    <a:pt x="21" y="83"/>
                    <a:pt x="44" y="83"/>
                  </a:cubicBezTo>
                  <a:cubicBezTo>
                    <a:pt x="66" y="83"/>
                    <a:pt x="87" y="67"/>
                    <a:pt x="87" y="41"/>
                  </a:cubicBezTo>
                  <a:moveTo>
                    <a:pt x="74" y="41"/>
                  </a:moveTo>
                  <a:cubicBezTo>
                    <a:pt x="74" y="60"/>
                    <a:pt x="60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26" y="73"/>
                    <a:pt x="13" y="60"/>
                    <a:pt x="13" y="41"/>
                  </a:cubicBezTo>
                  <a:cubicBezTo>
                    <a:pt x="13" y="22"/>
                    <a:pt x="26" y="9"/>
                    <a:pt x="44" y="9"/>
                  </a:cubicBezTo>
                  <a:cubicBezTo>
                    <a:pt x="60" y="9"/>
                    <a:pt x="74" y="22"/>
                    <a:pt x="74" y="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3"/>
            <p:cNvSpPr/>
            <p:nvPr/>
          </p:nvSpPr>
          <p:spPr>
            <a:xfrm>
              <a:off x="1700563" y="-1309093"/>
              <a:ext cx="2039443" cy="385118"/>
            </a:xfrm>
            <a:custGeom>
              <a:avLst/>
              <a:gdLst/>
              <a:ahLst/>
              <a:cxnLst/>
              <a:rect l="l" t="t" r="r" b="b"/>
              <a:pathLst>
                <a:path w="2520" h="472" extrusionOk="0">
                  <a:moveTo>
                    <a:pt x="1048" y="0"/>
                  </a:moveTo>
                  <a:cubicBezTo>
                    <a:pt x="1048" y="472"/>
                    <a:pt x="1048" y="472"/>
                    <a:pt x="1048" y="472"/>
                  </a:cubicBezTo>
                  <a:cubicBezTo>
                    <a:pt x="1181" y="472"/>
                    <a:pt x="1181" y="472"/>
                    <a:pt x="1181" y="472"/>
                  </a:cubicBezTo>
                  <a:cubicBezTo>
                    <a:pt x="1181" y="0"/>
                    <a:pt x="1181" y="0"/>
                    <a:pt x="1181" y="0"/>
                  </a:cubicBezTo>
                  <a:lnTo>
                    <a:pt x="1048" y="0"/>
                  </a:lnTo>
                  <a:close/>
                  <a:moveTo>
                    <a:pt x="0" y="0"/>
                  </a:moveTo>
                  <a:cubicBezTo>
                    <a:pt x="0" y="472"/>
                    <a:pt x="0" y="472"/>
                    <a:pt x="0" y="472"/>
                  </a:cubicBezTo>
                  <a:cubicBezTo>
                    <a:pt x="134" y="472"/>
                    <a:pt x="134" y="472"/>
                    <a:pt x="134" y="472"/>
                  </a:cubicBezTo>
                  <a:cubicBezTo>
                    <a:pt x="134" y="105"/>
                    <a:pt x="134" y="105"/>
                    <a:pt x="134" y="105"/>
                  </a:cubicBezTo>
                  <a:cubicBezTo>
                    <a:pt x="239" y="106"/>
                    <a:pt x="239" y="106"/>
                    <a:pt x="239" y="106"/>
                  </a:cubicBezTo>
                  <a:cubicBezTo>
                    <a:pt x="273" y="106"/>
                    <a:pt x="297" y="114"/>
                    <a:pt x="314" y="132"/>
                  </a:cubicBezTo>
                  <a:cubicBezTo>
                    <a:pt x="335" y="154"/>
                    <a:pt x="344" y="191"/>
                    <a:pt x="344" y="257"/>
                  </a:cubicBezTo>
                  <a:cubicBezTo>
                    <a:pt x="344" y="472"/>
                    <a:pt x="344" y="472"/>
                    <a:pt x="344" y="472"/>
                  </a:cubicBezTo>
                  <a:cubicBezTo>
                    <a:pt x="474" y="472"/>
                    <a:pt x="474" y="472"/>
                    <a:pt x="474" y="472"/>
                  </a:cubicBezTo>
                  <a:cubicBezTo>
                    <a:pt x="474" y="211"/>
                    <a:pt x="474" y="211"/>
                    <a:pt x="474" y="211"/>
                  </a:cubicBezTo>
                  <a:cubicBezTo>
                    <a:pt x="474" y="25"/>
                    <a:pt x="355" y="0"/>
                    <a:pt x="239" y="0"/>
                  </a:cubicBezTo>
                  <a:lnTo>
                    <a:pt x="0" y="0"/>
                  </a:lnTo>
                  <a:close/>
                  <a:moveTo>
                    <a:pt x="1262" y="0"/>
                  </a:moveTo>
                  <a:cubicBezTo>
                    <a:pt x="1262" y="472"/>
                    <a:pt x="1262" y="472"/>
                    <a:pt x="1262" y="472"/>
                  </a:cubicBezTo>
                  <a:cubicBezTo>
                    <a:pt x="1479" y="472"/>
                    <a:pt x="1479" y="472"/>
                    <a:pt x="1479" y="472"/>
                  </a:cubicBezTo>
                  <a:cubicBezTo>
                    <a:pt x="1594" y="472"/>
                    <a:pt x="1631" y="453"/>
                    <a:pt x="1672" y="410"/>
                  </a:cubicBezTo>
                  <a:cubicBezTo>
                    <a:pt x="1701" y="380"/>
                    <a:pt x="1719" y="314"/>
                    <a:pt x="1719" y="242"/>
                  </a:cubicBezTo>
                  <a:cubicBezTo>
                    <a:pt x="1719" y="175"/>
                    <a:pt x="1704" y="116"/>
                    <a:pt x="1676" y="79"/>
                  </a:cubicBezTo>
                  <a:cubicBezTo>
                    <a:pt x="1627" y="13"/>
                    <a:pt x="1556" y="0"/>
                    <a:pt x="1449" y="0"/>
                  </a:cubicBezTo>
                  <a:lnTo>
                    <a:pt x="1262" y="0"/>
                  </a:lnTo>
                  <a:close/>
                  <a:moveTo>
                    <a:pt x="1395" y="103"/>
                  </a:moveTo>
                  <a:cubicBezTo>
                    <a:pt x="1452" y="103"/>
                    <a:pt x="1452" y="103"/>
                    <a:pt x="1452" y="103"/>
                  </a:cubicBezTo>
                  <a:cubicBezTo>
                    <a:pt x="1535" y="103"/>
                    <a:pt x="1589" y="140"/>
                    <a:pt x="1589" y="237"/>
                  </a:cubicBezTo>
                  <a:cubicBezTo>
                    <a:pt x="1589" y="334"/>
                    <a:pt x="1535" y="372"/>
                    <a:pt x="1452" y="372"/>
                  </a:cubicBezTo>
                  <a:cubicBezTo>
                    <a:pt x="1395" y="372"/>
                    <a:pt x="1395" y="372"/>
                    <a:pt x="1395" y="372"/>
                  </a:cubicBezTo>
                  <a:lnTo>
                    <a:pt x="1395" y="103"/>
                  </a:lnTo>
                  <a:close/>
                  <a:moveTo>
                    <a:pt x="856" y="0"/>
                  </a:moveTo>
                  <a:cubicBezTo>
                    <a:pt x="745" y="374"/>
                    <a:pt x="745" y="374"/>
                    <a:pt x="745" y="374"/>
                  </a:cubicBezTo>
                  <a:cubicBezTo>
                    <a:pt x="638" y="0"/>
                    <a:pt x="638" y="0"/>
                    <a:pt x="638" y="0"/>
                  </a:cubicBezTo>
                  <a:cubicBezTo>
                    <a:pt x="494" y="0"/>
                    <a:pt x="494" y="0"/>
                    <a:pt x="494" y="0"/>
                  </a:cubicBezTo>
                  <a:cubicBezTo>
                    <a:pt x="646" y="472"/>
                    <a:pt x="646" y="472"/>
                    <a:pt x="646" y="472"/>
                  </a:cubicBezTo>
                  <a:cubicBezTo>
                    <a:pt x="838" y="472"/>
                    <a:pt x="838" y="472"/>
                    <a:pt x="838" y="472"/>
                  </a:cubicBezTo>
                  <a:cubicBezTo>
                    <a:pt x="992" y="0"/>
                    <a:pt x="992" y="0"/>
                    <a:pt x="992" y="0"/>
                  </a:cubicBezTo>
                  <a:lnTo>
                    <a:pt x="856" y="0"/>
                  </a:lnTo>
                  <a:close/>
                  <a:moveTo>
                    <a:pt x="1781" y="472"/>
                  </a:moveTo>
                  <a:cubicBezTo>
                    <a:pt x="1915" y="472"/>
                    <a:pt x="1915" y="472"/>
                    <a:pt x="1915" y="472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781" y="0"/>
                    <a:pt x="1781" y="0"/>
                    <a:pt x="1781" y="0"/>
                  </a:cubicBezTo>
                  <a:lnTo>
                    <a:pt x="1781" y="472"/>
                  </a:lnTo>
                  <a:close/>
                  <a:moveTo>
                    <a:pt x="2155" y="1"/>
                  </a:moveTo>
                  <a:cubicBezTo>
                    <a:pt x="1969" y="472"/>
                    <a:pt x="1969" y="472"/>
                    <a:pt x="1969" y="472"/>
                  </a:cubicBezTo>
                  <a:cubicBezTo>
                    <a:pt x="2100" y="472"/>
                    <a:pt x="2100" y="472"/>
                    <a:pt x="2100" y="472"/>
                  </a:cubicBezTo>
                  <a:cubicBezTo>
                    <a:pt x="2130" y="389"/>
                    <a:pt x="2130" y="389"/>
                    <a:pt x="2130" y="389"/>
                  </a:cubicBezTo>
                  <a:cubicBezTo>
                    <a:pt x="2350" y="389"/>
                    <a:pt x="2350" y="389"/>
                    <a:pt x="2350" y="389"/>
                  </a:cubicBezTo>
                  <a:cubicBezTo>
                    <a:pt x="2378" y="472"/>
                    <a:pt x="2378" y="472"/>
                    <a:pt x="2378" y="472"/>
                  </a:cubicBezTo>
                  <a:cubicBezTo>
                    <a:pt x="2520" y="472"/>
                    <a:pt x="2520" y="472"/>
                    <a:pt x="2520" y="472"/>
                  </a:cubicBezTo>
                  <a:cubicBezTo>
                    <a:pt x="2333" y="1"/>
                    <a:pt x="2333" y="1"/>
                    <a:pt x="2333" y="1"/>
                  </a:cubicBezTo>
                  <a:lnTo>
                    <a:pt x="2155" y="1"/>
                  </a:lnTo>
                  <a:close/>
                  <a:moveTo>
                    <a:pt x="2241" y="87"/>
                  </a:moveTo>
                  <a:cubicBezTo>
                    <a:pt x="2322" y="307"/>
                    <a:pt x="2322" y="307"/>
                    <a:pt x="2322" y="307"/>
                  </a:cubicBezTo>
                  <a:cubicBezTo>
                    <a:pt x="2158" y="307"/>
                    <a:pt x="2158" y="307"/>
                    <a:pt x="2158" y="307"/>
                  </a:cubicBezTo>
                  <a:lnTo>
                    <a:pt x="2241" y="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3"/>
            <p:cNvSpPr/>
            <p:nvPr/>
          </p:nvSpPr>
          <p:spPr>
            <a:xfrm>
              <a:off x="677492" y="-1417931"/>
              <a:ext cx="877396" cy="582700"/>
            </a:xfrm>
            <a:custGeom>
              <a:avLst/>
              <a:gdLst/>
              <a:ahLst/>
              <a:cxnLst/>
              <a:rect l="l" t="t" r="r" b="b"/>
              <a:pathLst>
                <a:path w="1086" h="718" extrusionOk="0">
                  <a:moveTo>
                    <a:pt x="405" y="214"/>
                  </a:moveTo>
                  <a:cubicBezTo>
                    <a:pt x="405" y="149"/>
                    <a:pt x="405" y="149"/>
                    <a:pt x="405" y="149"/>
                  </a:cubicBezTo>
                  <a:cubicBezTo>
                    <a:pt x="412" y="149"/>
                    <a:pt x="418" y="148"/>
                    <a:pt x="424" y="148"/>
                  </a:cubicBezTo>
                  <a:cubicBezTo>
                    <a:pt x="602" y="143"/>
                    <a:pt x="719" y="301"/>
                    <a:pt x="719" y="301"/>
                  </a:cubicBezTo>
                  <a:cubicBezTo>
                    <a:pt x="719" y="301"/>
                    <a:pt x="593" y="476"/>
                    <a:pt x="458" y="476"/>
                  </a:cubicBezTo>
                  <a:cubicBezTo>
                    <a:pt x="438" y="476"/>
                    <a:pt x="421" y="472"/>
                    <a:pt x="405" y="467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74" y="279"/>
                    <a:pt x="488" y="309"/>
                    <a:pt x="530" y="378"/>
                  </a:cubicBezTo>
                  <a:cubicBezTo>
                    <a:pt x="622" y="300"/>
                    <a:pt x="622" y="300"/>
                    <a:pt x="622" y="300"/>
                  </a:cubicBezTo>
                  <a:cubicBezTo>
                    <a:pt x="622" y="300"/>
                    <a:pt x="555" y="212"/>
                    <a:pt x="441" y="212"/>
                  </a:cubicBezTo>
                  <a:cubicBezTo>
                    <a:pt x="429" y="212"/>
                    <a:pt x="417" y="213"/>
                    <a:pt x="405" y="214"/>
                  </a:cubicBezTo>
                  <a:moveTo>
                    <a:pt x="405" y="0"/>
                  </a:moveTo>
                  <a:cubicBezTo>
                    <a:pt x="405" y="97"/>
                    <a:pt x="405" y="97"/>
                    <a:pt x="405" y="97"/>
                  </a:cubicBezTo>
                  <a:cubicBezTo>
                    <a:pt x="412" y="96"/>
                    <a:pt x="418" y="96"/>
                    <a:pt x="424" y="95"/>
                  </a:cubicBezTo>
                  <a:cubicBezTo>
                    <a:pt x="671" y="87"/>
                    <a:pt x="832" y="298"/>
                    <a:pt x="832" y="298"/>
                  </a:cubicBezTo>
                  <a:cubicBezTo>
                    <a:pt x="832" y="298"/>
                    <a:pt x="647" y="523"/>
                    <a:pt x="455" y="523"/>
                  </a:cubicBezTo>
                  <a:cubicBezTo>
                    <a:pt x="437" y="523"/>
                    <a:pt x="421" y="521"/>
                    <a:pt x="405" y="518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419" y="580"/>
                    <a:pt x="432" y="581"/>
                    <a:pt x="447" y="581"/>
                  </a:cubicBezTo>
                  <a:cubicBezTo>
                    <a:pt x="626" y="581"/>
                    <a:pt x="755" y="489"/>
                    <a:pt x="881" y="381"/>
                  </a:cubicBezTo>
                  <a:cubicBezTo>
                    <a:pt x="902" y="398"/>
                    <a:pt x="987" y="438"/>
                    <a:pt x="1004" y="456"/>
                  </a:cubicBezTo>
                  <a:cubicBezTo>
                    <a:pt x="885" y="556"/>
                    <a:pt x="607" y="636"/>
                    <a:pt x="449" y="636"/>
                  </a:cubicBezTo>
                  <a:cubicBezTo>
                    <a:pt x="434" y="636"/>
                    <a:pt x="420" y="636"/>
                    <a:pt x="405" y="634"/>
                  </a:cubicBezTo>
                  <a:cubicBezTo>
                    <a:pt x="405" y="718"/>
                    <a:pt x="405" y="718"/>
                    <a:pt x="405" y="718"/>
                  </a:cubicBezTo>
                  <a:cubicBezTo>
                    <a:pt x="1086" y="718"/>
                    <a:pt x="1086" y="718"/>
                    <a:pt x="1086" y="718"/>
                  </a:cubicBezTo>
                  <a:cubicBezTo>
                    <a:pt x="1086" y="0"/>
                    <a:pt x="1086" y="0"/>
                    <a:pt x="1086" y="0"/>
                  </a:cubicBezTo>
                  <a:lnTo>
                    <a:pt x="405" y="0"/>
                  </a:lnTo>
                  <a:close/>
                  <a:moveTo>
                    <a:pt x="405" y="467"/>
                  </a:moveTo>
                  <a:cubicBezTo>
                    <a:pt x="405" y="518"/>
                    <a:pt x="405" y="518"/>
                    <a:pt x="405" y="518"/>
                  </a:cubicBezTo>
                  <a:cubicBezTo>
                    <a:pt x="240" y="489"/>
                    <a:pt x="194" y="317"/>
                    <a:pt x="194" y="317"/>
                  </a:cubicBezTo>
                  <a:cubicBezTo>
                    <a:pt x="194" y="317"/>
                    <a:pt x="273" y="228"/>
                    <a:pt x="405" y="214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405" y="270"/>
                    <a:pt x="405" y="270"/>
                    <a:pt x="405" y="270"/>
                  </a:cubicBezTo>
                  <a:cubicBezTo>
                    <a:pt x="336" y="262"/>
                    <a:pt x="281" y="327"/>
                    <a:pt x="281" y="327"/>
                  </a:cubicBezTo>
                  <a:cubicBezTo>
                    <a:pt x="281" y="327"/>
                    <a:pt x="312" y="436"/>
                    <a:pt x="405" y="467"/>
                  </a:cubicBezTo>
                  <a:moveTo>
                    <a:pt x="111" y="309"/>
                  </a:moveTo>
                  <a:cubicBezTo>
                    <a:pt x="111" y="309"/>
                    <a:pt x="209" y="164"/>
                    <a:pt x="405" y="149"/>
                  </a:cubicBezTo>
                  <a:cubicBezTo>
                    <a:pt x="405" y="97"/>
                    <a:pt x="405" y="97"/>
                    <a:pt x="405" y="97"/>
                  </a:cubicBezTo>
                  <a:cubicBezTo>
                    <a:pt x="188" y="114"/>
                    <a:pt x="0" y="298"/>
                    <a:pt x="0" y="298"/>
                  </a:cubicBezTo>
                  <a:cubicBezTo>
                    <a:pt x="0" y="298"/>
                    <a:pt x="106" y="606"/>
                    <a:pt x="405" y="634"/>
                  </a:cubicBezTo>
                  <a:cubicBezTo>
                    <a:pt x="405" y="578"/>
                    <a:pt x="405" y="578"/>
                    <a:pt x="405" y="578"/>
                  </a:cubicBezTo>
                  <a:cubicBezTo>
                    <a:pt x="186" y="551"/>
                    <a:pt x="111" y="309"/>
                    <a:pt x="111" y="30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4"/>
          <p:cNvSpPr txBox="1">
            <a:spLocks noGrp="1"/>
          </p:cNvSpPr>
          <p:nvPr>
            <p:ph type="title"/>
          </p:nvPr>
        </p:nvSpPr>
        <p:spPr>
          <a:xfrm>
            <a:off x="499745" y="729734"/>
            <a:ext cx="9973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4" name="Google Shape;274;p54"/>
          <p:cNvSpPr txBox="1">
            <a:spLocks noGrp="1"/>
          </p:cNvSpPr>
          <p:nvPr>
            <p:ph type="body" idx="1"/>
          </p:nvPr>
        </p:nvSpPr>
        <p:spPr>
          <a:xfrm>
            <a:off x="517404" y="2002368"/>
            <a:ext cx="9948931" cy="3734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None/>
              <a:defRPr sz="18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None/>
              <a:defRPr sz="16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14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556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–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75" name="Google Shape;275;p54"/>
          <p:cNvSpPr txBox="1"/>
          <p:nvPr/>
        </p:nvSpPr>
        <p:spPr>
          <a:xfrm>
            <a:off x="9749167" y="5857881"/>
            <a:ext cx="321027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cap="none">
                <a:solidFill>
                  <a:schemeClr val="accent5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‹#›</a:t>
            </a:fld>
            <a:r>
              <a:rPr lang="en-US" sz="900" cap="none">
                <a:solidFill>
                  <a:schemeClr val="accent5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Century Gothic"/>
                <a:sym typeface="Century Gothic"/>
              </a:rPr>
              <a:t> </a:t>
            </a:r>
            <a:endParaRPr sz="900" cap="none">
              <a:solidFill>
                <a:schemeClr val="accent5"/>
              </a:solidFill>
              <a:latin typeface="Trebuchet MS" panose="020B0603020202020204" pitchFamily="34" charset="0"/>
              <a:ea typeface="黑体" panose="02010609060101010101" pitchFamily="49" charset="-122"/>
              <a:cs typeface="Century Gothic"/>
              <a:sym typeface="Century Gothic"/>
            </a:endParaRPr>
          </a:p>
        </p:txBody>
      </p:sp>
      <p:pic>
        <p:nvPicPr>
          <p:cNvPr id="276" name="Google Shape;276;p54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181677" y="5803490"/>
            <a:ext cx="529828" cy="188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9454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9743" y="653532"/>
            <a:ext cx="9973315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zh-CN" altLang="en-US"/>
              <a:t>单击以编辑主标题样式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02" y="2002367"/>
            <a:ext cx="9948931" cy="3908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单击以编辑主文本样式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30818" y="5785419"/>
            <a:ext cx="580688" cy="2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5924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3600" b="1" cap="all" baseline="0">
          <a:solidFill>
            <a:schemeClr val="bg1"/>
          </a:solidFill>
          <a:latin typeface="Trebuchet MS" panose="020B0603020202020204" pitchFamily="34" charset="0"/>
          <a:ea typeface="黑体" panose="02010609060101010101" pitchFamily="49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2000" b="0">
          <a:solidFill>
            <a:schemeClr val="bg1"/>
          </a:solidFill>
          <a:latin typeface="Trebuchet MS" pitchFamily="34" charset="0"/>
          <a:ea typeface="黑体" panose="02010609060101010101" pitchFamily="49" charset="-122"/>
          <a:cs typeface="+mn-cs"/>
        </a:defRPr>
      </a:lvl1pPr>
      <a:lvl2pPr marL="571500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800" b="0">
          <a:solidFill>
            <a:schemeClr val="bg1"/>
          </a:solidFill>
          <a:latin typeface="Trebuchet MS" pitchFamily="34" charset="0"/>
          <a:ea typeface="黑体" panose="02010609060101010101" pitchFamily="49" charset="-122"/>
        </a:defRPr>
      </a:lvl2pPr>
      <a:lvl3pPr marL="1089025" indent="0" algn="l" rtl="0" fontAlgn="base">
        <a:lnSpc>
          <a:spcPct val="90000"/>
        </a:lnSpc>
        <a:spcBef>
          <a:spcPts val="900"/>
        </a:spcBef>
        <a:spcAft>
          <a:spcPts val="900"/>
        </a:spcAft>
        <a:buClr>
          <a:schemeClr val="bg2"/>
        </a:buClr>
        <a:buSzPct val="100000"/>
        <a:buFontTx/>
        <a:buNone/>
        <a:defRPr sz="1600" b="0">
          <a:solidFill>
            <a:schemeClr val="bg1"/>
          </a:solidFill>
          <a:latin typeface="Trebuchet MS" pitchFamily="34" charset="0"/>
          <a:ea typeface="黑体" panose="02010609060101010101" pitchFamily="49" charset="-122"/>
        </a:defRPr>
      </a:lvl3pPr>
      <a:lvl4pPr marL="1774825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749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30321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893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946525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"/>
          <p:cNvSpPr txBox="1">
            <a:spLocks noGrp="1"/>
          </p:cNvSpPr>
          <p:nvPr>
            <p:ph type="title"/>
          </p:nvPr>
        </p:nvSpPr>
        <p:spPr>
          <a:xfrm>
            <a:off x="481661" y="4060727"/>
            <a:ext cx="7939668" cy="98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深度学习基础知识</a:t>
            </a:r>
            <a:endParaRPr sz="3200"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08" name="Google Shape;308;p1"/>
          <p:cNvSpPr txBox="1">
            <a:spLocks noGrp="1"/>
          </p:cNvSpPr>
          <p:nvPr>
            <p:ph type="subTitle" idx="1"/>
          </p:nvPr>
        </p:nvSpPr>
        <p:spPr>
          <a:xfrm>
            <a:off x="481661" y="5353031"/>
            <a:ext cx="9526126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rebuchet MS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第 5 部分：预训练的模型</a:t>
            </a:r>
            <a:endParaRPr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2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2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2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8" name="Google Shape;318;p2"/>
          <p:cNvSpPr/>
          <p:nvPr/>
        </p:nvSpPr>
        <p:spPr>
          <a:xfrm>
            <a:off x="1" y="0"/>
            <a:ext cx="10972526" cy="61722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19" name="Google Shape;319;p2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20" name="Google Shape;320;p2"/>
          <p:cNvSpPr txBox="1">
            <a:spLocks noGrp="1"/>
          </p:cNvSpPr>
          <p:nvPr>
            <p:ph type="title"/>
          </p:nvPr>
        </p:nvSpPr>
        <p:spPr>
          <a:xfrm>
            <a:off x="1306421" y="2072742"/>
            <a:ext cx="2944883" cy="2406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YaHei"/>
              <a:buNone/>
            </a:pPr>
            <a:r>
              <a:rPr lang="zh-CN" sz="3200">
                <a:solidFill>
                  <a:schemeClr val="dk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Microsoft YaHei"/>
                <a:sym typeface="Microsoft YaHei"/>
              </a:rPr>
              <a:t>课程议题</a:t>
            </a:r>
            <a:endParaRPr sz="3200">
              <a:solidFill>
                <a:schemeClr val="dk1"/>
              </a:solidFill>
              <a:latin typeface="Trebuchet MS" panose="020B0603020202020204" pitchFamily="34" charset="0"/>
              <a:ea typeface="黑体" panose="02010609060101010101" pitchFamily="49" charset="-122"/>
              <a:cs typeface="Microsoft YaHei"/>
              <a:sym typeface="Microsoft YaHei"/>
            </a:endParaRPr>
          </a:p>
        </p:txBody>
      </p:sp>
      <p:cxnSp>
        <p:nvCxnSpPr>
          <p:cNvPr id="321" name="Google Shape;321;p2"/>
          <p:cNvCxnSpPr/>
          <p:nvPr/>
        </p:nvCxnSpPr>
        <p:spPr>
          <a:xfrm>
            <a:off x="1306421" y="1931887"/>
            <a:ext cx="2944884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2" name="Google Shape;322;p2"/>
          <p:cNvSpPr txBox="1"/>
          <p:nvPr/>
        </p:nvSpPr>
        <p:spPr>
          <a:xfrm>
            <a:off x="1306422" y="2810246"/>
            <a:ext cx="3177141" cy="9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endParaRPr sz="3200" b="0" i="0" u="none" strike="noStrike" cap="non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323" name="Google Shape;323;p2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p2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25" name="Google Shape;325;p2"/>
          <p:cNvGrpSpPr/>
          <p:nvPr/>
        </p:nvGrpSpPr>
        <p:grpSpPr>
          <a:xfrm>
            <a:off x="4627721" y="808936"/>
            <a:ext cx="5322094" cy="4001400"/>
            <a:chOff x="0" y="85989"/>
            <a:chExt cx="5322094" cy="4001400"/>
          </a:xfrm>
        </p:grpSpPr>
        <p:sp>
          <p:nvSpPr>
            <p:cNvPr id="326" name="Google Shape;326;p2"/>
            <p:cNvSpPr/>
            <p:nvPr/>
          </p:nvSpPr>
          <p:spPr>
            <a:xfrm>
              <a:off x="0" y="3073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66104" y="859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 txBox="1"/>
            <p:nvPr/>
          </p:nvSpPr>
          <p:spPr>
            <a:xfrm>
              <a:off x="287720" y="107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1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部分：深度学习简介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0" y="9877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66104" y="7663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 txBox="1"/>
            <p:nvPr/>
          </p:nvSpPr>
          <p:spPr>
            <a:xfrm>
              <a:off x="287720" y="7880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2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部分：神经网络是如何训练的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0" y="16681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66104" y="14467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 txBox="1"/>
            <p:nvPr/>
          </p:nvSpPr>
          <p:spPr>
            <a:xfrm>
              <a:off x="287720" y="14684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3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部分：卷积神经网络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0" y="23485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66104" y="21271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 txBox="1"/>
            <p:nvPr/>
          </p:nvSpPr>
          <p:spPr>
            <a:xfrm>
              <a:off x="287720" y="21488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4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部分：数据增强与模型部署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0" y="30289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66104" y="28075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 txBox="1"/>
            <p:nvPr/>
          </p:nvSpPr>
          <p:spPr>
            <a:xfrm>
              <a:off x="287720" y="28292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5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部分：预训练的模型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0" y="3709389"/>
              <a:ext cx="5322094" cy="37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71B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6104" y="3487989"/>
              <a:ext cx="3725465" cy="4428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 txBox="1"/>
            <p:nvPr/>
          </p:nvSpPr>
          <p:spPr>
            <a:xfrm>
              <a:off x="287720" y="3509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0800" tIns="0" rIns="1408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Trebuchet MS"/>
                <a:buNone/>
              </a:pP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第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6</a:t>
              </a:r>
              <a:r>
                <a:rPr lang="en-US" alt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</a:t>
              </a:r>
              <a:r>
                <a:rPr lang="zh-CN" sz="1500" dirty="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部分：更高级的模型结构</a:t>
              </a:r>
              <a:endParaRPr sz="1500" dirty="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3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1" name="Google Shape;351;p3"/>
          <p:cNvCxnSpPr/>
          <p:nvPr/>
        </p:nvCxnSpPr>
        <p:spPr>
          <a:xfrm>
            <a:off x="0" y="5515571"/>
            <a:ext cx="109728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3"/>
          <p:cNvCxnSpPr/>
          <p:nvPr/>
        </p:nvCxnSpPr>
        <p:spPr>
          <a:xfrm>
            <a:off x="1308506" y="1662379"/>
            <a:ext cx="864677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3" name="Google Shape;353;p3"/>
          <p:cNvSpPr/>
          <p:nvPr/>
        </p:nvSpPr>
        <p:spPr>
          <a:xfrm>
            <a:off x="1" y="0"/>
            <a:ext cx="10972526" cy="6172200"/>
          </a:xfrm>
          <a:prstGeom prst="rect">
            <a:avLst/>
          </a:prstGeom>
          <a:gradFill>
            <a:gsLst>
              <a:gs pos="0">
                <a:srgbClr val="EBE9E6"/>
              </a:gs>
              <a:gs pos="100000">
                <a:srgbClr val="C9C5C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4" name="Google Shape;354;p3"/>
          <p:cNvSpPr/>
          <p:nvPr/>
        </p:nvSpPr>
        <p:spPr>
          <a:xfrm>
            <a:off x="0" y="1817528"/>
            <a:ext cx="10972800" cy="3695347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578997" y="574657"/>
            <a:ext cx="9814806" cy="4359095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  <a:lin ang="5400000" scaled="0"/>
          </a:gradFill>
          <a:ln>
            <a:noFill/>
          </a:ln>
          <a:effectLst>
            <a:outerShdw blurRad="127000" dist="228600" dir="4740000" sx="98000" sy="98000" algn="tl" rotWithShape="0">
              <a:srgbClr val="000000">
                <a:alpha val="3372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783183" y="779100"/>
            <a:ext cx="9406433" cy="3950208"/>
          </a:xfrm>
          <a:prstGeom prst="rect">
            <a:avLst/>
          </a:prstGeom>
          <a:solidFill>
            <a:schemeClr val="dk2"/>
          </a:solidFill>
          <a:ln w="50800" cap="flat" cmpd="sng">
            <a:solidFill>
              <a:srgbClr val="19191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931316" y="927233"/>
            <a:ext cx="9110167" cy="3653942"/>
          </a:xfrm>
          <a:prstGeom prst="rect">
            <a:avLst/>
          </a:prstGeom>
          <a:noFill/>
          <a:ln w="15875" cap="flat" cmpd="sng">
            <a:solidFill>
              <a:srgbClr val="DFD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8" name="Google Shape;358;p3"/>
          <p:cNvSpPr txBox="1">
            <a:spLocks noGrp="1"/>
          </p:cNvSpPr>
          <p:nvPr>
            <p:ph type="title"/>
          </p:nvPr>
        </p:nvSpPr>
        <p:spPr>
          <a:xfrm>
            <a:off x="1306421" y="1238447"/>
            <a:ext cx="8465302" cy="902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zh-CN" sz="3200" b="0" i="0" cap="none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课程议题 – 第 5 部分</a:t>
            </a:r>
            <a:endParaRPr sz="3200" b="0" i="0" cap="none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359" name="Google Shape;359;p3"/>
          <p:cNvSpPr txBox="1">
            <a:spLocks noGrp="1"/>
          </p:cNvSpPr>
          <p:nvPr>
            <p:ph type="body" idx="1"/>
          </p:nvPr>
        </p:nvSpPr>
        <p:spPr>
          <a:xfrm>
            <a:off x="1306421" y="2218491"/>
            <a:ext cx="8465302" cy="2163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复习</a:t>
            </a: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预训练的模型</a:t>
            </a: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2286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lang="zh-CN" sz="1800">
                <a:solidFill>
                  <a:srgbClr val="FFFFFF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1143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1143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114300" algn="l" rtl="0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60" name="Google Shape;360;p3"/>
          <p:cNvPicPr preferRelativeResize="0"/>
          <p:nvPr/>
        </p:nvPicPr>
        <p:blipFill rotWithShape="1">
          <a:blip r:embed="rId3">
            <a:alphaModFix/>
          </a:blip>
          <a:srcRect t="1538" b="-1538"/>
          <a:stretch/>
        </p:blipFill>
        <p:spPr>
          <a:xfrm>
            <a:off x="0" y="5513832"/>
            <a:ext cx="10972800" cy="66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复习迄今所学的概念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复习迄今所学的概念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73" name="Google Shape;373;p5"/>
          <p:cNvSpPr txBox="1">
            <a:spLocks noGrp="1"/>
          </p:cNvSpPr>
          <p:nvPr>
            <p:ph type="body" idx="1"/>
          </p:nvPr>
        </p:nvSpPr>
        <p:spPr>
          <a:xfrm>
            <a:off x="6302959" y="1792049"/>
            <a:ext cx="3914466" cy="371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学习率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层数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每层神经元数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Microsoft Yahei"/>
                <a:sym typeface="Microsoft Yahei"/>
              </a:rPr>
              <a:t>激励</a:t>
            </a: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函数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Dropout</a:t>
            </a:r>
            <a:endParaRPr sz="2600"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•"/>
            </a:pPr>
            <a:r>
              <a:rPr lang="zh-CN" sz="2600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数据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374" name="Google Shape;374;p5" descr="A desk with technical drawings, pencil and tool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730" y="1792049"/>
            <a:ext cx="5113157" cy="3407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预训练模型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预训练模型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387" name="Google Shape;38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6743" y="3817099"/>
            <a:ext cx="4472609" cy="1172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986" y="1835670"/>
            <a:ext cx="3772196" cy="116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7"/>
          <p:cNvSpPr txBox="1"/>
          <p:nvPr/>
        </p:nvSpPr>
        <p:spPr>
          <a:xfrm flipH="1">
            <a:off x="6506153" y="3526345"/>
            <a:ext cx="391152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cap="none">
                <a:solidFill>
                  <a:srgbClr val="EE4C2C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Arial"/>
                <a:sym typeface="Arial"/>
              </a:rPr>
              <a:t>PYTORCH</a:t>
            </a:r>
            <a:br>
              <a:rPr lang="zh-CN" sz="6000" b="0" i="0" cap="none">
                <a:solidFill>
                  <a:srgbClr val="212529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Arial"/>
                <a:sym typeface="Arial"/>
              </a:rPr>
            </a:br>
            <a:r>
              <a:rPr lang="zh-CN" sz="6000" b="0" i="0" cap="none">
                <a:solidFill>
                  <a:srgbClr val="212529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Arial"/>
                <a:sym typeface="Arial"/>
              </a:rPr>
              <a:t>HUB</a:t>
            </a:r>
            <a:endParaRPr sz="6000">
              <a:solidFill>
                <a:schemeClr val="dk2"/>
              </a:solidFill>
              <a:latin typeface="Trebuchet MS" panose="020B0603020202020204" pitchFamily="34" charset="0"/>
              <a:ea typeface="黑体" panose="02010609060101010101" pitchFamily="49" charset="-122"/>
              <a:cs typeface="Arial"/>
              <a:sym typeface="Arial"/>
            </a:endParaRPr>
          </a:p>
        </p:txBody>
      </p:sp>
      <p:pic>
        <p:nvPicPr>
          <p:cNvPr id="390" name="Google Shape;390;p7" descr="TensorFlow 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110" y="1026427"/>
            <a:ext cx="5363876" cy="301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预训练模型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397" name="Google Shape;397;p8"/>
          <p:cNvPicPr preferRelativeResize="0"/>
          <p:nvPr/>
        </p:nvPicPr>
        <p:blipFill rotWithShape="1">
          <a:blip r:embed="rId3">
            <a:alphaModFix/>
          </a:blip>
          <a:srcRect l="27252" t="29469" r="35186" b="48308"/>
          <a:stretch/>
        </p:blipFill>
        <p:spPr>
          <a:xfrm>
            <a:off x="2554357" y="1801818"/>
            <a:ext cx="6033052" cy="2007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8"/>
          <p:cNvGrpSpPr/>
          <p:nvPr/>
        </p:nvGrpSpPr>
        <p:grpSpPr>
          <a:xfrm>
            <a:off x="3149061" y="3914609"/>
            <a:ext cx="4674678" cy="1089529"/>
            <a:chOff x="3149061" y="3667871"/>
            <a:chExt cx="4674678" cy="1089529"/>
          </a:xfrm>
        </p:grpSpPr>
        <p:sp>
          <p:nvSpPr>
            <p:cNvPr id="399" name="Google Shape;399;p8"/>
            <p:cNvSpPr txBox="1"/>
            <p:nvPr/>
          </p:nvSpPr>
          <p:spPr>
            <a:xfrm>
              <a:off x="3149061" y="3667871"/>
              <a:ext cx="4674678" cy="1089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2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IM</a:t>
              </a:r>
              <a:r>
                <a:rPr lang="zh-CN" sz="60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   </a:t>
              </a:r>
              <a:r>
                <a:rPr lang="zh-CN" sz="7200">
                  <a:solidFill>
                    <a:schemeClr val="dk2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GE</a:t>
              </a:r>
              <a:r>
                <a:rPr lang="zh-CN" sz="7200">
                  <a:solidFill>
                    <a:srgbClr val="868686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NET</a:t>
              </a:r>
              <a:endParaRPr sz="7200">
                <a:solidFill>
                  <a:srgbClr val="868686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grpSp>
          <p:nvGrpSpPr>
            <p:cNvPr id="400" name="Google Shape;400;p8"/>
            <p:cNvGrpSpPr/>
            <p:nvPr/>
          </p:nvGrpSpPr>
          <p:grpSpPr>
            <a:xfrm>
              <a:off x="4288124" y="3821200"/>
              <a:ext cx="647370" cy="670955"/>
              <a:chOff x="572468" y="3269673"/>
              <a:chExt cx="752756" cy="780180"/>
            </a:xfrm>
          </p:grpSpPr>
          <p:cxnSp>
            <p:nvCxnSpPr>
              <p:cNvPr id="401" name="Google Shape;401;p8"/>
              <p:cNvCxnSpPr/>
              <p:nvPr/>
            </p:nvCxnSpPr>
            <p:spPr>
              <a:xfrm flipH="1">
                <a:off x="718457" y="3410857"/>
                <a:ext cx="232229" cy="442686"/>
              </a:xfrm>
              <a:prstGeom prst="straightConnector1">
                <a:avLst/>
              </a:prstGeom>
              <a:noFill/>
              <a:ln w="57150" cap="flat" cmpd="sng">
                <a:solidFill>
                  <a:srgbClr val="86868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2" name="Google Shape;402;p8"/>
              <p:cNvCxnSpPr/>
              <p:nvPr/>
            </p:nvCxnSpPr>
            <p:spPr>
              <a:xfrm>
                <a:off x="954689" y="3410857"/>
                <a:ext cx="232229" cy="442686"/>
              </a:xfrm>
              <a:prstGeom prst="straightConnector1">
                <a:avLst/>
              </a:prstGeom>
              <a:noFill/>
              <a:ln w="57150" cap="flat" cmpd="sng">
                <a:solidFill>
                  <a:srgbClr val="86868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03" name="Google Shape;403;p8"/>
              <p:cNvSpPr/>
              <p:nvPr/>
            </p:nvSpPr>
            <p:spPr>
              <a:xfrm>
                <a:off x="809547" y="3269673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34B80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572468" y="3771256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F97F0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1046627" y="3771256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C8101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下一个挑战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12" name="Google Shape;412;p9"/>
          <p:cNvSpPr txBox="1">
            <a:spLocks noGrp="1"/>
          </p:cNvSpPr>
          <p:nvPr>
            <p:ph type="body" idx="2"/>
          </p:nvPr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rebuchet MS"/>
              <a:buNone/>
            </a:pPr>
            <a:r>
              <a:rPr lang="zh-CN" sz="280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自动狗门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13" name="Google Shape;413;p9" descr="Tiger on a rock"/>
          <p:cNvPicPr preferRelativeResize="0"/>
          <p:nvPr/>
        </p:nvPicPr>
        <p:blipFill rotWithShape="1">
          <a:blip r:embed="rId3">
            <a:alphaModFix/>
          </a:blip>
          <a:srcRect l="32667" t="22221" r="1323" b="10713"/>
          <a:stretch/>
        </p:blipFill>
        <p:spPr>
          <a:xfrm>
            <a:off x="6271594" y="2117035"/>
            <a:ext cx="3786532" cy="247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9" descr="A dog lying on green grass  Description automatically generated"/>
          <p:cNvPicPr preferRelativeResize="0"/>
          <p:nvPr/>
        </p:nvPicPr>
        <p:blipFill rotWithShape="1">
          <a:blip r:embed="rId4">
            <a:alphaModFix/>
          </a:blip>
          <a:srcRect t="4806" b="4806"/>
          <a:stretch/>
        </p:blipFill>
        <p:spPr>
          <a:xfrm>
            <a:off x="1138858" y="2117034"/>
            <a:ext cx="3562350" cy="2479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9" descr="Checkmar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62833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9" descr="Clos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07660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后续挑战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sp>
        <p:nvSpPr>
          <p:cNvPr id="429" name="Google Shape;429;p11"/>
          <p:cNvSpPr txBox="1">
            <a:spLocks noGrp="1"/>
          </p:cNvSpPr>
          <p:nvPr>
            <p:ph type="body" idx="2"/>
          </p:nvPr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rebuchet MS"/>
              <a:buNone/>
            </a:pPr>
            <a:r>
              <a:rPr lang="zh-CN" sz="280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总统的自动狗门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30" name="Google Shape;430;p11" descr="A dog lying on green grass  Description automatically generated"/>
          <p:cNvPicPr preferRelativeResize="0"/>
          <p:nvPr/>
        </p:nvPicPr>
        <p:blipFill rotWithShape="1">
          <a:blip r:embed="rId3">
            <a:alphaModFix/>
          </a:blip>
          <a:srcRect t="4806" b="4806"/>
          <a:stretch/>
        </p:blipFill>
        <p:spPr>
          <a:xfrm>
            <a:off x="6383685" y="2230903"/>
            <a:ext cx="3562350" cy="2479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1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833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1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07660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1" descr="A dog standing on grass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73045" y="1921522"/>
            <a:ext cx="2093976" cy="278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40" name="Google Shape;440;p12" descr="Scan of a human brain in a neurology clinic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47" t="41553" r="-46" b="8605"/>
          <a:stretch/>
        </p:blipFill>
        <p:spPr>
          <a:xfrm>
            <a:off x="525780" y="1695531"/>
            <a:ext cx="9948672" cy="371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</p:spPr>
        <p:txBody>
          <a:bodyPr wrap="square" anchor="b">
            <a:normAutofit/>
          </a:bodyPr>
          <a:lstStyle/>
          <a:p>
            <a:r>
              <a:rPr lang="zh-CN" altLang="en-US">
                <a:ea typeface="黑体" panose="02010609060101010101" pitchFamily="49" charset="-122"/>
              </a:rPr>
              <a:t>迁移学习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1F3CB06-28D1-4982-BBE4-6E9686FBCDE5}"/>
              </a:ext>
            </a:extLst>
          </p:cNvPr>
          <p:cNvCxnSpPr>
            <a:cxnSpLocks/>
          </p:cNvCxnSpPr>
          <p:nvPr/>
        </p:nvCxnSpPr>
        <p:spPr>
          <a:xfrm>
            <a:off x="5775689" y="3477143"/>
            <a:ext cx="1457772" cy="101670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113">
            <a:extLst>
              <a:ext uri="{FF2B5EF4-FFF2-40B4-BE49-F238E27FC236}">
                <a16:creationId xmlns:a16="http://schemas.microsoft.com/office/drawing/2014/main" id="{61A1116B-BA9E-414E-8B86-1873CAFB7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9" t="46563" r="48253" b="22257"/>
          <a:stretch/>
        </p:blipFill>
        <p:spPr>
          <a:xfrm>
            <a:off x="668449" y="1828800"/>
            <a:ext cx="1560945" cy="263760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8B412B5A-A9C3-4BEE-812A-1AF08C718A4B}"/>
              </a:ext>
            </a:extLst>
          </p:cNvPr>
          <p:cNvSpPr txBox="1"/>
          <p:nvPr/>
        </p:nvSpPr>
        <p:spPr>
          <a:xfrm>
            <a:off x="914599" y="4909795"/>
            <a:ext cx="974946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(28, 28,1)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图像输入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6D0DE8-F56F-4B96-9D40-91638DBB733F}"/>
              </a:ext>
            </a:extLst>
          </p:cNvPr>
          <p:cNvSpPr txBox="1"/>
          <p:nvPr/>
        </p:nvSpPr>
        <p:spPr>
          <a:xfrm>
            <a:off x="2212437" y="4530700"/>
            <a:ext cx="1055097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(3, 3, 1, 2)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内核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49CE1DC-6E45-409F-B041-4AFCE17056F5}"/>
              </a:ext>
            </a:extLst>
          </p:cNvPr>
          <p:cNvSpPr txBox="1"/>
          <p:nvPr/>
        </p:nvSpPr>
        <p:spPr>
          <a:xfrm>
            <a:off x="3229476" y="3883360"/>
            <a:ext cx="1029448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堆叠图像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862D85E-51E2-40AD-8314-B39F55BDA768}"/>
              </a:ext>
            </a:extLst>
          </p:cNvPr>
          <p:cNvSpPr txBox="1"/>
          <p:nvPr/>
        </p:nvSpPr>
        <p:spPr>
          <a:xfrm>
            <a:off x="4394161" y="4530699"/>
            <a:ext cx="1055097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(3, 3, 2, 2)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内核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5261EC9-22A8-4BB9-90FF-010BD2F53080}"/>
              </a:ext>
            </a:extLst>
          </p:cNvPr>
          <p:cNvSpPr txBox="1"/>
          <p:nvPr/>
        </p:nvSpPr>
        <p:spPr>
          <a:xfrm>
            <a:off x="5565801" y="3893793"/>
            <a:ext cx="1029448" cy="480131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(28, 28, 2)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堆叠图像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20" name="Table 173">
            <a:extLst>
              <a:ext uri="{FF2B5EF4-FFF2-40B4-BE49-F238E27FC236}">
                <a16:creationId xmlns:a16="http://schemas.microsoft.com/office/drawing/2014/main" id="{77A51AC8-11E8-43B7-87BC-C2FB1D2EA7E8}"/>
              </a:ext>
            </a:extLst>
          </p:cNvPr>
          <p:cNvGraphicFramePr>
            <a:graphicFrameLocks noGrp="1"/>
          </p:cNvGraphicFramePr>
          <p:nvPr/>
        </p:nvGraphicFramePr>
        <p:xfrm>
          <a:off x="7206671" y="1555750"/>
          <a:ext cx="280336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36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dirty="0">
                        <a:latin typeface="Trebuchet MS" panose="020B0603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7C61F61D-C2C0-40D0-A84A-D4CE579581FD}"/>
              </a:ext>
            </a:extLst>
          </p:cNvPr>
          <p:cNvSpPr txBox="1"/>
          <p:nvPr/>
        </p:nvSpPr>
        <p:spPr>
          <a:xfrm>
            <a:off x="6872440" y="4909795"/>
            <a:ext cx="902811" cy="6740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(1568)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平面图像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向量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" name="Google Shape;219;p33">
            <a:extLst>
              <a:ext uri="{FF2B5EF4-FFF2-40B4-BE49-F238E27FC236}">
                <a16:creationId xmlns:a16="http://schemas.microsoft.com/office/drawing/2014/main" id="{E40DAE5B-567A-4378-A9CB-CEBCA43DBD4A}"/>
              </a:ext>
            </a:extLst>
          </p:cNvPr>
          <p:cNvSpPr/>
          <p:nvPr/>
        </p:nvSpPr>
        <p:spPr>
          <a:xfrm>
            <a:off x="8071514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219;p33">
            <a:extLst>
              <a:ext uri="{FF2B5EF4-FFF2-40B4-BE49-F238E27FC236}">
                <a16:creationId xmlns:a16="http://schemas.microsoft.com/office/drawing/2014/main" id="{349F5775-C2CA-46D0-A29D-CF023933295E}"/>
              </a:ext>
            </a:extLst>
          </p:cNvPr>
          <p:cNvSpPr/>
          <p:nvPr/>
        </p:nvSpPr>
        <p:spPr>
          <a:xfrm>
            <a:off x="8068810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19;p33">
            <a:extLst>
              <a:ext uri="{FF2B5EF4-FFF2-40B4-BE49-F238E27FC236}">
                <a16:creationId xmlns:a16="http://schemas.microsoft.com/office/drawing/2014/main" id="{DCD4F841-C67A-4A47-B31F-10A02C8ECF44}"/>
              </a:ext>
            </a:extLst>
          </p:cNvPr>
          <p:cNvSpPr/>
          <p:nvPr/>
        </p:nvSpPr>
        <p:spPr>
          <a:xfrm>
            <a:off x="8068810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19;p33">
            <a:extLst>
              <a:ext uri="{FF2B5EF4-FFF2-40B4-BE49-F238E27FC236}">
                <a16:creationId xmlns:a16="http://schemas.microsoft.com/office/drawing/2014/main" id="{7945E2BA-37AB-4F9D-942D-A658315D3D33}"/>
              </a:ext>
            </a:extLst>
          </p:cNvPr>
          <p:cNvSpPr/>
          <p:nvPr/>
        </p:nvSpPr>
        <p:spPr>
          <a:xfrm>
            <a:off x="8713976" y="166119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219;p33">
            <a:extLst>
              <a:ext uri="{FF2B5EF4-FFF2-40B4-BE49-F238E27FC236}">
                <a16:creationId xmlns:a16="http://schemas.microsoft.com/office/drawing/2014/main" id="{70E85242-69F8-41FB-8DA3-35F19F19AAD5}"/>
              </a:ext>
            </a:extLst>
          </p:cNvPr>
          <p:cNvSpPr/>
          <p:nvPr/>
        </p:nvSpPr>
        <p:spPr>
          <a:xfrm>
            <a:off x="8711273" y="403243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219;p33">
            <a:extLst>
              <a:ext uri="{FF2B5EF4-FFF2-40B4-BE49-F238E27FC236}">
                <a16:creationId xmlns:a16="http://schemas.microsoft.com/office/drawing/2014/main" id="{B6A50606-B49E-46DC-84AD-5601A6962510}"/>
              </a:ext>
            </a:extLst>
          </p:cNvPr>
          <p:cNvSpPr/>
          <p:nvPr/>
        </p:nvSpPr>
        <p:spPr>
          <a:xfrm>
            <a:off x="8711273" y="4257211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219;p33">
            <a:extLst>
              <a:ext uri="{FF2B5EF4-FFF2-40B4-BE49-F238E27FC236}">
                <a16:creationId xmlns:a16="http://schemas.microsoft.com/office/drawing/2014/main" id="{4561B1AC-4E2B-4637-8C01-9E93968E44A9}"/>
              </a:ext>
            </a:extLst>
          </p:cNvPr>
          <p:cNvSpPr/>
          <p:nvPr/>
        </p:nvSpPr>
        <p:spPr>
          <a:xfrm>
            <a:off x="9517236" y="4532666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ADDA3EC-A440-4748-885C-F010ADD52743}"/>
              </a:ext>
            </a:extLst>
          </p:cNvPr>
          <p:cNvGrpSpPr/>
          <p:nvPr/>
        </p:nvGrpSpPr>
        <p:grpSpPr>
          <a:xfrm>
            <a:off x="8262865" y="1754333"/>
            <a:ext cx="451112" cy="2596017"/>
            <a:chOff x="8430069" y="1754333"/>
            <a:chExt cx="283908" cy="2596017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A2F9EC9-2D4B-435C-ADB9-0B4AA8AA8578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4F8FBFF-765E-4F1A-BB55-140728F085CE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CBC8365-3408-46E2-87C0-AA469E91FF48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93EF1B7-5B13-4E1A-A168-9345FE8D91F6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21094F5-782F-46CA-8D89-F54ECA62BDB5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EE2AE1C-A868-4D2A-95CB-88B35A907ADE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0D94920-88C7-4637-A1CF-59358EA56901}"/>
                </a:ext>
              </a:extLst>
            </p:cNvPr>
            <p:cNvCxnSpPr>
              <a:cxnSpLocks/>
              <a:endCxn id="125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79EA914-34D5-452F-B9EA-1194E3A405A7}"/>
                </a:ext>
              </a:extLst>
            </p:cNvPr>
            <p:cNvCxnSpPr>
              <a:cxnSpLocks/>
              <a:endCxn id="126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22DE20E5-DE71-4476-A729-055A78DEF705}"/>
                </a:ext>
              </a:extLst>
            </p:cNvPr>
            <p:cNvCxnSpPr>
              <a:cxnSpLocks/>
              <a:endCxn id="127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Google Shape;219;p33">
            <a:extLst>
              <a:ext uri="{FF2B5EF4-FFF2-40B4-BE49-F238E27FC236}">
                <a16:creationId xmlns:a16="http://schemas.microsoft.com/office/drawing/2014/main" id="{24C14261-0F2E-404B-B773-7586D35E887F}"/>
              </a:ext>
            </a:extLst>
          </p:cNvPr>
          <p:cNvSpPr/>
          <p:nvPr/>
        </p:nvSpPr>
        <p:spPr>
          <a:xfrm>
            <a:off x="9514576" y="41744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219;p33">
            <a:extLst>
              <a:ext uri="{FF2B5EF4-FFF2-40B4-BE49-F238E27FC236}">
                <a16:creationId xmlns:a16="http://schemas.microsoft.com/office/drawing/2014/main" id="{0761DE14-4C35-46DE-A514-B6DD4B763E63}"/>
              </a:ext>
            </a:extLst>
          </p:cNvPr>
          <p:cNvSpPr/>
          <p:nvPr/>
        </p:nvSpPr>
        <p:spPr>
          <a:xfrm>
            <a:off x="9517236" y="3814915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219;p33">
            <a:extLst>
              <a:ext uri="{FF2B5EF4-FFF2-40B4-BE49-F238E27FC236}">
                <a16:creationId xmlns:a16="http://schemas.microsoft.com/office/drawing/2014/main" id="{0F1FF457-DCDD-4815-856E-1420D1371604}"/>
              </a:ext>
            </a:extLst>
          </p:cNvPr>
          <p:cNvSpPr/>
          <p:nvPr/>
        </p:nvSpPr>
        <p:spPr>
          <a:xfrm>
            <a:off x="9514576" y="345670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219;p33">
            <a:extLst>
              <a:ext uri="{FF2B5EF4-FFF2-40B4-BE49-F238E27FC236}">
                <a16:creationId xmlns:a16="http://schemas.microsoft.com/office/drawing/2014/main" id="{15FC9B08-163C-4922-BAEC-4D1222A72672}"/>
              </a:ext>
            </a:extLst>
          </p:cNvPr>
          <p:cNvSpPr/>
          <p:nvPr/>
        </p:nvSpPr>
        <p:spPr>
          <a:xfrm>
            <a:off x="9517236" y="3082242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219;p33">
            <a:extLst>
              <a:ext uri="{FF2B5EF4-FFF2-40B4-BE49-F238E27FC236}">
                <a16:creationId xmlns:a16="http://schemas.microsoft.com/office/drawing/2014/main" id="{86D02E02-2895-4CF3-86F0-700F7A5C2468}"/>
              </a:ext>
            </a:extLst>
          </p:cNvPr>
          <p:cNvSpPr/>
          <p:nvPr/>
        </p:nvSpPr>
        <p:spPr>
          <a:xfrm>
            <a:off x="9514576" y="2724029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219;p33">
            <a:extLst>
              <a:ext uri="{FF2B5EF4-FFF2-40B4-BE49-F238E27FC236}">
                <a16:creationId xmlns:a16="http://schemas.microsoft.com/office/drawing/2014/main" id="{758F858C-8013-445C-81FA-761E64FE9A6D}"/>
              </a:ext>
            </a:extLst>
          </p:cNvPr>
          <p:cNvSpPr/>
          <p:nvPr/>
        </p:nvSpPr>
        <p:spPr>
          <a:xfrm>
            <a:off x="9522129" y="2366398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219;p33">
            <a:extLst>
              <a:ext uri="{FF2B5EF4-FFF2-40B4-BE49-F238E27FC236}">
                <a16:creationId xmlns:a16="http://schemas.microsoft.com/office/drawing/2014/main" id="{0B5B3428-FBDB-4FD2-99DD-FA713E5915B1}"/>
              </a:ext>
            </a:extLst>
          </p:cNvPr>
          <p:cNvSpPr/>
          <p:nvPr/>
        </p:nvSpPr>
        <p:spPr>
          <a:xfrm>
            <a:off x="9519469" y="2008184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219;p33">
            <a:extLst>
              <a:ext uri="{FF2B5EF4-FFF2-40B4-BE49-F238E27FC236}">
                <a16:creationId xmlns:a16="http://schemas.microsoft.com/office/drawing/2014/main" id="{9521CA52-2051-464E-AA9E-D38313118F3A}"/>
              </a:ext>
            </a:extLst>
          </p:cNvPr>
          <p:cNvSpPr/>
          <p:nvPr/>
        </p:nvSpPr>
        <p:spPr>
          <a:xfrm>
            <a:off x="9517236" y="1650553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219;p33">
            <a:extLst>
              <a:ext uri="{FF2B5EF4-FFF2-40B4-BE49-F238E27FC236}">
                <a16:creationId xmlns:a16="http://schemas.microsoft.com/office/drawing/2014/main" id="{14459919-505A-4040-BA58-7A5B92948F65}"/>
              </a:ext>
            </a:extLst>
          </p:cNvPr>
          <p:cNvSpPr/>
          <p:nvPr/>
        </p:nvSpPr>
        <p:spPr>
          <a:xfrm>
            <a:off x="9514576" y="1292340"/>
            <a:ext cx="187420" cy="1862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38075" tIns="19000" rIns="38075" bIns="190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B1938EA-5E8A-4E43-AF0E-6841242FEDFD}"/>
              </a:ext>
            </a:extLst>
          </p:cNvPr>
          <p:cNvGrpSpPr/>
          <p:nvPr/>
        </p:nvGrpSpPr>
        <p:grpSpPr>
          <a:xfrm>
            <a:off x="8898349" y="1385478"/>
            <a:ext cx="623780" cy="3240327"/>
            <a:chOff x="9127523" y="1385478"/>
            <a:chExt cx="394606" cy="3240327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B895DE-7E03-49C9-A22C-97245D1FD2E5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0B0AE4AE-8328-4F30-A162-4A7A2F7C03E5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024A2A4-FA95-480B-A8CC-8B8B30AA0D20}"/>
                </a:ext>
              </a:extLst>
            </p:cNvPr>
            <p:cNvCxnSpPr>
              <a:cxnSpLocks/>
              <a:endCxn id="128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3A41D6FA-65F6-418D-AB63-47F1849C86E0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1F86276-B77A-401F-8128-01C01068119D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ABE067C-9BC2-46CB-8759-3A15CB196273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AC93CFF2-9B34-4E6F-9659-CDD238BC309D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38AE610-BF28-481B-99E1-D33544C4E484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4F1FEEC-D38C-4CB9-9338-37580B0D70A4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227985F7-68B6-4BAB-BC6B-A015AAC1AE28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EB7C744-D1CA-44B9-9D8A-45034D997717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212B99B5-4015-42CF-ACD1-5B82EAA047C7}"/>
                </a:ext>
              </a:extLst>
            </p:cNvPr>
            <p:cNvCxnSpPr>
              <a:cxnSpLocks/>
              <a:endCxn id="141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2E379E7-EEF5-420E-9300-5CB7BBA122B2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7F4E73C-C393-4300-B74D-B359BA9732B2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FF7D68A5-7264-4FC6-96CF-91CD83ED232C}"/>
                </a:ext>
              </a:extLst>
            </p:cNvPr>
            <p:cNvCxnSpPr>
              <a:cxnSpLocks/>
              <a:endCxn id="142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43395CDD-6186-4283-9813-DC39B500D448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1174DDF6-4EB2-4511-8E97-4F459FEBEE8F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9F2CF110-C28B-4F24-870C-8F50C8D095A9}"/>
                </a:ext>
              </a:extLst>
            </p:cNvPr>
            <p:cNvCxnSpPr>
              <a:cxnSpLocks/>
              <a:endCxn id="143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0EEC18D-906E-4481-8896-FB5CC6E640BE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FF27C86D-73C5-4C31-B897-23195863430D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01D6E4B-484D-4C0E-9676-1B55A0219AD2}"/>
                </a:ext>
              </a:extLst>
            </p:cNvPr>
            <p:cNvCxnSpPr>
              <a:cxnSpLocks/>
              <a:endCxn id="144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8F5DA5F-D85A-409C-BA04-FE4990D80978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DE12AB1-4C2F-48D9-9490-D1C443FC07A9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824AAED-F504-4718-A539-9D8496A35210}"/>
                </a:ext>
              </a:extLst>
            </p:cNvPr>
            <p:cNvCxnSpPr>
              <a:cxnSpLocks/>
              <a:endCxn id="145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EF50304-9BA1-45EA-9A79-3230C40DAE52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8E1EC88-57C7-4E08-AB03-687799BBBA80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2BFD77A-0B89-44F3-AA01-205010704F3C}"/>
                </a:ext>
              </a:extLst>
            </p:cNvPr>
            <p:cNvCxnSpPr>
              <a:cxnSpLocks/>
              <a:endCxn id="146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EF8E0547-F5A6-4726-B6EB-8E3687C4EDE3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EBAEAA-99A0-4B38-8042-B35365B7E3D8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6FB9315-4961-45A5-9632-302C76E19AC2}"/>
                </a:ext>
              </a:extLst>
            </p:cNvPr>
            <p:cNvCxnSpPr>
              <a:cxnSpLocks/>
              <a:endCxn id="147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DDA4C7B-4A09-445C-9C58-062193CDCCF2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7284567" y="3566107"/>
            <a:ext cx="109338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2E9F990-8026-48DD-B86E-77B0BEEAB59C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396957" y="3453716"/>
            <a:ext cx="868601" cy="47510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19EED39-A61D-40CF-BE4E-B4ED7C6319B8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081292" y="2266747"/>
            <a:ext cx="1502635" cy="477808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702EC7C5-2D6B-404C-AD53-4DD4AC020B57}"/>
              </a:ext>
            </a:extLst>
          </p:cNvPr>
          <p:cNvSpPr txBox="1"/>
          <p:nvPr/>
        </p:nvSpPr>
        <p:spPr>
          <a:xfrm rot="16200000">
            <a:off x="7685622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…                 …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53279F9-7C56-424A-A176-C4FC306D943F}"/>
              </a:ext>
            </a:extLst>
          </p:cNvPr>
          <p:cNvSpPr txBox="1"/>
          <p:nvPr/>
        </p:nvSpPr>
        <p:spPr>
          <a:xfrm rot="16200000">
            <a:off x="7026531" y="2741436"/>
            <a:ext cx="2195042" cy="3970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…                 …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269F18F-DDF7-4C0A-BE75-A753E419B159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7196246" y="3477785"/>
            <a:ext cx="1274617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A6569D4-69CC-4185-A88E-093CA86C7FC9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306115" y="3362874"/>
            <a:ext cx="1054878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C907053-4506-4653-9FA8-4F849C0A83A2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174206" y="2178425"/>
            <a:ext cx="1321399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454994A-B758-40E2-BD74-875E1BEAB148}"/>
              </a:ext>
            </a:extLst>
          </p:cNvPr>
          <p:cNvCxnSpPr>
            <a:cxnSpLocks/>
            <a:endCxn id="124" idx="2"/>
          </p:cNvCxnSpPr>
          <p:nvPr/>
        </p:nvCxnSpPr>
        <p:spPr>
          <a:xfrm rot="16200000" flipH="1">
            <a:off x="6976922" y="3258461"/>
            <a:ext cx="1713265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DEDD410D-6A51-4F14-A1AF-FF2C543075BF}"/>
              </a:ext>
            </a:extLst>
          </p:cNvPr>
          <p:cNvCxnSpPr>
            <a:cxnSpLocks/>
            <a:endCxn id="123" idx="2"/>
          </p:cNvCxnSpPr>
          <p:nvPr/>
        </p:nvCxnSpPr>
        <p:spPr>
          <a:xfrm rot="16200000" flipH="1">
            <a:off x="7089312" y="3146070"/>
            <a:ext cx="1488484" cy="47051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94B1E33E-9632-4B50-9183-036446385666}"/>
              </a:ext>
            </a:extLst>
          </p:cNvPr>
          <p:cNvCxnSpPr>
            <a:cxnSpLocks/>
            <a:endCxn id="122" idx="2"/>
          </p:cNvCxnSpPr>
          <p:nvPr/>
        </p:nvCxnSpPr>
        <p:spPr>
          <a:xfrm rot="16200000">
            <a:off x="7393530" y="1959101"/>
            <a:ext cx="882751" cy="47321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C51F0761-96AE-4448-873D-B03BCDB6D4B9}"/>
              </a:ext>
            </a:extLst>
          </p:cNvPr>
          <p:cNvSpPr txBox="1"/>
          <p:nvPr/>
        </p:nvSpPr>
        <p:spPr>
          <a:xfrm>
            <a:off x="9164433" y="5024189"/>
            <a:ext cx="902811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(10)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输出预测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D22830D-332D-45B5-A036-D8AA04F68AB7}"/>
              </a:ext>
            </a:extLst>
          </p:cNvPr>
          <p:cNvSpPr txBox="1"/>
          <p:nvPr/>
        </p:nvSpPr>
        <p:spPr>
          <a:xfrm>
            <a:off x="7813006" y="4477547"/>
            <a:ext cx="599843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密集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7BC5419-F01E-4AF5-8CA5-A33478372150}"/>
              </a:ext>
            </a:extLst>
          </p:cNvPr>
          <p:cNvSpPr txBox="1"/>
          <p:nvPr/>
        </p:nvSpPr>
        <p:spPr>
          <a:xfrm>
            <a:off x="8526691" y="4484879"/>
            <a:ext cx="599843" cy="48013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(512)</a:t>
            </a:r>
          </a:p>
          <a:p>
            <a:pPr marL="0" marR="0" lvl="0" indent="0" algn="ctr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+mn-cs"/>
              </a:rPr>
              <a:t>密集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BF06AD4-E56B-4A2C-8789-53B82EA1AFC9}"/>
              </a:ext>
            </a:extLst>
          </p:cNvPr>
          <p:cNvSpPr/>
          <p:nvPr/>
        </p:nvSpPr>
        <p:spPr>
          <a:xfrm>
            <a:off x="955305" y="2405526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AFCF762-5BAA-4A44-8EE8-E5769A2F6D18}"/>
              </a:ext>
            </a:extLst>
          </p:cNvPr>
          <p:cNvCxnSpPr/>
          <p:nvPr/>
        </p:nvCxnSpPr>
        <p:spPr>
          <a:xfrm flipV="1">
            <a:off x="1158444" y="2195709"/>
            <a:ext cx="1624282" cy="34541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5" name="Picture 194">
            <a:extLst>
              <a:ext uri="{FF2B5EF4-FFF2-40B4-BE49-F238E27FC236}">
                <a16:creationId xmlns:a16="http://schemas.microsoft.com/office/drawing/2014/main" id="{7BC14E22-F16A-4008-8E98-B52AA7756F7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18" t="46330" r="44192" b="39913"/>
          <a:stretch/>
        </p:blipFill>
        <p:spPr>
          <a:xfrm>
            <a:off x="2317031" y="1759554"/>
            <a:ext cx="854829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081DB41-9103-4A35-BF64-944DB2ADC28F}"/>
              </a:ext>
            </a:extLst>
          </p:cNvPr>
          <p:cNvCxnSpPr>
            <a:cxnSpLocks/>
          </p:cNvCxnSpPr>
          <p:nvPr/>
        </p:nvCxnSpPr>
        <p:spPr>
          <a:xfrm>
            <a:off x="1168869" y="2544940"/>
            <a:ext cx="1592966" cy="679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7" name="Picture 196">
            <a:extLst>
              <a:ext uri="{FF2B5EF4-FFF2-40B4-BE49-F238E27FC236}">
                <a16:creationId xmlns:a16="http://schemas.microsoft.com/office/drawing/2014/main" id="{C558F13A-271A-473E-9C72-7945AC48BF0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839" t="46366" r="58553" b="39877"/>
          <a:stretch/>
        </p:blipFill>
        <p:spPr>
          <a:xfrm>
            <a:off x="2365340" y="2741830"/>
            <a:ext cx="834773" cy="84916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7012D6CC-F069-4097-A3B8-F35627C77320}"/>
              </a:ext>
            </a:extLst>
          </p:cNvPr>
          <p:cNvCxnSpPr>
            <a:cxnSpLocks/>
          </p:cNvCxnSpPr>
          <p:nvPr/>
        </p:nvCxnSpPr>
        <p:spPr>
          <a:xfrm>
            <a:off x="2761680" y="2185277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9" name="Picture 198">
            <a:extLst>
              <a:ext uri="{FF2B5EF4-FFF2-40B4-BE49-F238E27FC236}">
                <a16:creationId xmlns:a16="http://schemas.microsoft.com/office/drawing/2014/main" id="{05D61EF4-7DF4-4415-B391-813A8BE579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28" t="39232" r="58064" b="47010"/>
          <a:stretch/>
        </p:blipFill>
        <p:spPr>
          <a:xfrm>
            <a:off x="3046768" y="1802120"/>
            <a:ext cx="1359853" cy="138329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00" name="Rectangle 199">
            <a:extLst>
              <a:ext uri="{FF2B5EF4-FFF2-40B4-BE49-F238E27FC236}">
                <a16:creationId xmlns:a16="http://schemas.microsoft.com/office/drawing/2014/main" id="{BAC3FBB2-1654-47BB-BA6B-5C000B862C9B}"/>
              </a:ext>
            </a:extLst>
          </p:cNvPr>
          <p:cNvSpPr/>
          <p:nvPr/>
        </p:nvSpPr>
        <p:spPr>
          <a:xfrm>
            <a:off x="3283856" y="2161562"/>
            <a:ext cx="406279" cy="291141"/>
          </a:xfrm>
          <a:prstGeom prst="rect">
            <a:avLst/>
          </a:prstGeom>
          <a:noFill/>
          <a:ln>
            <a:solidFill>
              <a:schemeClr val="accent3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10D88C7-A17E-4090-A384-6CCEA56A7B2F}"/>
              </a:ext>
            </a:extLst>
          </p:cNvPr>
          <p:cNvCxnSpPr>
            <a:cxnSpLocks/>
          </p:cNvCxnSpPr>
          <p:nvPr/>
        </p:nvCxnSpPr>
        <p:spPr>
          <a:xfrm flipV="1">
            <a:off x="2790693" y="2957417"/>
            <a:ext cx="630266" cy="20874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9129C47-A06E-4730-8C88-EBFC969995AA}"/>
              </a:ext>
            </a:extLst>
          </p:cNvPr>
          <p:cNvGrpSpPr/>
          <p:nvPr/>
        </p:nvGrpSpPr>
        <p:grpSpPr>
          <a:xfrm>
            <a:off x="3213348" y="2102991"/>
            <a:ext cx="1359853" cy="1379666"/>
            <a:chOff x="3213348" y="2102991"/>
            <a:chExt cx="1359853" cy="1379666"/>
          </a:xfrm>
        </p:grpSpPr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38613411-4EC3-4C25-9745-619DCEC558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FBBF7660-93C6-4E66-85C7-256FE7B0764F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B2624CB-AE23-4C12-BEDB-759EE4EF89CE}"/>
              </a:ext>
            </a:extLst>
          </p:cNvPr>
          <p:cNvCxnSpPr>
            <a:cxnSpLocks/>
          </p:cNvCxnSpPr>
          <p:nvPr/>
        </p:nvCxnSpPr>
        <p:spPr>
          <a:xfrm flipV="1">
            <a:off x="3475551" y="1981220"/>
            <a:ext cx="1521361" cy="33712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36A41AD5-DEF9-4F5A-A70C-A4CF6F1634C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839" t="48989" r="58501" b="37066"/>
          <a:stretch/>
        </p:blipFill>
        <p:spPr>
          <a:xfrm>
            <a:off x="4540757" y="1598277"/>
            <a:ext cx="840407" cy="8606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962A657-7E18-4A85-AE55-9FAB56C9458E}"/>
              </a:ext>
            </a:extLst>
          </p:cNvPr>
          <p:cNvCxnSpPr>
            <a:cxnSpLocks/>
          </p:cNvCxnSpPr>
          <p:nvPr/>
        </p:nvCxnSpPr>
        <p:spPr>
          <a:xfrm>
            <a:off x="3481451" y="2307132"/>
            <a:ext cx="1515461" cy="693267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Picture 207">
            <a:extLst>
              <a:ext uri="{FF2B5EF4-FFF2-40B4-BE49-F238E27FC236}">
                <a16:creationId xmlns:a16="http://schemas.microsoft.com/office/drawing/2014/main" id="{C18AD4F2-F8CB-435B-A631-5B8C19D7DC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95" t="65776" r="44259" b="20771"/>
          <a:stretch/>
        </p:blipFill>
        <p:spPr>
          <a:xfrm>
            <a:off x="4520125" y="2673276"/>
            <a:ext cx="838907" cy="830314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F1386B2-8C23-43CC-B15D-7E02652D2B97}"/>
              </a:ext>
            </a:extLst>
          </p:cNvPr>
          <p:cNvCxnSpPr>
            <a:cxnSpLocks/>
          </p:cNvCxnSpPr>
          <p:nvPr/>
        </p:nvCxnSpPr>
        <p:spPr>
          <a:xfrm>
            <a:off x="3690135" y="2600295"/>
            <a:ext cx="1307232" cy="57508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38D22BA-9946-439E-A075-B3D04F9602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103" t="65700" r="44252" b="20664"/>
          <a:stretch/>
        </p:blipFill>
        <p:spPr>
          <a:xfrm>
            <a:off x="4602059" y="2745336"/>
            <a:ext cx="838907" cy="841654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5B4040F-F064-462F-8E4E-17D05E66A3FE}"/>
              </a:ext>
            </a:extLst>
          </p:cNvPr>
          <p:cNvCxnSpPr>
            <a:cxnSpLocks/>
          </p:cNvCxnSpPr>
          <p:nvPr/>
        </p:nvCxnSpPr>
        <p:spPr>
          <a:xfrm flipV="1">
            <a:off x="3676686" y="2116039"/>
            <a:ext cx="1387071" cy="484444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2" name="Picture 211">
            <a:extLst>
              <a:ext uri="{FF2B5EF4-FFF2-40B4-BE49-F238E27FC236}">
                <a16:creationId xmlns:a16="http://schemas.microsoft.com/office/drawing/2014/main" id="{B99ED0E3-0836-4ED3-BF3F-18B25EAC47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24" t="49170" r="44231" b="37094"/>
          <a:stretch/>
        </p:blipFill>
        <p:spPr>
          <a:xfrm>
            <a:off x="4627584" y="1686960"/>
            <a:ext cx="860278" cy="858158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A19E478E-328B-40AC-A571-93120991F553}"/>
              </a:ext>
            </a:extLst>
          </p:cNvPr>
          <p:cNvCxnSpPr>
            <a:cxnSpLocks/>
          </p:cNvCxnSpPr>
          <p:nvPr/>
        </p:nvCxnSpPr>
        <p:spPr>
          <a:xfrm>
            <a:off x="5076035" y="2124250"/>
            <a:ext cx="1118146" cy="414419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4" name="Picture 213">
            <a:extLst>
              <a:ext uri="{FF2B5EF4-FFF2-40B4-BE49-F238E27FC236}">
                <a16:creationId xmlns:a16="http://schemas.microsoft.com/office/drawing/2014/main" id="{62EE58FB-3153-41A5-89AE-61EB17DACE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94" t="55920" r="58015" b="30443"/>
          <a:stretch/>
        </p:blipFill>
        <p:spPr>
          <a:xfrm>
            <a:off x="5398847" y="1753841"/>
            <a:ext cx="1365407" cy="1379665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5CB34D3-E15C-47D7-ADFD-6FADB5AD7D51}"/>
              </a:ext>
            </a:extLst>
          </p:cNvPr>
          <p:cNvCxnSpPr>
            <a:cxnSpLocks/>
          </p:cNvCxnSpPr>
          <p:nvPr/>
        </p:nvCxnSpPr>
        <p:spPr>
          <a:xfrm flipV="1">
            <a:off x="5038357" y="2939950"/>
            <a:ext cx="793147" cy="235432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6" name="Picture 215">
            <a:extLst>
              <a:ext uri="{FF2B5EF4-FFF2-40B4-BE49-F238E27FC236}">
                <a16:creationId xmlns:a16="http://schemas.microsoft.com/office/drawing/2014/main" id="{515196DE-F745-437D-8245-9A897413BB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680" t="55835" r="43764" b="30529"/>
          <a:stretch/>
        </p:blipFill>
        <p:spPr>
          <a:xfrm>
            <a:off x="5554252" y="1991815"/>
            <a:ext cx="1342828" cy="136337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6AE06B56-FEFD-4365-AFC1-E13965CC5E9E}"/>
              </a:ext>
            </a:extLst>
          </p:cNvPr>
          <p:cNvCxnSpPr>
            <a:cxnSpLocks/>
          </p:cNvCxnSpPr>
          <p:nvPr/>
        </p:nvCxnSpPr>
        <p:spPr>
          <a:xfrm flipV="1">
            <a:off x="6575885" y="1575682"/>
            <a:ext cx="630784" cy="40278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4D58DE37-9231-4675-88B1-0FC309FBB62D}"/>
              </a:ext>
            </a:extLst>
          </p:cNvPr>
          <p:cNvCxnSpPr/>
          <p:nvPr/>
        </p:nvCxnSpPr>
        <p:spPr>
          <a:xfrm>
            <a:off x="6964311" y="1230382"/>
            <a:ext cx="0" cy="3617455"/>
          </a:xfrm>
          <a:prstGeom prst="line">
            <a:avLst/>
          </a:prstGeom>
          <a:ln w="762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54E15A6-0A74-4121-996D-8BFAE7E645CC}"/>
              </a:ext>
            </a:extLst>
          </p:cNvPr>
          <p:cNvSpPr/>
          <p:nvPr/>
        </p:nvSpPr>
        <p:spPr>
          <a:xfrm>
            <a:off x="7029265" y="1207189"/>
            <a:ext cx="2979439" cy="4706593"/>
          </a:xfrm>
          <a:prstGeom prst="rect">
            <a:avLst/>
          </a:prstGeom>
          <a:solidFill>
            <a:schemeClr val="tx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21" name="Graphic 220" descr="Scissors">
            <a:extLst>
              <a:ext uri="{FF2B5EF4-FFF2-40B4-BE49-F238E27FC236}">
                <a16:creationId xmlns:a16="http://schemas.microsoft.com/office/drawing/2014/main" id="{E88E4A27-6B34-42AB-84B1-8DC5ECA48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6942207" y="3681535"/>
            <a:ext cx="1531715" cy="153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4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grpSp>
        <p:nvGrpSpPr>
          <p:cNvPr id="561" name="Google Shape;561;p14"/>
          <p:cNvGrpSpPr/>
          <p:nvPr/>
        </p:nvGrpSpPr>
        <p:grpSpPr>
          <a:xfrm>
            <a:off x="867266" y="1252158"/>
            <a:ext cx="9238268" cy="3112374"/>
            <a:chOff x="1055802" y="1593130"/>
            <a:chExt cx="9238268" cy="3761295"/>
          </a:xfrm>
        </p:grpSpPr>
        <p:sp>
          <p:nvSpPr>
            <p:cNvPr id="562" name="Google Shape;562;p14"/>
            <p:cNvSpPr/>
            <p:nvPr/>
          </p:nvSpPr>
          <p:spPr>
            <a:xfrm>
              <a:off x="1055802" y="1593130"/>
              <a:ext cx="9238268" cy="3761295"/>
            </a:xfrm>
            <a:prstGeom prst="rect">
              <a:avLst/>
            </a:prstGeom>
            <a:gradFill>
              <a:gsLst>
                <a:gs pos="0">
                  <a:srgbClr val="DDDDDD"/>
                </a:gs>
                <a:gs pos="35000">
                  <a:srgbClr val="E6E6E6"/>
                </a:gs>
                <a:gs pos="100000">
                  <a:srgbClr val="F5F5F5"/>
                </a:gs>
              </a:gsLst>
              <a:lin ang="16200000" scaled="0"/>
            </a:gradFill>
            <a:ln w="9525" cap="flat" cmpd="sng">
              <a:solidFill>
                <a:srgbClr val="AEAEAE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3" name="Google Shape;563;p14"/>
            <p:cNvSpPr/>
            <p:nvPr/>
          </p:nvSpPr>
          <p:spPr>
            <a:xfrm rot="-5400000">
              <a:off x="1207670" y="3145086"/>
              <a:ext cx="2528873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卷积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4" name="Google Shape;564;p14"/>
            <p:cNvSpPr/>
            <p:nvPr/>
          </p:nvSpPr>
          <p:spPr>
            <a:xfrm rot="-5400000">
              <a:off x="683448" y="3145086"/>
              <a:ext cx="1989647" cy="59093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输入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5" name="Google Shape;565;p14"/>
            <p:cNvSpPr/>
            <p:nvPr/>
          </p:nvSpPr>
          <p:spPr>
            <a:xfrm rot="-5400000">
              <a:off x="2795341" y="3145086"/>
              <a:ext cx="2528871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卷积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6" name="Google Shape;566;p14"/>
            <p:cNvSpPr/>
            <p:nvPr/>
          </p:nvSpPr>
          <p:spPr>
            <a:xfrm rot="-5400000">
              <a:off x="5176846" y="3145086"/>
              <a:ext cx="2528871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卷积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7" name="Google Shape;567;p14"/>
            <p:cNvSpPr/>
            <p:nvPr/>
          </p:nvSpPr>
          <p:spPr>
            <a:xfrm rot="-5400000">
              <a:off x="7120122" y="3145086"/>
              <a:ext cx="1817660" cy="590931"/>
            </a:xfrm>
            <a:prstGeom prst="rect">
              <a:avLst/>
            </a:prstGeom>
            <a:solidFill>
              <a:srgbClr val="3372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密集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8" name="Google Shape;568;p14"/>
            <p:cNvSpPr/>
            <p:nvPr/>
          </p:nvSpPr>
          <p:spPr>
            <a:xfrm rot="-5400000">
              <a:off x="8831501" y="3145086"/>
              <a:ext cx="1570240" cy="590931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输出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69" name="Google Shape;569;p14"/>
            <p:cNvSpPr/>
            <p:nvPr/>
          </p:nvSpPr>
          <p:spPr>
            <a:xfrm rot="-5400000">
              <a:off x="8163385" y="3145086"/>
              <a:ext cx="1318804" cy="590931"/>
            </a:xfrm>
            <a:prstGeom prst="rect">
              <a:avLst/>
            </a:prstGeom>
            <a:solidFill>
              <a:srgbClr val="3372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密集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70" name="Google Shape;570;p14"/>
            <p:cNvSpPr/>
            <p:nvPr/>
          </p:nvSpPr>
          <p:spPr>
            <a:xfrm rot="-5400000">
              <a:off x="2001506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最大池化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71" name="Google Shape;571;p14"/>
            <p:cNvSpPr/>
            <p:nvPr/>
          </p:nvSpPr>
          <p:spPr>
            <a:xfrm rot="-5400000">
              <a:off x="3589176" y="3145086"/>
              <a:ext cx="2528871" cy="590931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Dropout</a:t>
              </a:r>
              <a:endParaRPr>
                <a:latin typeface="Trebuchet MS" panose="020B0603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72" name="Google Shape;572;p14"/>
            <p:cNvSpPr/>
            <p:nvPr/>
          </p:nvSpPr>
          <p:spPr>
            <a:xfrm rot="-5400000">
              <a:off x="438301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最大池化</a:t>
              </a:r>
              <a:endParaRPr sz="1800">
                <a:solidFill>
                  <a:schemeClr val="lt1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  <p:sp>
          <p:nvSpPr>
            <p:cNvPr id="573" name="Google Shape;573;p14"/>
            <p:cNvSpPr/>
            <p:nvPr/>
          </p:nvSpPr>
          <p:spPr>
            <a:xfrm rot="-5400000">
              <a:off x="597068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800">
                  <a:solidFill>
                    <a:schemeClr val="lt1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最大池化</a:t>
              </a:r>
              <a:endParaRPr>
                <a:latin typeface="Trebuchet MS" panose="020B0603020202020204" pitchFamily="34" charset="0"/>
                <a:ea typeface="黑体" panose="02010609060101010101" pitchFamily="49" charset="-122"/>
              </a:endParaRPr>
            </a:p>
          </p:txBody>
        </p:sp>
        <p:cxnSp>
          <p:nvCxnSpPr>
            <p:cNvPr id="574" name="Google Shape;574;p14"/>
            <p:cNvCxnSpPr/>
            <p:nvPr/>
          </p:nvCxnSpPr>
          <p:spPr>
            <a:xfrm>
              <a:off x="1973737" y="3388134"/>
              <a:ext cx="202904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5" name="Google Shape;575;p14"/>
            <p:cNvCxnSpPr>
              <a:stCxn id="563" idx="2"/>
              <a:endCxn id="570" idx="0"/>
            </p:cNvCxnSpPr>
            <p:nvPr/>
          </p:nvCxnSpPr>
          <p:spPr>
            <a:xfrm>
              <a:off x="2767572" y="3440551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6" name="Google Shape;576;p14"/>
            <p:cNvCxnSpPr>
              <a:stCxn id="570" idx="2"/>
              <a:endCxn id="565" idx="0"/>
            </p:cNvCxnSpPr>
            <p:nvPr/>
          </p:nvCxnSpPr>
          <p:spPr>
            <a:xfrm>
              <a:off x="356140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7" name="Google Shape;577;p14"/>
            <p:cNvCxnSpPr>
              <a:stCxn id="565" idx="2"/>
              <a:endCxn id="571" idx="0"/>
            </p:cNvCxnSpPr>
            <p:nvPr/>
          </p:nvCxnSpPr>
          <p:spPr>
            <a:xfrm>
              <a:off x="435524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8" name="Google Shape;578;p14"/>
            <p:cNvCxnSpPr>
              <a:stCxn id="571" idx="2"/>
              <a:endCxn id="572" idx="0"/>
            </p:cNvCxnSpPr>
            <p:nvPr/>
          </p:nvCxnSpPr>
          <p:spPr>
            <a:xfrm>
              <a:off x="514907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9" name="Google Shape;579;p14"/>
            <p:cNvCxnSpPr>
              <a:stCxn id="572" idx="2"/>
              <a:endCxn id="566" idx="0"/>
            </p:cNvCxnSpPr>
            <p:nvPr/>
          </p:nvCxnSpPr>
          <p:spPr>
            <a:xfrm>
              <a:off x="594291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0" name="Google Shape;580;p14"/>
            <p:cNvCxnSpPr>
              <a:stCxn id="566" idx="2"/>
              <a:endCxn id="573" idx="0"/>
            </p:cNvCxnSpPr>
            <p:nvPr/>
          </p:nvCxnSpPr>
          <p:spPr>
            <a:xfrm>
              <a:off x="673674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1" name="Google Shape;581;p14"/>
            <p:cNvCxnSpPr>
              <a:stCxn id="573" idx="2"/>
              <a:endCxn id="567" idx="0"/>
            </p:cNvCxnSpPr>
            <p:nvPr/>
          </p:nvCxnSpPr>
          <p:spPr>
            <a:xfrm>
              <a:off x="753058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2" name="Google Shape;582;p14"/>
            <p:cNvCxnSpPr>
              <a:stCxn id="567" idx="2"/>
              <a:endCxn id="569" idx="0"/>
            </p:cNvCxnSpPr>
            <p:nvPr/>
          </p:nvCxnSpPr>
          <p:spPr>
            <a:xfrm>
              <a:off x="8324418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3" name="Google Shape;583;p14"/>
            <p:cNvCxnSpPr>
              <a:stCxn id="569" idx="2"/>
              <a:endCxn id="568" idx="0"/>
            </p:cNvCxnSpPr>
            <p:nvPr/>
          </p:nvCxnSpPr>
          <p:spPr>
            <a:xfrm>
              <a:off x="9118253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84" name="Google Shape;584;p14"/>
          <p:cNvSpPr/>
          <p:nvPr/>
        </p:nvSpPr>
        <p:spPr>
          <a:xfrm>
            <a:off x="1988104" y="3946959"/>
            <a:ext cx="6941612" cy="973083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674099" y="4885390"/>
            <a:ext cx="1507173" cy="5853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更一般化的特征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8752785" y="4762250"/>
            <a:ext cx="1507173" cy="58533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rgbClr val="00734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更具体化的特征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5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593" name="Google Shape;593;p15" descr="Close-up of a real snowflake"/>
          <p:cNvPicPr preferRelativeResize="0"/>
          <p:nvPr/>
        </p:nvPicPr>
        <p:blipFill rotWithShape="1">
          <a:blip r:embed="rId3">
            <a:alphaModFix/>
          </a:blip>
          <a:srcRect l="1" t="21208" b="22790"/>
          <a:stretch/>
        </p:blipFill>
        <p:spPr>
          <a:xfrm>
            <a:off x="525780" y="1708796"/>
            <a:ext cx="9948672" cy="37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5"/>
          <p:cNvSpPr txBox="1">
            <a:spLocks noGrp="1"/>
          </p:cNvSpPr>
          <p:nvPr>
            <p:ph type="body" idx="2"/>
          </p:nvPr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rebuchet MS"/>
              <a:buNone/>
            </a:pPr>
            <a:r>
              <a:rPr lang="zh-CN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冻结模型？</a:t>
            </a:r>
            <a:endParaRPr>
              <a:latin typeface="Trebuchet MS" panose="020B0603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"/>
          <p:cNvSpPr txBox="1">
            <a:spLocks noGrp="1"/>
          </p:cNvSpPr>
          <p:nvPr>
            <p:ph type="title"/>
          </p:nvPr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迁移学习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  <p:pic>
        <p:nvPicPr>
          <p:cNvPr id="601" name="Google Shape;601;p16"/>
          <p:cNvPicPr preferRelativeResize="0"/>
          <p:nvPr/>
        </p:nvPicPr>
        <p:blipFill rotWithShape="1">
          <a:blip r:embed="rId3">
            <a:alphaModFix/>
          </a:blip>
          <a:srcRect l="32576" t="31145" r="49999" b="27272"/>
          <a:stretch/>
        </p:blipFill>
        <p:spPr>
          <a:xfrm>
            <a:off x="706582" y="2021031"/>
            <a:ext cx="2512684" cy="337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16"/>
          <p:cNvPicPr preferRelativeResize="0"/>
          <p:nvPr/>
        </p:nvPicPr>
        <p:blipFill rotWithShape="1">
          <a:blip r:embed="rId4">
            <a:alphaModFix/>
          </a:blip>
          <a:srcRect l="32661" t="29630" r="50474" b="28788"/>
          <a:stretch/>
        </p:blipFill>
        <p:spPr>
          <a:xfrm>
            <a:off x="4203146" y="2021031"/>
            <a:ext cx="2432162" cy="33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16"/>
          <p:cNvPicPr preferRelativeResize="0"/>
          <p:nvPr/>
        </p:nvPicPr>
        <p:blipFill rotWithShape="1">
          <a:blip r:embed="rId5">
            <a:alphaModFix/>
          </a:blip>
          <a:srcRect l="32387" t="30640" r="50000" b="27778"/>
          <a:stretch/>
        </p:blipFill>
        <p:spPr>
          <a:xfrm>
            <a:off x="7619188" y="2021031"/>
            <a:ext cx="2539996" cy="337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7"/>
          <p:cNvSpPr txBox="1">
            <a:spLocks noGrp="1"/>
          </p:cNvSpPr>
          <p:nvPr>
            <p:ph type="title"/>
          </p:nvPr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rPr>
              <a:t>我们开始吧！</a:t>
            </a:r>
            <a:endParaRPr dirty="0">
              <a:latin typeface="Trebuchet MS" panose="020B0603020202020204" pitchFamily="34" charset="0"/>
              <a:ea typeface="黑体" panose="02010609060101010101" pitchFamily="49" charset="-122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4094B1-5C9F-4A9D-BEE5-B4145BC69503}"/>
              </a:ext>
            </a:extLst>
          </p:cNvPr>
          <p:cNvGrpSpPr/>
          <p:nvPr/>
        </p:nvGrpSpPr>
        <p:grpSpPr>
          <a:xfrm>
            <a:off x="423081" y="5227093"/>
            <a:ext cx="6553770" cy="655092"/>
            <a:chOff x="423081" y="5227093"/>
            <a:chExt cx="6553770" cy="6550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8B6FD6C-E06E-4044-95A9-52094C02F132}"/>
                </a:ext>
              </a:extLst>
            </p:cNvPr>
            <p:cNvSpPr/>
            <p:nvPr/>
          </p:nvSpPr>
          <p:spPr>
            <a:xfrm>
              <a:off x="423081" y="5227093"/>
              <a:ext cx="3302758" cy="6550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37" name="Google Shape;937;p41"/>
            <p:cNvSpPr txBox="1"/>
            <p:nvPr/>
          </p:nvSpPr>
          <p:spPr>
            <a:xfrm>
              <a:off x="474826" y="5300870"/>
              <a:ext cx="6502025" cy="4000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学习更多 </a:t>
              </a: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DLI 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课程，请访问 </a:t>
              </a:r>
              <a:r>
                <a:rPr lang="en-US" altLang="zh-CN" sz="2000" dirty="0">
                  <a:solidFill>
                    <a:srgbClr val="76B900"/>
                  </a:solidFill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n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76B900"/>
                  </a:solidFill>
                  <a:effectLst/>
                  <a:uLnTx/>
                  <a:uFillTx/>
                  <a:latin typeface="Trebuchet MS" panose="020B0603020202020204" pitchFamily="34" charset="0"/>
                  <a:ea typeface="黑体" panose="02010609060101010101" pitchFamily="49" charset="-122"/>
                  <a:cs typeface="Trebuchet MS"/>
                  <a:sym typeface="Trebuchet MS"/>
                </a:rPr>
                <a:t>vidia.cn/DLI</a:t>
              </a:r>
              <a:endPara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pitchFamily="49" charset="-122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2_Title &amp; Bullet">
  <a:themeElements>
    <a:clrScheme name="Custom 4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0C34BD"/>
      </a:accent3>
      <a:accent4>
        <a:srgbClr val="4A4A4A"/>
      </a:accent4>
      <a:accent5>
        <a:srgbClr val="6E6E6E"/>
      </a:accent5>
      <a:accent6>
        <a:srgbClr val="0071C5"/>
      </a:accent6>
      <a:hlink>
        <a:srgbClr val="76B900"/>
      </a:hlink>
      <a:folHlink>
        <a:srgbClr val="00482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2582</Words>
  <Application>Microsoft Office PowerPoint</Application>
  <PresentationFormat>Custom</PresentationFormat>
  <Paragraphs>144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Trebuchet MS</vt:lpstr>
      <vt:lpstr>Arial</vt:lpstr>
      <vt:lpstr>Gill Sans</vt:lpstr>
      <vt:lpstr>Microsoft YaHei</vt:lpstr>
      <vt:lpstr>Noto Sans Symbols</vt:lpstr>
      <vt:lpstr>Wingdings</vt:lpstr>
      <vt:lpstr>Title &amp; Bullet</vt:lpstr>
      <vt:lpstr>1_Gallery</vt:lpstr>
      <vt:lpstr>1_Title &amp; Bullet</vt:lpstr>
      <vt:lpstr>12_Title &amp; Bullet</vt:lpstr>
      <vt:lpstr>2_Title &amp; Bullet</vt:lpstr>
      <vt:lpstr>深度学习基础知识</vt:lpstr>
      <vt:lpstr>课程议题</vt:lpstr>
      <vt:lpstr>课程议题 – 第 5 部分</vt:lpstr>
      <vt:lpstr>复习迄今所学的概念</vt:lpstr>
      <vt:lpstr>复习迄今所学的概念</vt:lpstr>
      <vt:lpstr>预训练模型</vt:lpstr>
      <vt:lpstr>预训练模型</vt:lpstr>
      <vt:lpstr>预训练模型</vt:lpstr>
      <vt:lpstr>下一个挑战</vt:lpstr>
      <vt:lpstr>迁移学习</vt:lpstr>
      <vt:lpstr>后续挑战</vt:lpstr>
      <vt:lpstr>迁移学习</vt:lpstr>
      <vt:lpstr>迁移学习</vt:lpstr>
      <vt:lpstr>迁移学习</vt:lpstr>
      <vt:lpstr>迁移学习</vt:lpstr>
      <vt:lpstr>迁移学习</vt:lpstr>
      <vt:lpstr>我们开始吧！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深度学习基础知识</dc:title>
  <dc:creator>Danielle Detering</dc:creator>
  <cp:lastModifiedBy>Kai Liu</cp:lastModifiedBy>
  <cp:revision>4</cp:revision>
  <dcterms:created xsi:type="dcterms:W3CDTF">2020-08-31T09:07:08Z</dcterms:created>
  <dcterms:modified xsi:type="dcterms:W3CDTF">2022-01-26T04:15:31Z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ddetering@nvidia.com</vt:lpwstr>
  </property>
  <property fmtid="{D5CDD505-2E9C-101B-9397-08002B2CF9AE}" pid="5" name="MSIP_Label_6b558183-044c-4105-8d9c-cea02a2a3d86_SetDate">
    <vt:lpwstr>2020-08-31T09:33:22.0153626Z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  <property fmtid="{D5CDD505-2E9C-101B-9397-08002B2CF9AE}" pid="10" name="ContentTypeId">
    <vt:lpwstr>0x01010004CF33B71089DC448F3A861CCE49DD4C</vt:lpwstr>
  </property>
</Properties>
</file>