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2" r:id="rId2"/>
    <p:sldMasterId id="2147483675" r:id="rId3"/>
    <p:sldMasterId id="2147483689" r:id="rId4"/>
    <p:sldMasterId id="2147483706" r:id="rId5"/>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0972800" cy="61722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U0bS11kcjBJ19Is11NZCq/4pi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CE80F7-09E0-46E4-8B53-46681FA3A45F}">
  <a:tblStyle styleId="{F5CE80F7-09E0-46E4-8B53-46681FA3A45F}"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b="off" i="off"/>
      <a:tcStyle>
        <a:tcBdr/>
        <a:fill>
          <a:solidFill>
            <a:srgbClr val="CAD4EA"/>
          </a:solidFill>
        </a:fill>
      </a:tcStyle>
    </a:band1H>
    <a:band2H>
      <a:tcTxStyle b="off" i="off"/>
      <a:tcStyle>
        <a:tcBdr/>
      </a:tcStyle>
    </a:band2H>
    <a:band1V>
      <a:tcTxStyle b="off" i="off"/>
      <a:tcStyle>
        <a:tcBdr/>
        <a:fill>
          <a:solidFill>
            <a:srgbClr val="CAD4EA"/>
          </a:solidFill>
        </a:fill>
      </a:tcStyle>
    </a:band1V>
    <a:band2V>
      <a:tcTxStyle b="off" i="off"/>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86640" autoAdjust="0"/>
  </p:normalViewPr>
  <p:slideViewPr>
    <p:cSldViewPr snapToGrid="0">
      <p:cViewPr>
        <p:scale>
          <a:sx n="60" d="100"/>
          <a:sy n="60" d="100"/>
        </p:scale>
        <p:origin x="1446" y="120"/>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55"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notesMaster" Target="notesMasters/notesMaster1.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53"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52"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lnSpc>
                <a:spcPct val="100000"/>
              </a:lnSpc>
              <a:spcBef>
                <a:spcPts val="330"/>
              </a:spcBef>
              <a:spcAft>
                <a:spcPts val="0"/>
              </a:spcAft>
              <a:buClr>
                <a:srgbClr val="000000"/>
              </a:buClr>
              <a:buSzPts val="1400"/>
              <a:buFont typeface="Arial"/>
              <a:buNone/>
              <a:defRPr sz="1100" b="0" i="0" u="none" strike="noStrike" cap="none">
                <a:solidFill>
                  <a:schemeClr val="dk1"/>
                </a:solidFill>
                <a:latin typeface="Trebuchet MS"/>
                <a:ea typeface="Trebuchet MS"/>
                <a:cs typeface="Trebuchet MS"/>
                <a:sym typeface="Trebuchet MS"/>
              </a:defRPr>
            </a:lvl1pPr>
            <a:lvl2pPr marL="914400" marR="0" lvl="1" indent="-228600" algn="l" rtl="0">
              <a:lnSpc>
                <a:spcPct val="100000"/>
              </a:lnSpc>
              <a:spcBef>
                <a:spcPts val="330"/>
              </a:spcBef>
              <a:spcAft>
                <a:spcPts val="0"/>
              </a:spcAft>
              <a:buClr>
                <a:srgbClr val="000000"/>
              </a:buClr>
              <a:buSzPts val="1400"/>
              <a:buFont typeface="Arial"/>
              <a:buNone/>
              <a:defRPr sz="1100" b="0" i="0" u="none" strike="noStrike" cap="none">
                <a:solidFill>
                  <a:schemeClr val="dk1"/>
                </a:solidFill>
                <a:latin typeface="Trebuchet MS"/>
                <a:ea typeface="Trebuchet MS"/>
                <a:cs typeface="Trebuchet MS"/>
                <a:sym typeface="Trebuchet MS"/>
              </a:defRPr>
            </a:lvl2pPr>
            <a:lvl3pPr marL="1371600" marR="0" lvl="2" indent="-228600" algn="l" rtl="0">
              <a:lnSpc>
                <a:spcPct val="100000"/>
              </a:lnSpc>
              <a:spcBef>
                <a:spcPts val="330"/>
              </a:spcBef>
              <a:spcAft>
                <a:spcPts val="0"/>
              </a:spcAft>
              <a:buClr>
                <a:srgbClr val="000000"/>
              </a:buClr>
              <a:buSzPts val="1400"/>
              <a:buFont typeface="Arial"/>
              <a:buNone/>
              <a:defRPr sz="1100" b="0" i="0" u="none" strike="noStrike" cap="none">
                <a:solidFill>
                  <a:schemeClr val="dk1"/>
                </a:solidFill>
                <a:latin typeface="Trebuchet MS"/>
                <a:ea typeface="Trebuchet MS"/>
                <a:cs typeface="Trebuchet MS"/>
                <a:sym typeface="Trebuchet MS"/>
              </a:defRPr>
            </a:lvl3pPr>
            <a:lvl4pPr marL="1828800" marR="0" lvl="3" indent="-228600" algn="l" rtl="0">
              <a:lnSpc>
                <a:spcPct val="100000"/>
              </a:lnSpc>
              <a:spcBef>
                <a:spcPts val="330"/>
              </a:spcBef>
              <a:spcAft>
                <a:spcPts val="0"/>
              </a:spcAft>
              <a:buClr>
                <a:srgbClr val="000000"/>
              </a:buClr>
              <a:buSzPts val="1400"/>
              <a:buFont typeface="Arial"/>
              <a:buNone/>
              <a:defRPr sz="1100" b="0" i="0" u="none" strike="noStrike" cap="none">
                <a:solidFill>
                  <a:schemeClr val="dk1"/>
                </a:solidFill>
                <a:latin typeface="Trebuchet MS"/>
                <a:ea typeface="Trebuchet MS"/>
                <a:cs typeface="Trebuchet MS"/>
                <a:sym typeface="Trebuchet MS"/>
              </a:defRPr>
            </a:lvl4pPr>
            <a:lvl5pPr marL="2286000" marR="0" lvl="4" indent="-228600" algn="l" rtl="0">
              <a:lnSpc>
                <a:spcPct val="100000"/>
              </a:lnSpc>
              <a:spcBef>
                <a:spcPts val="330"/>
              </a:spcBef>
              <a:spcAft>
                <a:spcPts val="0"/>
              </a:spcAft>
              <a:buClr>
                <a:srgbClr val="000000"/>
              </a:buClr>
              <a:buSzPts val="1400"/>
              <a:buFont typeface="Arial"/>
              <a:buNone/>
              <a:defRPr sz="1100" b="0" i="0" u="none" strike="noStrike" cap="none">
                <a:solidFill>
                  <a:schemeClr val="dk1"/>
                </a:solidFill>
                <a:latin typeface="Trebuchet MS"/>
                <a:ea typeface="Trebuchet MS"/>
                <a:cs typeface="Trebuchet MS"/>
                <a:sym typeface="Trebuchet M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altLang="zh-CN" sz="1100" b="0" i="0" u="none" strike="noStrike" cap="none" smtClean="0">
                <a:solidFill>
                  <a:schemeClr val="dk1"/>
                </a:solidFill>
                <a:latin typeface="Trebuchet MS"/>
                <a:ea typeface="Trebuchet MS"/>
                <a:cs typeface="Trebuchet MS"/>
                <a:sym typeface="Trebuchet MS"/>
              </a:rPr>
              <a:t>‹#›</a:t>
            </a:fld>
            <a:endParaRPr lang="zh-CN" altLang="en-US" sz="1100" b="0" i="0" u="none" strike="noStrike" cap="none" dirty="0">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youtube.com/watch?v=8HyCNIVRbSU"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plato.stanford.edu/entries/chinese-room/"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8" name="Google Shape;638;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lang="zh-CN" altLang="en-US" dirty="0">
              <a:latin typeface="黑体" panose="02010609060101010101" pitchFamily="49" charset="-122"/>
              <a:ea typeface="黑体" panose="02010609060101010101" pitchFamily="49" charset="-122"/>
            </a:endParaRPr>
          </a:p>
        </p:txBody>
      </p:sp>
      <p:sp>
        <p:nvSpPr>
          <p:cNvPr id="639" name="Google Shape;639;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5" name="Google Shape;645;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lang="zh-CN" altLang="en-US" dirty="0">
              <a:latin typeface="黑体" panose="02010609060101010101" pitchFamily="49" charset="-122"/>
              <a:ea typeface="黑体" panose="02010609060101010101" pitchFamily="49" charset="-122"/>
            </a:endParaRPr>
          </a:p>
        </p:txBody>
      </p:sp>
      <p:sp>
        <p:nvSpPr>
          <p:cNvPr id="646" name="Google Shape;646;p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2</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endParaRPr lang="zh-CN" altLang="en-US" dirty="0">
              <a:latin typeface="黑体" panose="02010609060101010101" pitchFamily="49" charset="-122"/>
              <a:ea typeface="黑体" panose="02010609060101010101" pitchFamily="49" charset="-122"/>
            </a:endParaRPr>
          </a:p>
        </p:txBody>
      </p:sp>
      <p:sp>
        <p:nvSpPr>
          <p:cNvPr id="681" name="Google Shape;681;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3</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7" name="Google Shape;697;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a:latin typeface="黑体" panose="02010609060101010101" pitchFamily="49" charset="-122"/>
                <a:ea typeface="黑体" panose="02010609060101010101" pitchFamily="49" charset="-122"/>
              </a:rPr>
              <a:t>现在我们已经掌握了神经网络的基础知识，我们将对一些更高级的神经网络体系结构做一个简要的介绍。</a:t>
            </a:r>
            <a:endParaRPr lang="zh-CN" altLang="en-US" dirty="0">
              <a:latin typeface="黑体" panose="02010609060101010101" pitchFamily="49" charset="-122"/>
              <a:ea typeface="黑体" panose="02010609060101010101" pitchFamily="49" charset="-122"/>
            </a:endParaRPr>
          </a:p>
        </p:txBody>
      </p:sp>
      <p:sp>
        <p:nvSpPr>
          <p:cNvPr id="698" name="Google Shape;698;p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最重要的是，人工智能的目标是解决问题，甚至比人类解决得更好。 我们尝试找到人工智能的实际用途的次数越多，我们就越需要了解人类的思维和操作方式。</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04" name="Google Shape;704;p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例如，在今天的大部分时间里，我们讨论了如何在计算机视觉领域使用</a:t>
            </a:r>
            <a:r>
              <a:rPr lang="en-US" altLang="zh-CN">
                <a:latin typeface="Trebuchet MS" panose="020B0603020202020204" pitchFamily="34" charset="0"/>
                <a:ea typeface="黑体" panose="02010609060101010101" pitchFamily="49" charset="-122"/>
                <a:cs typeface="Trebuchet MS"/>
                <a:sym typeface="Trebuchet MS"/>
              </a:rPr>
              <a:t>AI</a:t>
            </a:r>
            <a:r>
              <a:rPr lang="zh-CN" altLang="en-US">
                <a:latin typeface="Trebuchet MS" panose="020B0603020202020204" pitchFamily="34" charset="0"/>
                <a:ea typeface="黑体" panose="02010609060101010101" pitchFamily="49" charset="-122"/>
                <a:cs typeface="Trebuchet MS"/>
                <a:sym typeface="Trebuchet MS"/>
              </a:rPr>
              <a:t>。 但是，我们只涉及了该研究领域的一些皮毛。 计算机视觉的许多突破都与我们对人类自己的硬件的更好理解有关。</a:t>
            </a:r>
          </a:p>
          <a:p>
            <a:pPr marL="0" lvl="0" indent="0" algn="l" rtl="0">
              <a:lnSpc>
                <a:spcPct val="100000"/>
              </a:lnSpc>
              <a:spcBef>
                <a:spcPts val="330"/>
              </a:spcBef>
              <a:spcAft>
                <a:spcPts val="0"/>
              </a:spcAft>
              <a:buSzPts val="1400"/>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100000"/>
              </a:lnSpc>
              <a:spcBef>
                <a:spcPts val="33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有没有想过为什么计算机具有三个用于红色，绿色和蓝色的颜色通道？ 选择这些颜色并非巧合。 在人眼中，我们有称为光感受器的专门细胞，并且有些光感受器具有拾取红色，绿色和蓝色光的功能。 因此，当提出用于计算机的</a:t>
            </a:r>
            <a:r>
              <a:rPr lang="en-US" altLang="zh-CN">
                <a:latin typeface="Trebuchet MS" panose="020B0603020202020204" pitchFamily="34" charset="0"/>
                <a:ea typeface="黑体" panose="02010609060101010101" pitchFamily="49" charset="-122"/>
                <a:cs typeface="Trebuchet MS"/>
                <a:sym typeface="Trebuchet MS"/>
              </a:rPr>
              <a:t>RGB</a:t>
            </a:r>
            <a:r>
              <a:rPr lang="zh-CN" altLang="en-US">
                <a:latin typeface="Trebuchet MS" panose="020B0603020202020204" pitchFamily="34" charset="0"/>
                <a:ea typeface="黑体" panose="02010609060101010101" pitchFamily="49" charset="-122"/>
                <a:cs typeface="Trebuchet MS"/>
                <a:sym typeface="Trebuchet MS"/>
              </a:rPr>
              <a:t>数据结构时，这在很大程度上要考虑到人类。</a:t>
            </a:r>
            <a:endParaRPr lang="zh-CN" altLang="en-US" dirty="0">
              <a:latin typeface="Trebuchet MS" panose="020B0603020202020204" pitchFamily="34" charset="0"/>
              <a:ea typeface="黑体" panose="02010609060101010101" pitchFamily="49" charset="-122"/>
            </a:endParaRPr>
          </a:p>
        </p:txBody>
      </p:sp>
      <p:sp>
        <p:nvSpPr>
          <p:cNvPr id="723" name="Google Shape;723;p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让我们换一个话题，尝试一下“自然语言处理”，它的目标是提供一种可以像人类一样</a:t>
            </a:r>
            <a:r>
              <a:rPr lang="zh-CN" altLang="en-US">
                <a:latin typeface="黑体" panose="02010609060101010101" pitchFamily="49" charset="-122"/>
                <a:ea typeface="黑体" panose="02010609060101010101" pitchFamily="49" charset="-122"/>
              </a:rPr>
              <a:t>理解</a:t>
            </a:r>
            <a:r>
              <a:rPr lang="zh-CN" altLang="en-US">
                <a:latin typeface="Trebuchet MS" panose="020B0603020202020204" pitchFamily="34" charset="0"/>
                <a:ea typeface="黑体" panose="02010609060101010101" pitchFamily="49" charset="-122"/>
                <a:cs typeface="Trebuchet MS"/>
                <a:sym typeface="Trebuchet MS"/>
              </a:rPr>
              <a:t>和生成语言的智能。 这里有很多有趣的机制。 首先，要使计算机完全理解任何内容，必须将其表示为数字。 我们该怎么做？ 而且我们选择单词的顺序也很重要</a:t>
            </a:r>
            <a:r>
              <a:rPr lang="zh-CN" altLang="en-US">
                <a:latin typeface="黑体" panose="02010609060101010101" pitchFamily="49" charset="-122"/>
                <a:ea typeface="黑体" panose="02010609060101010101" pitchFamily="49" charset="-122"/>
              </a:rPr>
              <a:t>，</a:t>
            </a:r>
            <a:r>
              <a:rPr lang="zh-CN" altLang="en-US">
                <a:latin typeface="Trebuchet MS" panose="020B0603020202020204" pitchFamily="34" charset="0"/>
                <a:ea typeface="黑体" panose="02010609060101010101" pitchFamily="49" charset="-122"/>
                <a:cs typeface="Trebuchet MS"/>
                <a:sym typeface="Trebuchet MS"/>
              </a:rPr>
              <a:t>我们如何捕捉句子结构？</a:t>
            </a:r>
            <a:endParaRPr lang="zh-CN" altLang="en-US">
              <a:latin typeface="Trebuchet MS" panose="020B0603020202020204" pitchFamily="34" charset="0"/>
              <a:ea typeface="黑体" panose="02010609060101010101" pitchFamily="49" charset="-122"/>
            </a:endParaRPr>
          </a:p>
          <a:p>
            <a:pPr marL="0" lvl="0" indent="0" algn="l" rtl="0">
              <a:lnSpc>
                <a:spcPct val="100000"/>
              </a:lnSpc>
              <a:spcBef>
                <a:spcPts val="330"/>
              </a:spcBef>
              <a:spcAft>
                <a:spcPts val="0"/>
              </a:spcAft>
              <a:buSzPts val="1400"/>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100000"/>
              </a:lnSpc>
              <a:spcBef>
                <a:spcPts val="33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考虑到</a:t>
            </a:r>
            <a:r>
              <a:rPr lang="zh-CN" altLang="en-US">
                <a:latin typeface="黑体" panose="02010609060101010101" pitchFamily="49" charset="-122"/>
                <a:ea typeface="黑体" panose="02010609060101010101" pitchFamily="49" charset="-122"/>
              </a:rPr>
              <a:t>上述问题</a:t>
            </a:r>
            <a:r>
              <a:rPr lang="zh-CN" altLang="en-US">
                <a:latin typeface="Trebuchet MS" panose="020B0603020202020204" pitchFamily="34" charset="0"/>
                <a:ea typeface="黑体" panose="02010609060101010101" pitchFamily="49" charset="-122"/>
                <a:cs typeface="Trebuchet MS"/>
                <a:sym typeface="Trebuchet MS"/>
              </a:rPr>
              <a:t>，</a:t>
            </a:r>
            <a:r>
              <a:rPr lang="zh-CN" altLang="en-US">
                <a:latin typeface="黑体" panose="02010609060101010101" pitchFamily="49" charset="-122"/>
                <a:ea typeface="黑体" panose="02010609060101010101" pitchFamily="49" charset="-122"/>
              </a:rPr>
              <a:t>难以想象</a:t>
            </a:r>
            <a:r>
              <a:rPr lang="zh-CN" altLang="en-US">
                <a:latin typeface="Trebuchet MS" panose="020B0603020202020204" pitchFamily="34" charset="0"/>
                <a:ea typeface="黑体" panose="02010609060101010101" pitchFamily="49" charset="-122"/>
                <a:cs typeface="Trebuchet MS"/>
                <a:sym typeface="Trebuchet MS"/>
              </a:rPr>
              <a:t>人类具有通过语言相互交流的能力。现在让我们做一下图灵测试！ 这些讲义是由人还是由机器写的？ 我们期待在课程反馈中看到您的反馈☺。</a:t>
            </a:r>
            <a:endParaRPr lang="zh-CN" altLang="en-US" dirty="0">
              <a:latin typeface="Trebuchet MS" panose="020B0603020202020204" pitchFamily="34" charset="0"/>
              <a:ea typeface="黑体" panose="02010609060101010101" pitchFamily="49" charset="-122"/>
            </a:endParaRPr>
          </a:p>
        </p:txBody>
      </p:sp>
      <p:sp>
        <p:nvSpPr>
          <p:cNvPr id="742" name="Google Shape;742;p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a:latin typeface="Trebuchet MS" panose="020B0603020202020204" pitchFamily="34" charset="0"/>
                <a:ea typeface="黑体" panose="02010609060101010101" pitchFamily="49" charset="-122"/>
                <a:cs typeface="Trebuchet MS"/>
                <a:sym typeface="Trebuchet MS"/>
              </a:rPr>
              <a:t>我们将学习一些有趣的技巧来入门。</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61" name="Google Shape;761;p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7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p7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假设我们要制作一个工具来帮助作家。 给定一个句子的前几个词，我们希望我们的模型能够填充句子的其余部分。</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我们需要弄清的第一件事是如何将单词表示为数字？ 当人们第一次遇到这个问题时，他们想出的一个解决方案是制作自己的字典。 我们将获取每个唯一的单词，并为其分配一个数字，然后将此单词列表称为字典。 然后，我们可以通过字典运行句子以获取分配给每个单词的数字。 执行此操作的函数称为令牌生成器。</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67" name="Google Shape;767;p7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9</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我们将从一个简单的例子开始。我们要创建一个模型，该模型将一个单词作为输入，并尝试预测下一个单词作为输出。 给定我们的字典，我们可以预测在“ </a:t>
            </a:r>
            <a:r>
              <a:rPr lang="en-US" altLang="zh-CN">
                <a:latin typeface="黑体" panose="02010609060101010101" pitchFamily="49" charset="-122"/>
                <a:ea typeface="黑体" panose="02010609060101010101" pitchFamily="49" charset="-122"/>
              </a:rPr>
              <a:t>dog</a:t>
            </a:r>
            <a:r>
              <a:rPr lang="zh-CN" altLang="en-US">
                <a:latin typeface="黑体" panose="02010609060101010101" pitchFamily="49" charset="-122"/>
                <a:ea typeface="黑体" panose="02010609060101010101" pitchFamily="49" charset="-122"/>
              </a:rPr>
              <a:t>”之后出现的单词将是“ </a:t>
            </a:r>
            <a:r>
              <a:rPr lang="en-US" altLang="zh-CN">
                <a:latin typeface="黑体" panose="02010609060101010101" pitchFamily="49" charset="-122"/>
                <a:ea typeface="黑体" panose="02010609060101010101" pitchFamily="49" charset="-122"/>
              </a:rPr>
              <a:t>ate</a:t>
            </a:r>
            <a:r>
              <a:rPr lang="zh-CN" altLang="en-US">
                <a:latin typeface="黑体" panose="02010609060101010101" pitchFamily="49" charset="-122"/>
                <a:ea typeface="黑体" panose="02010609060101010101" pitchFamily="49" charset="-122"/>
              </a:rPr>
              <a:t>”或“ </a:t>
            </a:r>
            <a:r>
              <a:rPr lang="en-US" altLang="zh-CN">
                <a:latin typeface="黑体" panose="02010609060101010101" pitchFamily="49" charset="-122"/>
                <a:ea typeface="黑体" panose="02010609060101010101" pitchFamily="49" charset="-122"/>
              </a:rPr>
              <a:t>barked</a:t>
            </a:r>
            <a:r>
              <a:rPr lang="zh-CN" altLang="en-US">
                <a:latin typeface="黑体" panose="02010609060101010101" pitchFamily="49" charset="-122"/>
                <a:ea typeface="黑体" panose="02010609060101010101" pitchFamily="49" charset="-122"/>
              </a:rPr>
              <a:t>”。 我们将如何建立模型来做到这一点？</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即使我们为每个单词分配了一个数字，它仍然是分类变量。 为此，我们将每个单词分配给一个输入神经元。</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77" name="Google Shape;777;p1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从计算机的角度来看，它将为输入的那个单词分配一个</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，为所有其它的单词分配一个</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。这个输入向量被称为“独热编码”，因为我们给其中一个元素分配一个“</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（即它是“热的”），而其它所有元素都分配为“</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（即是“冷的”）。 对于输出向量，它将分配给预测为紧随输入单词的的下一个单词的概率。</a:t>
            </a:r>
          </a:p>
          <a:p>
            <a:pPr marL="0" lvl="0" indent="0" algn="l" rtl="0">
              <a:lnSpc>
                <a:spcPct val="100000"/>
              </a:lnSpc>
              <a:spcBef>
                <a:spcPts val="330"/>
              </a:spcBef>
              <a:spcAft>
                <a:spcPts val="0"/>
              </a:spcAft>
              <a:buSzPts val="1400"/>
              <a:buNone/>
            </a:pPr>
            <a:endParaRPr lang="zh-CN" altLang="en-US" dirty="0">
              <a:latin typeface="Trebuchet MS"/>
              <a:ea typeface="Trebuchet MS"/>
              <a:cs typeface="Trebuchet MS"/>
              <a:sym typeface="Trebuchet MS"/>
            </a:endParaRPr>
          </a:p>
        </p:txBody>
      </p:sp>
      <p:sp>
        <p:nvSpPr>
          <p:cNvPr id="788" name="Google Shape;788;p1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如果我们的字典很小，那“独热编码”这种方式是可行的，但是如果我们有数百万个单词怎么办？这将导致我们拥有数百万的权重！处理这种情况的一种技巧是为每个单词产生一种称为“嵌入编码”（或称嵌入向量）的东西。假设我们有一个动物名称的字典，我们想用两个数字来代表它们中的每一个。我们可以通过两种方式描述这些动物，例如它们的家养</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野生程度以及它们的大小。我们将以家养</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野生比例将完全家养的动物指定为</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，并以家养</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野生比例将完全野生的动物指定为</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之所以称为嵌入，是因为我们将较高维度的向量（每个动物都属于一个类别）映射到（或称嵌入到）一个较小维度的空间中。我们在这里使用两个描述维度，所以它是</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维嵌入向量。如果我们使用三个描述维度，例如家养</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野生，大</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小和猎物</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捕食者，那将是</a:t>
            </a:r>
            <a:r>
              <a:rPr lang="en-US" altLang="zh-CN">
                <a:latin typeface="黑体" panose="02010609060101010101" pitchFamily="49" charset="-122"/>
                <a:ea typeface="黑体" panose="02010609060101010101" pitchFamily="49" charset="-122"/>
              </a:rPr>
              <a:t>3-</a:t>
            </a:r>
            <a:r>
              <a:rPr lang="zh-CN" altLang="en-US">
                <a:latin typeface="黑体" panose="02010609060101010101" pitchFamily="49" charset="-122"/>
                <a:ea typeface="黑体" panose="02010609060101010101" pitchFamily="49" charset="-122"/>
              </a:rPr>
              <a:t>维嵌入向量。</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很久以前，一群语言学家试图进行过这样的练习，为单词描述符分配了值。今天，我们可以使用神经网络来生成嵌入向量。</a:t>
            </a:r>
          </a:p>
          <a:p>
            <a:pPr marL="0" lvl="0" indent="0" algn="l" rtl="0">
              <a:lnSpc>
                <a:spcPct val="100000"/>
              </a:lnSpc>
              <a:spcBef>
                <a:spcPts val="330"/>
              </a:spcBef>
              <a:spcAft>
                <a:spcPts val="0"/>
              </a:spcAft>
              <a:buSzPts val="1400"/>
              <a:buNone/>
            </a:pPr>
            <a:endParaRPr lang="zh-CN" altLang="en-US" dirty="0">
              <a:latin typeface="Trebuchet MS"/>
              <a:ea typeface="Trebuchet MS"/>
              <a:cs typeface="Trebuchet MS"/>
              <a:sym typeface="Trebuchet MS"/>
            </a:endParaRPr>
          </a:p>
        </p:txBody>
      </p:sp>
      <p:sp>
        <p:nvSpPr>
          <p:cNvPr id="1000" name="Google Shape;1000;p1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每当我们中从高维空间下降到低维空间时，从技术上讲，这都是一种嵌入。 换句话说，</a:t>
            </a:r>
            <a:r>
              <a:rPr lang="zh-CN" altLang="en-US">
                <a:solidFill>
                  <a:srgbClr val="000000"/>
                </a:solidFill>
                <a:latin typeface="黑体" panose="02010609060101010101" pitchFamily="49" charset="-122"/>
                <a:ea typeface="黑体" panose="02010609060101010101" pitchFamily="49" charset="-122"/>
              </a:rPr>
              <a:t>在神经网络</a:t>
            </a:r>
            <a:r>
              <a:rPr lang="en-US" altLang="zh-CN">
                <a:solidFill>
                  <a:srgbClr val="000000"/>
                </a:solidFill>
                <a:latin typeface="黑体" panose="02010609060101010101" pitchFamily="49" charset="-122"/>
                <a:ea typeface="黑体" panose="02010609060101010101" pitchFamily="49" charset="-122"/>
              </a:rPr>
              <a:t>, </a:t>
            </a:r>
            <a:r>
              <a:rPr lang="zh-CN" altLang="en-US">
                <a:latin typeface="黑体" panose="02010609060101010101" pitchFamily="49" charset="-122"/>
                <a:ea typeface="黑体" panose="02010609060101010101" pitchFamily="49" charset="-122"/>
              </a:rPr>
              <a:t>每当我们从更多的神经元减少到更少的神经元时，我们就在创建一个嵌入。 较低维度中的神经元数量是嵌入向量的长度。</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如今，人们经常使用迁移学习来获得单词的</a:t>
            </a:r>
            <a:r>
              <a:rPr lang="zh-CN" altLang="en-US">
                <a:solidFill>
                  <a:srgbClr val="000000"/>
                </a:solidFill>
                <a:latin typeface="黑体" panose="02010609060101010101" pitchFamily="49" charset="-122"/>
                <a:ea typeface="黑体" panose="02010609060101010101" pitchFamily="49" charset="-122"/>
              </a:rPr>
              <a:t>嵌入向量</a:t>
            </a:r>
            <a:r>
              <a:rPr lang="zh-CN" altLang="en-US">
                <a:latin typeface="黑体" panose="02010609060101010101" pitchFamily="49" charset="-122"/>
                <a:ea typeface="黑体" panose="02010609060101010101" pitchFamily="49" charset="-122"/>
              </a:rPr>
              <a:t>。 在今天的动手实验中，我们将创建自己的迁移学习，看看它是如何完成词嵌入的。</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100000"/>
              </a:lnSpc>
              <a:spcBef>
                <a:spcPts val="330"/>
              </a:spcBef>
              <a:spcAft>
                <a:spcPts val="0"/>
              </a:spcAft>
              <a:buSzPts val="1400"/>
              <a:buNone/>
            </a:pPr>
            <a:endParaRPr lang="zh-CN" altLang="en-US" dirty="0">
              <a:latin typeface="Trebuchet MS"/>
              <a:ea typeface="Trebuchet MS"/>
              <a:cs typeface="Trebuchet MS"/>
              <a:sym typeface="Trebuchet MS"/>
            </a:endParaRPr>
          </a:p>
        </p:txBody>
      </p:sp>
      <p:sp>
        <p:nvSpPr>
          <p:cNvPr id="1024" name="Google Shape;1024;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6" name="Google Shape;1236;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我们现在知道如何将单词映射为数字了。 但是，如果我们要预测句子的下一个单词，则需要一种方法来捕获句子中使用过的前面几个单词。</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37" name="Google Shape;1237;p1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2" name="Google Shape;1242;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在这里，我们试图预测这些句子的第三个单词，但是这些句子的第一个单词对这些预测有重大影响。</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43" name="Google Shape;1243;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2" name="Google Shape;1252;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为了记住第一个单词，我们将创建一个称为循环神经网络（</a:t>
            </a:r>
            <a:r>
              <a:rPr lang="en-US" altLang="zh-CN">
                <a:latin typeface="黑体" panose="02010609060101010101" pitchFamily="49" charset="-122"/>
                <a:ea typeface="黑体" panose="02010609060101010101" pitchFamily="49" charset="-122"/>
              </a:rPr>
              <a:t>RNN</a:t>
            </a:r>
            <a:r>
              <a:rPr lang="zh-CN" altLang="en-US">
                <a:latin typeface="黑体" panose="02010609060101010101" pitchFamily="49" charset="-122"/>
                <a:ea typeface="黑体" panose="02010609060101010101" pitchFamily="49" charset="-122"/>
              </a:rPr>
              <a:t>）的模型。 当我们看到它实际运行的效果时会有更好的理解，因此让我们以猫的示例为例进行逐步介绍。</a:t>
            </a:r>
            <a:endParaRPr lang="zh-CN" altLang="en-US" dirty="0">
              <a:latin typeface="黑体" panose="02010609060101010101" pitchFamily="49" charset="-122"/>
              <a:ea typeface="黑体" panose="02010609060101010101" pitchFamily="49" charset="-122"/>
            </a:endParaRPr>
          </a:p>
        </p:txBody>
      </p:sp>
      <p:sp>
        <p:nvSpPr>
          <p:cNvPr id="1253" name="Google Shape;1253;p1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2"/>
        <p:cNvGrpSpPr/>
        <p:nvPr/>
      </p:nvGrpSpPr>
      <p:grpSpPr>
        <a:xfrm>
          <a:off x="0" y="0"/>
          <a:ext cx="0" cy="0"/>
          <a:chOff x="0" y="0"/>
          <a:chExt cx="0" cy="0"/>
        </a:xfrm>
      </p:grpSpPr>
      <p:sp>
        <p:nvSpPr>
          <p:cNvPr id="1333" name="Google Shape;1333;p1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4" name="Google Shape;1334;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让我们从猫的预测开始。 我们将“</a:t>
            </a:r>
            <a:r>
              <a:rPr lang="en-US" altLang="zh-CN">
                <a:latin typeface="黑体" panose="02010609060101010101" pitchFamily="49" charset="-122"/>
                <a:ea typeface="黑体" panose="02010609060101010101" pitchFamily="49" charset="-122"/>
              </a:rPr>
              <a:t>cat</a:t>
            </a:r>
            <a:r>
              <a:rPr lang="zh-CN" altLang="en-US">
                <a:latin typeface="黑体" panose="02010609060101010101" pitchFamily="49" charset="-122"/>
                <a:ea typeface="黑体" panose="02010609060101010101" pitchFamily="49" charset="-122"/>
              </a:rPr>
              <a:t>”对应的独热码输入到的神经元中，像以前一样，我们将预测下一个单词是什么。</a:t>
            </a:r>
            <a:endParaRPr lang="zh-CN" altLang="en-US" dirty="0">
              <a:latin typeface="黑体" panose="02010609060101010101" pitchFamily="49" charset="-122"/>
              <a:ea typeface="黑体" panose="02010609060101010101" pitchFamily="49" charset="-122"/>
            </a:endParaRPr>
          </a:p>
        </p:txBody>
      </p:sp>
      <p:sp>
        <p:nvSpPr>
          <p:cNvPr id="1335" name="Google Shape;1335;p1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9" name="Google Shape;1419;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当我们这样做时，</a:t>
            </a:r>
            <a:r>
              <a:rPr lang="en-US" altLang="zh-CN">
                <a:latin typeface="黑体" panose="02010609060101010101" pitchFamily="49" charset="-122"/>
                <a:ea typeface="黑体" panose="02010609060101010101" pitchFamily="49" charset="-122"/>
              </a:rPr>
              <a:t>RNN</a:t>
            </a:r>
            <a:r>
              <a:rPr lang="zh-CN" altLang="en-US">
                <a:latin typeface="黑体" panose="02010609060101010101" pitchFamily="49" charset="-122"/>
                <a:ea typeface="黑体" panose="02010609060101010101" pitchFamily="49" charset="-122"/>
              </a:rPr>
              <a:t>层中的神经元将像正常神经元一样具有数值输出。</a:t>
            </a:r>
          </a:p>
          <a:p>
            <a:pPr marL="0" lvl="0" indent="0" algn="l" rtl="0">
              <a:lnSpc>
                <a:spcPct val="100000"/>
              </a:lnSpc>
              <a:spcBef>
                <a:spcPts val="0"/>
              </a:spcBef>
              <a:spcAft>
                <a:spcPts val="0"/>
              </a:spcAft>
              <a:buSzPts val="1400"/>
              <a:buNone/>
            </a:pPr>
            <a:endParaRPr lang="zh-CN" altLang="en-US" dirty="0">
              <a:latin typeface="Trebuchet MS"/>
              <a:ea typeface="Trebuchet MS"/>
              <a:cs typeface="Trebuchet MS"/>
              <a:sym typeface="Trebuchet MS"/>
            </a:endParaRPr>
          </a:p>
        </p:txBody>
      </p:sp>
      <p:sp>
        <p:nvSpPr>
          <p:cNvPr id="1420" name="Google Shape;1420;p1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p1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5" name="Google Shape;1505;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输入句子的下一个单词时，我们将再次使用相同的输出。 一般而言，我们的网络了解到句子开头的“猫”具有特定的含义，与它位于句子中不同位置时的含义不同。</a:t>
            </a:r>
            <a:endParaRPr lang="zh-CN" altLang="en-US" dirty="0">
              <a:latin typeface="黑体" panose="02010609060101010101" pitchFamily="49" charset="-122"/>
              <a:ea typeface="黑体" panose="02010609060101010101" pitchFamily="49" charset="-122"/>
            </a:endParaRPr>
          </a:p>
        </p:txBody>
      </p:sp>
      <p:sp>
        <p:nvSpPr>
          <p:cNvPr id="1506" name="Google Shape;1506;p1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5"/>
        <p:cNvGrpSpPr/>
        <p:nvPr/>
      </p:nvGrpSpPr>
      <p:grpSpPr>
        <a:xfrm>
          <a:off x="0" y="0"/>
          <a:ext cx="0" cy="0"/>
          <a:chOff x="0" y="0"/>
          <a:chExt cx="0" cy="0"/>
        </a:xfrm>
      </p:grpSpPr>
      <p:sp>
        <p:nvSpPr>
          <p:cNvPr id="1586" name="Google Shape;1586;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7" name="Google Shape;1587;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我们将重复使用我们的网络来表示下一个词“ </a:t>
            </a:r>
            <a:r>
              <a:rPr lang="en-US" altLang="zh-CN">
                <a:latin typeface="黑体" panose="02010609060101010101" pitchFamily="49" charset="-122"/>
                <a:ea typeface="黑体" panose="02010609060101010101" pitchFamily="49" charset="-122"/>
              </a:rPr>
              <a:t>say</a:t>
            </a:r>
            <a:r>
              <a:rPr lang="zh-CN" altLang="en-US">
                <a:latin typeface="黑体" panose="02010609060101010101" pitchFamily="49" charset="-122"/>
                <a:ea typeface="黑体" panose="02010609060101010101" pitchFamily="49" charset="-122"/>
              </a:rPr>
              <a:t>”。 当我们将其与我们从“</a:t>
            </a:r>
            <a:r>
              <a:rPr lang="en-US" altLang="zh-CN">
                <a:latin typeface="黑体" panose="02010609060101010101" pitchFamily="49" charset="-122"/>
                <a:ea typeface="黑体" panose="02010609060101010101" pitchFamily="49" charset="-122"/>
              </a:rPr>
              <a:t>cat</a:t>
            </a:r>
            <a:r>
              <a:rPr lang="zh-CN" altLang="en-US">
                <a:latin typeface="黑体" panose="02010609060101010101" pitchFamily="49" charset="-122"/>
                <a:ea typeface="黑体" panose="02010609060101010101" pitchFamily="49" charset="-122"/>
              </a:rPr>
              <a:t>”中得到编码结合使用时，</a:t>
            </a:r>
            <a:r>
              <a:rPr lang="en-US" altLang="zh-CN">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1588" name="Google Shape;1588;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6"/>
        <p:cNvGrpSpPr/>
        <p:nvPr/>
      </p:nvGrpSpPr>
      <p:grpSpPr>
        <a:xfrm>
          <a:off x="0" y="0"/>
          <a:ext cx="0" cy="0"/>
          <a:chOff x="0" y="0"/>
          <a:chExt cx="0" cy="0"/>
        </a:xfrm>
      </p:grpSpPr>
      <p:sp>
        <p:nvSpPr>
          <p:cNvPr id="1667" name="Google Shape;1667;p2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8" name="Google Shape;1668;p2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我们将在</a:t>
            </a:r>
            <a:r>
              <a:rPr lang="en-US" altLang="zh-CN">
                <a:latin typeface="黑体" panose="02010609060101010101" pitchFamily="49" charset="-122"/>
                <a:ea typeface="黑体" panose="02010609060101010101" pitchFamily="49" charset="-122"/>
              </a:rPr>
              <a:t>RNN</a:t>
            </a:r>
            <a:r>
              <a:rPr lang="zh-CN" altLang="en-US">
                <a:latin typeface="黑体" panose="02010609060101010101" pitchFamily="49" charset="-122"/>
                <a:ea typeface="黑体" panose="02010609060101010101" pitchFamily="49" charset="-122"/>
              </a:rPr>
              <a:t>中获得新的编码，并为句子中的下一个单词提供新的预测。</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669" name="Google Shape;1669;p2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5" name="Google Shape;1755;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在本次动手实验中，我们将使用</a:t>
            </a:r>
            <a:r>
              <a:rPr lang="en-US" altLang="zh-CN">
                <a:latin typeface="黑体" panose="02010609060101010101" pitchFamily="49" charset="-122"/>
                <a:ea typeface="黑体" panose="02010609060101010101" pitchFamily="49" charset="-122"/>
              </a:rPr>
              <a:t>RNN</a:t>
            </a:r>
            <a:r>
              <a:rPr lang="zh-CN" altLang="en-US">
                <a:latin typeface="黑体" panose="02010609060101010101" pitchFamily="49" charset="-122"/>
                <a:ea typeface="黑体" panose="02010609060101010101" pitchFamily="49" charset="-122"/>
              </a:rPr>
              <a:t>的一种改进，称为长短期存储单元或</a:t>
            </a:r>
            <a:r>
              <a:rPr lang="en-US" altLang="zh-CN">
                <a:latin typeface="黑体" panose="02010609060101010101" pitchFamily="49" charset="-122"/>
                <a:ea typeface="黑体" panose="02010609060101010101" pitchFamily="49" charset="-122"/>
              </a:rPr>
              <a:t>LSTM</a:t>
            </a:r>
            <a:r>
              <a:rPr lang="zh-CN" altLang="en-US">
                <a:latin typeface="黑体" panose="02010609060101010101" pitchFamily="49" charset="-122"/>
                <a:ea typeface="黑体" panose="02010609060101010101" pitchFamily="49" charset="-122"/>
              </a:rPr>
              <a:t>。 区别在于</a:t>
            </a:r>
            <a:r>
              <a:rPr lang="en-US" altLang="zh-CN">
                <a:latin typeface="黑体" panose="02010609060101010101" pitchFamily="49" charset="-122"/>
                <a:ea typeface="黑体" panose="02010609060101010101" pitchFamily="49" charset="-122"/>
              </a:rPr>
              <a:t>LSTM</a:t>
            </a:r>
            <a:r>
              <a:rPr lang="zh-CN" altLang="en-US">
                <a:latin typeface="黑体" panose="02010609060101010101" pitchFamily="49" charset="-122"/>
                <a:ea typeface="黑体" panose="02010609060101010101" pitchFamily="49" charset="-122"/>
              </a:rPr>
              <a:t>具有自己的一组神经元，这些神经元充当自己的记忆， 目的是捕获注意力。 如果给</a:t>
            </a:r>
            <a:r>
              <a:rPr lang="en-US" altLang="zh-CN">
                <a:latin typeface="黑体" panose="02010609060101010101" pitchFamily="49" charset="-122"/>
                <a:ea typeface="黑体" panose="02010609060101010101" pitchFamily="49" charset="-122"/>
              </a:rPr>
              <a:t>LSTM</a:t>
            </a:r>
            <a:r>
              <a:rPr lang="zh-CN" altLang="en-US">
                <a:latin typeface="黑体" panose="02010609060101010101" pitchFamily="49" charset="-122"/>
                <a:ea typeface="黑体" panose="02010609060101010101" pitchFamily="49" charset="-122"/>
              </a:rPr>
              <a:t>提供了较长的文本段落，则它在记住该文本的关键元素方面会做得更好。</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如果您想进一步了解有关的数学解释，请查看以下出色的动画分解方法：</a:t>
            </a: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https://www.youtube.com/watch?v=8HyCNIVRbSU</a:t>
            </a:r>
            <a:endParaRPr lang="zh-CN" altLang="en-US" b="0" dirty="0">
              <a:latin typeface="Trebuchet MS" panose="020B0603020202020204" pitchFamily="34" charset="0"/>
              <a:ea typeface="黑体" panose="02010609060101010101" pitchFamily="49" charset="-122"/>
              <a:cs typeface="Trebuchet MS"/>
              <a:sym typeface="Trebuchet MS"/>
            </a:endParaRPr>
          </a:p>
        </p:txBody>
      </p:sp>
      <p:sp>
        <p:nvSpPr>
          <p:cNvPr id="1756" name="Google Shape;1756;p2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2"/>
        <p:cNvGrpSpPr/>
        <p:nvPr/>
      </p:nvGrpSpPr>
      <p:grpSpPr>
        <a:xfrm>
          <a:off x="0" y="0"/>
          <a:ext cx="0" cy="0"/>
          <a:chOff x="0" y="0"/>
          <a:chExt cx="0" cy="0"/>
        </a:xfrm>
      </p:grpSpPr>
      <p:sp>
        <p:nvSpPr>
          <p:cNvPr id="1773" name="Google Shape;1773;p2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4" name="Google Shape;1774;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a:latin typeface="黑体" panose="02010609060101010101" pitchFamily="49" charset="-122"/>
                <a:ea typeface="黑体" panose="02010609060101010101" pitchFamily="49" charset="-122"/>
              </a:rPr>
              <a:t>我们的课程快要结束了，在这之前，让我们先探讨一下如何进一步提高我们的新技能。</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775" name="Google Shape;1775;p2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8"/>
        <p:cNvGrpSpPr/>
        <p:nvPr/>
      </p:nvGrpSpPr>
      <p:grpSpPr>
        <a:xfrm>
          <a:off x="0" y="0"/>
          <a:ext cx="0" cy="0"/>
          <a:chOff x="0" y="0"/>
          <a:chExt cx="0" cy="0"/>
        </a:xfrm>
      </p:grpSpPr>
      <p:sp>
        <p:nvSpPr>
          <p:cNvPr id="1779" name="Google Shape;1779;p2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0" name="Google Shape;1780;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在了解了嵌入向量后，自编码器就是下一个最好的内容，因为这两者关系密切。 像嵌入向量一样，自编码器的目标之一是将较高维度的数据映射到较低维度的空间中（以较低的维度表示数据）。 我们的实现策略是：我们将制作一个模型，该模型是其自身的镜像，该模型的中间层的神经元数量较少。 然后，我们将接受输入数据并将其用作训练时的期望输出。</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例如，在上面的示例中，我们以展平的图像作为输入，并将训练该模型，使其输出的展平图像</a:t>
            </a:r>
            <a:r>
              <a:rPr lang="zh-CN" altLang="en-US">
                <a:solidFill>
                  <a:srgbClr val="000000"/>
                </a:solidFill>
                <a:latin typeface="黑体" panose="02010609060101010101" pitchFamily="49" charset="-122"/>
                <a:ea typeface="黑体" panose="02010609060101010101" pitchFamily="49" charset="-122"/>
              </a:rPr>
              <a:t>与输入的相同</a:t>
            </a:r>
            <a:r>
              <a:rPr lang="zh-CN" altLang="en-US">
                <a:latin typeface="黑体" panose="02010609060101010101" pitchFamily="49" charset="-122"/>
                <a:ea typeface="黑体" panose="02010609060101010101" pitchFamily="49" charset="-122"/>
              </a:rPr>
              <a:t>。</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781" name="Google Shape;1781;p2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8"/>
        <p:cNvGrpSpPr/>
        <p:nvPr/>
      </p:nvGrpSpPr>
      <p:grpSpPr>
        <a:xfrm>
          <a:off x="0" y="0"/>
          <a:ext cx="0" cy="0"/>
          <a:chOff x="0" y="0"/>
          <a:chExt cx="0" cy="0"/>
        </a:xfrm>
      </p:grpSpPr>
      <p:sp>
        <p:nvSpPr>
          <p:cNvPr id="1999" name="Google Shape;1999;p2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0" name="Google Shape;2000;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如果我们只想获得与输入内容相同的内容，为什么还要经历这个复杂的过程呢？魔幻的部分出现了：在训练模型后，我们将在中间部分将其剪断</a:t>
            </a:r>
            <a:r>
              <a:rPr lang="en-US" altLang="zh-CN">
                <a:latin typeface="黑体" panose="02010609060101010101" pitchFamily="49" charset="-122"/>
                <a:ea typeface="黑体" panose="02010609060101010101" pitchFamily="49" charset="-122"/>
              </a:rPr>
              <a:t>...</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2001" name="Google Shape;2001;p2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p2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2" name="Google Shape;2222;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我们将获得编码器和解码器。 它们有两个很好的用途。</a:t>
            </a:r>
          </a:p>
          <a:p>
            <a:pPr marL="0" lvl="0" indent="0" algn="l" rtl="0">
              <a:lnSpc>
                <a:spcPct val="100000"/>
              </a:lnSpc>
              <a:spcBef>
                <a:spcPts val="0"/>
              </a:spcBef>
              <a:spcAft>
                <a:spcPts val="0"/>
              </a:spcAft>
              <a:buSzPts val="1100"/>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 如果我们的模型是准确的，我们可以只用几个数值就可以存储大量数据，并且在我们需要原始数据格式时，我们还可以恢复原始数据。</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另一个用途是异常检测，它在信息安全性，故障检测和医学中很有用。 如果我们已经在大量数据上训练出准确的自编码器，那么，当有某些数据点，它们的输出与输入明显地不同时，那么我们就可以认为这些是异常数据，需要特别注意。</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2223" name="Google Shape;2223;p2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7"/>
        <p:cNvGrpSpPr/>
        <p:nvPr/>
      </p:nvGrpSpPr>
      <p:grpSpPr>
        <a:xfrm>
          <a:off x="0" y="0"/>
          <a:ext cx="0" cy="0"/>
          <a:chOff x="0" y="0"/>
          <a:chExt cx="0" cy="0"/>
        </a:xfrm>
      </p:grpSpPr>
      <p:sp>
        <p:nvSpPr>
          <p:cNvPr id="2448" name="Google Shape;2448;p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9" name="Google Shape;2449;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接下来要介绍的是生成对抗网络，简称</a:t>
            </a:r>
            <a:r>
              <a:rPr lang="en-US" altLang="zh-CN">
                <a:latin typeface="黑体" panose="02010609060101010101" pitchFamily="49" charset="-122"/>
                <a:ea typeface="黑体" panose="02010609060101010101" pitchFamily="49" charset="-122"/>
              </a:rPr>
              <a:t>GAN</a:t>
            </a:r>
            <a:r>
              <a:rPr lang="zh-CN" altLang="en-US">
                <a:latin typeface="黑体" panose="02010609060101010101" pitchFamily="49" charset="-122"/>
                <a:ea typeface="黑体" panose="02010609060101010101" pitchFamily="49" charset="-122"/>
              </a:rPr>
              <a:t>。</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这种模型很有趣。它有两部分，一个叫做生成器，另一个叫做鉴别器（或判别器）。从某种意义上说，他们是在互相对抗，因此又被称为“对抗”网络。</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让我们从鉴别器开始。鉴别器的目标是确定输入是否为真的。假设我们要建立一个可以确定一件艺术品是否为赝品的模型，我们去了当地的美术馆，他们给了我们很多真正的绘画图像。鉴别器的工作方式就像我们今天早些时候制作的模型一样：我们将提供一张图片，它会返回有关图片是否真实的预测。</a:t>
            </a:r>
          </a:p>
          <a:p>
            <a:pPr marL="0" lvl="0" indent="0" algn="l" rtl="0">
              <a:lnSpc>
                <a:spcPct val="100000"/>
              </a:lnSpc>
              <a:spcBef>
                <a:spcPts val="0"/>
              </a:spcBef>
              <a:spcAft>
                <a:spcPts val="0"/>
              </a:spcAft>
              <a:buClr>
                <a:schemeClr val="dk1"/>
              </a:buClr>
              <a:buSzPts val="1100"/>
              <a:buFont typeface="Arial"/>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但是，我们没有很多艺术赝品。我们是好人，我们不经常去黑市，所以我们需要一种造假的方法，以便我们的鉴别者可以将真实的艺术品与之进行比较。这就是网络的另一部分即生成器出现的原因。生成器将学习如何将随机像素或“噪声”转化为伪造的艺术品。它是通过提高欺骗</a:t>
            </a:r>
            <a:r>
              <a:rPr lang="zh-CN" altLang="en-US">
                <a:solidFill>
                  <a:srgbClr val="000000"/>
                </a:solidFill>
                <a:latin typeface="黑体" panose="02010609060101010101" pitchFamily="49" charset="-122"/>
                <a:ea typeface="黑体" panose="02010609060101010101" pitchFamily="49" charset="-122"/>
              </a:rPr>
              <a:t>鉴别器</a:t>
            </a:r>
            <a:r>
              <a:rPr lang="zh-CN" altLang="en-US">
                <a:latin typeface="黑体" panose="02010609060101010101" pitchFamily="49" charset="-122"/>
                <a:ea typeface="黑体" panose="02010609060101010101" pitchFamily="49" charset="-122"/>
              </a:rPr>
              <a:t>的能力来</a:t>
            </a:r>
            <a:r>
              <a:rPr lang="zh-CN" altLang="en-US">
                <a:solidFill>
                  <a:srgbClr val="000000"/>
                </a:solidFill>
                <a:latin typeface="黑体" panose="02010609060101010101" pitchFamily="49" charset="-122"/>
                <a:ea typeface="黑体" panose="02010609060101010101" pitchFamily="49" charset="-122"/>
              </a:rPr>
              <a:t>学会造假</a:t>
            </a:r>
            <a:r>
              <a:rPr lang="zh-CN" altLang="en-US">
                <a:latin typeface="黑体" panose="02010609060101010101" pitchFamily="49" charset="-122"/>
                <a:ea typeface="黑体" panose="02010609060101010101" pitchFamily="49" charset="-122"/>
              </a:rPr>
              <a:t>，只要有足够多的数据和训练时间，这些假货就可以变得很好，甚至愚弄人眼！</a:t>
            </a:r>
          </a:p>
          <a:p>
            <a:pPr marL="0" lvl="0" indent="0" algn="l" rtl="0">
              <a:lnSpc>
                <a:spcPct val="100000"/>
              </a:lnSpc>
              <a:spcBef>
                <a:spcPts val="330"/>
              </a:spcBef>
              <a:spcAft>
                <a:spcPts val="0"/>
              </a:spcAft>
              <a:buSzPts val="1400"/>
              <a:buNone/>
            </a:pPr>
            <a:endParaRPr lang="zh-CN" altLang="en-US" dirty="0">
              <a:latin typeface="Trebuchet MS"/>
              <a:ea typeface="Trebuchet MS"/>
              <a:cs typeface="Trebuchet MS"/>
              <a:sym typeface="Trebuchet MS"/>
            </a:endParaRPr>
          </a:p>
        </p:txBody>
      </p:sp>
      <p:sp>
        <p:nvSpPr>
          <p:cNvPr id="2450" name="Google Shape;2450;p2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3"/>
        <p:cNvGrpSpPr/>
        <p:nvPr/>
      </p:nvGrpSpPr>
      <p:grpSpPr>
        <a:xfrm>
          <a:off x="0" y="0"/>
          <a:ext cx="0" cy="0"/>
          <a:chOff x="0" y="0"/>
          <a:chExt cx="0" cy="0"/>
        </a:xfrm>
      </p:grpSpPr>
      <p:sp>
        <p:nvSpPr>
          <p:cNvPr id="2514" name="Google Shape;2514;p2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5" name="Google Shape;2515;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90000"/>
              </a:lnSpc>
              <a:spcBef>
                <a:spcPts val="0"/>
              </a:spcBef>
              <a:spcAft>
                <a:spcPts val="0"/>
              </a:spcAft>
              <a:buClr>
                <a:schemeClr val="dk1"/>
              </a:buClr>
              <a:buSzPts val="1100"/>
              <a:buFont typeface="Arial"/>
              <a:buNone/>
            </a:pPr>
            <a:r>
              <a:rPr lang="zh-CN" altLang="en-US" sz="935">
                <a:latin typeface="黑体" panose="02010609060101010101" pitchFamily="49" charset="-122"/>
                <a:ea typeface="黑体" panose="02010609060101010101" pitchFamily="49" charset="-122"/>
              </a:rPr>
              <a:t>我们要讨论的最后一种架构是强化学习。嗯，与其说它是一种架构，不如说它是一种更聪明的方式来使用我们今天学习的机器学习模型。强化学习来自心理学上的一个叫做延迟奖励的想法：我们现在可以推迟奖励以获得稍后更好的奖励。</a:t>
            </a:r>
          </a:p>
          <a:p>
            <a:pPr marL="0" lvl="0" indent="0" algn="l" rtl="0">
              <a:lnSpc>
                <a:spcPct val="90000"/>
              </a:lnSpc>
              <a:spcBef>
                <a:spcPts val="0"/>
              </a:spcBef>
              <a:spcAft>
                <a:spcPts val="0"/>
              </a:spcAft>
              <a:buClr>
                <a:schemeClr val="dk1"/>
              </a:buClr>
              <a:buSzPts val="1100"/>
              <a:buFont typeface="Arial"/>
              <a:buNone/>
            </a:pPr>
            <a:endParaRPr lang="zh-CN" altLang="en-US" sz="935">
              <a:latin typeface="黑体" panose="02010609060101010101" pitchFamily="49" charset="-122"/>
              <a:ea typeface="黑体" panose="02010609060101010101" pitchFamily="49" charset="-122"/>
            </a:endParaRPr>
          </a:p>
          <a:p>
            <a:pPr marL="0" lvl="0" indent="0" algn="l" rtl="0">
              <a:lnSpc>
                <a:spcPct val="90000"/>
              </a:lnSpc>
              <a:spcBef>
                <a:spcPts val="0"/>
              </a:spcBef>
              <a:spcAft>
                <a:spcPts val="0"/>
              </a:spcAft>
              <a:buClr>
                <a:schemeClr val="dk1"/>
              </a:buClr>
              <a:buSzPts val="1100"/>
              <a:buFont typeface="Arial"/>
              <a:buNone/>
            </a:pPr>
            <a:r>
              <a:rPr lang="zh-CN" altLang="en-US" sz="935">
                <a:latin typeface="黑体" panose="02010609060101010101" pitchFamily="49" charset="-122"/>
                <a:ea typeface="黑体" panose="02010609060101010101" pitchFamily="49" charset="-122"/>
              </a:rPr>
              <a:t>在这个图的左侧，有一张我姐姐的柯基犬图片，正艰难地忍住不吃鼻子上的零食。如果您在家养宠物，您可能会意识到，教给他们一些需要一些时间延迟的概念特别困难， 而人类在这方面却出奇的擅长。有一种理论认为，我们会放弃短期反应时间，以便更好地提前进行计划。</a:t>
            </a:r>
          </a:p>
          <a:p>
            <a:pPr marL="0" lvl="0" indent="0" algn="l" rtl="0">
              <a:lnSpc>
                <a:spcPct val="90000"/>
              </a:lnSpc>
              <a:spcBef>
                <a:spcPts val="0"/>
              </a:spcBef>
              <a:spcAft>
                <a:spcPts val="0"/>
              </a:spcAft>
              <a:buClr>
                <a:schemeClr val="dk1"/>
              </a:buClr>
              <a:buSzPts val="1100"/>
              <a:buFont typeface="Arial"/>
              <a:buNone/>
            </a:pPr>
            <a:endParaRPr lang="zh-CN" altLang="en-US" sz="935">
              <a:latin typeface="黑体" panose="02010609060101010101" pitchFamily="49" charset="-122"/>
              <a:ea typeface="黑体" panose="02010609060101010101" pitchFamily="49" charset="-122"/>
            </a:endParaRPr>
          </a:p>
          <a:p>
            <a:pPr marL="0" lvl="0" indent="0" algn="l" rtl="0">
              <a:lnSpc>
                <a:spcPct val="90000"/>
              </a:lnSpc>
              <a:spcBef>
                <a:spcPts val="0"/>
              </a:spcBef>
              <a:spcAft>
                <a:spcPts val="0"/>
              </a:spcAft>
              <a:buClr>
                <a:schemeClr val="dk1"/>
              </a:buClr>
              <a:buSzPts val="1100"/>
              <a:buFont typeface="Arial"/>
              <a:buNone/>
            </a:pPr>
            <a:r>
              <a:rPr lang="zh-CN" altLang="en-US" sz="935">
                <a:latin typeface="黑体" panose="02010609060101010101" pitchFamily="49" charset="-122"/>
                <a:ea typeface="黑体" panose="02010609060101010101" pitchFamily="49" charset="-122"/>
              </a:rPr>
              <a:t>在“强化学习”中，有两个系统在起作用：代理人或称试图学习技能的智能体，以及智能体需要做出反应的环境。使用强化学习的人既是数据科学家又是游戏设计师。我们的神经网络位于智能体中，它将预测在给定的环境中所采取的最佳操作。根据智能体所做的事情，环境可能会发生相应的变化，而这正是游戏设计师的用武之地，因为设计出一种能够反映现实情况的环境是</a:t>
            </a:r>
            <a:r>
              <a:rPr lang="zh-CN" altLang="en-US" sz="935">
                <a:solidFill>
                  <a:srgbClr val="000000"/>
                </a:solidFill>
                <a:latin typeface="黑体" panose="02010609060101010101" pitchFamily="49" charset="-122"/>
                <a:ea typeface="黑体" panose="02010609060101010101" pitchFamily="49" charset="-122"/>
              </a:rPr>
              <a:t>非常棘手的</a:t>
            </a:r>
            <a:r>
              <a:rPr lang="zh-CN" altLang="en-US" sz="935">
                <a:latin typeface="黑体" panose="02010609060101010101" pitchFamily="49" charset="-122"/>
                <a:ea typeface="黑体" panose="02010609060101010101" pitchFamily="49" charset="-122"/>
              </a:rPr>
              <a:t>。</a:t>
            </a:r>
          </a:p>
          <a:p>
            <a:pPr marL="0" lvl="0" indent="0" algn="l" rtl="0">
              <a:lnSpc>
                <a:spcPct val="90000"/>
              </a:lnSpc>
              <a:spcBef>
                <a:spcPts val="0"/>
              </a:spcBef>
              <a:spcAft>
                <a:spcPts val="0"/>
              </a:spcAft>
              <a:buClr>
                <a:schemeClr val="dk1"/>
              </a:buClr>
              <a:buSzPts val="1100"/>
              <a:buFont typeface="Arial"/>
              <a:buNone/>
            </a:pPr>
            <a:endParaRPr lang="zh-CN" altLang="en-US" sz="935">
              <a:latin typeface="黑体" panose="02010609060101010101" pitchFamily="49" charset="-122"/>
              <a:ea typeface="黑体" panose="02010609060101010101" pitchFamily="49" charset="-122"/>
            </a:endParaRPr>
          </a:p>
          <a:p>
            <a:pPr marL="0" lvl="0" indent="0" algn="l" rtl="0">
              <a:lnSpc>
                <a:spcPct val="90000"/>
              </a:lnSpc>
              <a:spcBef>
                <a:spcPts val="0"/>
              </a:spcBef>
              <a:spcAft>
                <a:spcPts val="0"/>
              </a:spcAft>
              <a:buClr>
                <a:schemeClr val="dk1"/>
              </a:buClr>
              <a:buSzPts val="1100"/>
              <a:buFont typeface="Arial"/>
              <a:buNone/>
            </a:pPr>
            <a:r>
              <a:rPr lang="zh-CN" altLang="en-US" sz="935">
                <a:latin typeface="黑体" panose="02010609060101010101" pitchFamily="49" charset="-122"/>
                <a:ea typeface="黑体" panose="02010609060101010101" pitchFamily="49" charset="-122"/>
              </a:rPr>
              <a:t>代理中的神经网络只是我们构建智能体所需的一部分。我们还需要给它记忆，以便它可以从过去的行为和好奇心中学习，并愿意为了学习而尝试新事物。</a:t>
            </a:r>
          </a:p>
          <a:p>
            <a:pPr marL="0" lvl="0" indent="0" algn="l" rtl="0">
              <a:lnSpc>
                <a:spcPct val="90000"/>
              </a:lnSpc>
              <a:spcBef>
                <a:spcPts val="0"/>
              </a:spcBef>
              <a:spcAft>
                <a:spcPts val="0"/>
              </a:spcAft>
              <a:buClr>
                <a:schemeClr val="dk1"/>
              </a:buClr>
              <a:buSzPts val="1100"/>
              <a:buFont typeface="Arial"/>
              <a:buNone/>
            </a:pPr>
            <a:endParaRPr lang="zh-CN" altLang="en-US" sz="935">
              <a:latin typeface="黑体" panose="02010609060101010101" pitchFamily="49" charset="-122"/>
              <a:ea typeface="黑体" panose="02010609060101010101" pitchFamily="49" charset="-122"/>
            </a:endParaRPr>
          </a:p>
          <a:p>
            <a:pPr marL="0" lvl="0" indent="0" algn="l" rtl="0">
              <a:lnSpc>
                <a:spcPct val="90000"/>
              </a:lnSpc>
              <a:spcBef>
                <a:spcPts val="0"/>
              </a:spcBef>
              <a:spcAft>
                <a:spcPts val="0"/>
              </a:spcAft>
              <a:buSzPts val="1100"/>
              <a:buNone/>
            </a:pPr>
            <a:r>
              <a:rPr lang="zh-CN" altLang="en-US" sz="935">
                <a:latin typeface="黑体" panose="02010609060101010101" pitchFamily="49" charset="-122"/>
                <a:ea typeface="黑体" panose="02010609060101010101" pitchFamily="49" charset="-122"/>
              </a:rPr>
              <a:t>还记得在本课程一开始的时候我们谈论人类是如何学习的以及人工智能是如何学习的吗？那里的大部分论点都来自强化学习。这个领域以在机器人技术和金融领域的应用而闻名，但仅为了更好地了解人类是如何学习的</a:t>
            </a:r>
            <a:r>
              <a:rPr lang="zh-CN" altLang="en-US" sz="935">
                <a:solidFill>
                  <a:srgbClr val="000000"/>
                </a:solidFill>
                <a:latin typeface="黑体" panose="02010609060101010101" pitchFamily="49" charset="-122"/>
                <a:ea typeface="黑体" panose="02010609060101010101" pitchFamily="49" charset="-122"/>
              </a:rPr>
              <a:t>，它也是一个很好的话题。</a:t>
            </a:r>
            <a:r>
              <a:rPr lang="zh-CN" altLang="en-US" sz="935">
                <a:latin typeface="黑体" panose="02010609060101010101" pitchFamily="49" charset="-122"/>
                <a:ea typeface="黑体" panose="02010609060101010101" pitchFamily="49" charset="-122"/>
              </a:rPr>
              <a:t>学习新技能需要时间和耐心，而那些勇敢且为了学习而甘愿犯错误的人将更容易掌握某个学科。强化学习表明，我们的失败和我们的成功一样，都是一种强大的教学工具。因此，真诚地祝贺您今天通过该课程。如果对您来说这门课很简单，那就太好了！但是，如果它对您来说很困难的话，那也没什么。接受这个挑战，将使您拥有更大的学习机会。</a:t>
            </a:r>
            <a:endParaRPr lang="zh-CN" altLang="en-US" sz="935" dirty="0">
              <a:latin typeface="Trebuchet MS" panose="020B0603020202020204" pitchFamily="34" charset="0"/>
              <a:ea typeface="黑体" panose="02010609060101010101" pitchFamily="49" charset="-122"/>
              <a:cs typeface="Trebuchet MS"/>
              <a:sym typeface="Trebuchet MS"/>
            </a:endParaRPr>
          </a:p>
        </p:txBody>
      </p:sp>
      <p:sp>
        <p:nvSpPr>
          <p:cNvPr id="2516" name="Google Shape;2516;p2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6"/>
        <p:cNvGrpSpPr/>
        <p:nvPr/>
      </p:nvGrpSpPr>
      <p:grpSpPr>
        <a:xfrm>
          <a:off x="0" y="0"/>
          <a:ext cx="0" cy="0"/>
          <a:chOff x="0" y="0"/>
          <a:chExt cx="0" cy="0"/>
        </a:xfrm>
      </p:grpSpPr>
      <p:sp>
        <p:nvSpPr>
          <p:cNvPr id="2527" name="Google Shape;2527;p8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8" name="Google Shape;2528;p8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b="0" i="0">
                <a:solidFill>
                  <a:srgbClr val="333333"/>
                </a:solidFill>
                <a:latin typeface="Arial"/>
                <a:ea typeface="黑体" panose="02010609060101010101" pitchFamily="49" charset="-122"/>
                <a:cs typeface="Arial"/>
                <a:sym typeface="Arial"/>
              </a:rPr>
              <a:t>我们来分享如何在您的系统中快速构建我们在课堂上所使用的编码环境，这样你就可以在自己的项目中来使用。</a:t>
            </a:r>
            <a:endParaRPr lang="zh-CN" altLang="en-US" dirty="0">
              <a:ea typeface="黑体" panose="02010609060101010101" pitchFamily="49" charset="-122"/>
              <a:cs typeface="Trebuchet MS"/>
              <a:sym typeface="Trebuchet MS"/>
            </a:endParaRPr>
          </a:p>
        </p:txBody>
      </p:sp>
      <p:sp>
        <p:nvSpPr>
          <p:cNvPr id="2529" name="Google Shape;2529;p8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29</a:t>
            </a:fld>
            <a:endParaRPr sz="14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2"/>
        <p:cNvGrpSpPr/>
        <p:nvPr/>
      </p:nvGrpSpPr>
      <p:grpSpPr>
        <a:xfrm>
          <a:off x="0" y="0"/>
          <a:ext cx="0" cy="0"/>
          <a:chOff x="0" y="0"/>
          <a:chExt cx="0" cy="0"/>
        </a:xfrm>
      </p:grpSpPr>
      <p:sp>
        <p:nvSpPr>
          <p:cNvPr id="2533" name="Google Shape;2533;p8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4" name="Google Shape;2534;p8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457200" lvl="0" indent="-228600" algn="l" rtl="0">
              <a:lnSpc>
                <a:spcPct val="100000"/>
              </a:lnSpc>
              <a:spcBef>
                <a:spcPts val="330"/>
              </a:spcBef>
              <a:spcAft>
                <a:spcPts val="0"/>
              </a:spcAft>
              <a:buSzPts val="1400"/>
              <a:buNone/>
            </a:pPr>
            <a:r>
              <a:rPr lang="en-US" altLang="zh-CN" dirty="0">
                <a:latin typeface="黑体" panose="02010609060101010101" pitchFamily="49" charset="-122"/>
                <a:ea typeface="黑体" panose="02010609060101010101" pitchFamily="49" charset="-122"/>
              </a:rPr>
              <a:t>Docker</a:t>
            </a:r>
            <a:r>
              <a:rPr lang="zh-CN" altLang="en-US" dirty="0">
                <a:latin typeface="黑体" panose="02010609060101010101" pitchFamily="49" charset="-122"/>
                <a:ea typeface="黑体" panose="02010609060101010101" pitchFamily="49" charset="-122"/>
              </a:rPr>
              <a:t>是一个非常有用的软件堆栈打包工具，用来实现在其它计算机上运行这些软件。 这些程序包被称为容器。 它们与虚拟机非常相似，但是区别在于它们使用主机的操作系统和硬件，而不是使用模拟的硬件。</a:t>
            </a:r>
          </a:p>
          <a:p>
            <a:pPr marL="457200" lvl="0" indent="-228600" algn="l" rtl="0">
              <a:lnSpc>
                <a:spcPct val="100000"/>
              </a:lnSpc>
              <a:spcBef>
                <a:spcPts val="330"/>
              </a:spcBef>
              <a:spcAft>
                <a:spcPts val="0"/>
              </a:spcAft>
              <a:buSzPts val="1400"/>
              <a:buNone/>
            </a:pPr>
            <a:endParaRPr lang="zh-CN" altLang="en-US" dirty="0">
              <a:latin typeface="黑体" panose="02010609060101010101" pitchFamily="49" charset="-122"/>
              <a:ea typeface="黑体" panose="02010609060101010101" pitchFamily="49" charset="-122"/>
            </a:endParaRPr>
          </a:p>
          <a:p>
            <a:pPr marL="457200" lvl="0" indent="-228600" algn="l" rtl="0">
              <a:lnSpc>
                <a:spcPct val="100000"/>
              </a:lnSpc>
              <a:spcBef>
                <a:spcPts val="330"/>
              </a:spcBef>
              <a:spcAft>
                <a:spcPts val="0"/>
              </a:spcAft>
              <a:buSzPts val="1400"/>
              <a:buNone/>
            </a:pPr>
            <a:r>
              <a:rPr lang="en-US" altLang="zh-CN" dirty="0">
                <a:latin typeface="黑体" panose="02010609060101010101" pitchFamily="49" charset="-122"/>
                <a:ea typeface="黑体" panose="02010609060101010101" pitchFamily="49" charset="-122"/>
              </a:rPr>
              <a:t>NGC</a:t>
            </a:r>
            <a:r>
              <a:rPr lang="zh-CN" altLang="en-US" dirty="0">
                <a:latin typeface="黑体" panose="02010609060101010101" pitchFamily="49" charset="-122"/>
                <a:ea typeface="黑体" panose="02010609060101010101" pitchFamily="49" charset="-122"/>
              </a:rPr>
              <a:t>是一个在线平台，托管可免费下载的</a:t>
            </a:r>
            <a:r>
              <a:rPr lang="en-US" altLang="zh-CN" dirty="0">
                <a:latin typeface="黑体" panose="02010609060101010101" pitchFamily="49" charset="-122"/>
                <a:ea typeface="黑体" panose="02010609060101010101" pitchFamily="49" charset="-122"/>
              </a:rPr>
              <a:t>Containers</a:t>
            </a:r>
            <a:r>
              <a:rPr lang="zh-CN" altLang="en-US" dirty="0">
                <a:latin typeface="黑体" panose="02010609060101010101" pitchFamily="49" charset="-122"/>
                <a:ea typeface="黑体" panose="02010609060101010101" pitchFamily="49" charset="-122"/>
              </a:rPr>
              <a:t>和其它</a:t>
            </a:r>
            <a:r>
              <a:rPr lang="en-US" altLang="zh-CN" dirty="0">
                <a:latin typeface="黑体" panose="02010609060101010101" pitchFamily="49" charset="-122"/>
                <a:ea typeface="黑体" panose="02010609060101010101" pitchFamily="49" charset="-122"/>
              </a:rPr>
              <a:t>AI</a:t>
            </a:r>
            <a:r>
              <a:rPr lang="zh-CN" altLang="en-US" dirty="0">
                <a:latin typeface="黑体" panose="02010609060101010101" pitchFamily="49" charset="-122"/>
                <a:ea typeface="黑体" panose="02010609060101010101" pitchFamily="49" charset="-122"/>
              </a:rPr>
              <a:t>资源。</a:t>
            </a:r>
          </a:p>
        </p:txBody>
      </p:sp>
      <p:sp>
        <p:nvSpPr>
          <p:cNvPr id="2535" name="Google Shape;2535;p8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ea typeface="黑体" panose="02010609060101010101" pitchFamily="49" charset="-122"/>
                <a:cs typeface="Arial"/>
                <a:sym typeface="Arial"/>
              </a:rPr>
              <a:t>30</a:t>
            </a:fld>
            <a:endParaRPr sz="1400" b="0" i="0" u="none" strike="noStrike" cap="none">
              <a:solidFill>
                <a:srgbClr val="000000"/>
              </a:solidFill>
              <a:ea typeface="黑体" panose="02010609060101010101" pitchFamily="49" charset="-122"/>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3"/>
        <p:cNvGrpSpPr/>
        <p:nvPr/>
      </p:nvGrpSpPr>
      <p:grpSpPr>
        <a:xfrm>
          <a:off x="0" y="0"/>
          <a:ext cx="0" cy="0"/>
          <a:chOff x="0" y="0"/>
          <a:chExt cx="0" cy="0"/>
        </a:xfrm>
      </p:grpSpPr>
      <p:sp>
        <p:nvSpPr>
          <p:cNvPr id="2544" name="Google Shape;2544;p82:notes"/>
          <p:cNvSpPr txBox="1">
            <a:spLocks noGrp="1"/>
          </p:cNvSpPr>
          <p:nvPr>
            <p:ph type="body" idx="1"/>
          </p:nvPr>
        </p:nvSpPr>
        <p:spPr>
          <a:xfrm>
            <a:off x="731520" y="4560570"/>
            <a:ext cx="5852035" cy="4320664"/>
          </a:xfrm>
          <a:prstGeom prst="rect">
            <a:avLst/>
          </a:prstGeom>
          <a:noFill/>
          <a:ln>
            <a:noFill/>
          </a:ln>
        </p:spPr>
        <p:txBody>
          <a:bodyPr spcFirstLastPara="1" wrap="square" lIns="94825" tIns="94825" rIns="94825" bIns="94825" anchor="t" anchorCtr="0">
            <a:noAutofit/>
          </a:bodyPr>
          <a:lstStyle/>
          <a:p>
            <a:pPr marL="0" lvl="0" indent="0" algn="l" rtl="0">
              <a:lnSpc>
                <a:spcPct val="100000"/>
              </a:lnSpc>
              <a:spcBef>
                <a:spcPts val="342"/>
              </a:spcBef>
              <a:spcAft>
                <a:spcPts val="0"/>
              </a:spcAft>
              <a:buSzPts val="1400"/>
              <a:buNone/>
            </a:pPr>
            <a:r>
              <a:rPr lang="zh-CN" altLang="en-US">
                <a:latin typeface="黑体" panose="02010609060101010101" pitchFamily="49" charset="-122"/>
                <a:ea typeface="黑体" panose="02010609060101010101" pitchFamily="49" charset="-122"/>
              </a:rPr>
              <a:t>如果您知道如何使用</a:t>
            </a:r>
            <a:r>
              <a:rPr lang="en-US" altLang="zh-CN">
                <a:latin typeface="黑体" panose="02010609060101010101" pitchFamily="49" charset="-122"/>
                <a:ea typeface="黑体" panose="02010609060101010101" pitchFamily="49" charset="-122"/>
              </a:rPr>
              <a:t>Docker</a:t>
            </a:r>
            <a:r>
              <a:rPr lang="zh-CN" altLang="en-US">
                <a:latin typeface="黑体" panose="02010609060101010101" pitchFamily="49" charset="-122"/>
                <a:ea typeface="黑体" panose="02010609060101010101" pitchFamily="49" charset="-122"/>
              </a:rPr>
              <a:t>并拥有支持</a:t>
            </a:r>
            <a:r>
              <a:rPr lang="en-US" altLang="zh-CN">
                <a:latin typeface="黑体" panose="02010609060101010101" pitchFamily="49" charset="-122"/>
                <a:ea typeface="黑体" panose="02010609060101010101" pitchFamily="49" charset="-122"/>
              </a:rPr>
              <a:t>CUDA</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10.0</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10.1</a:t>
            </a:r>
            <a:r>
              <a:rPr lang="zh-CN" altLang="en-US">
                <a:latin typeface="黑体" panose="02010609060101010101" pitchFamily="49" charset="-122"/>
                <a:ea typeface="黑体" panose="02010609060101010101" pitchFamily="49" charset="-122"/>
              </a:rPr>
              <a:t>或</a:t>
            </a:r>
            <a:r>
              <a:rPr lang="en-US" altLang="zh-CN">
                <a:latin typeface="黑体" panose="02010609060101010101" pitchFamily="49" charset="-122"/>
                <a:ea typeface="黑体" panose="02010609060101010101" pitchFamily="49" charset="-122"/>
              </a:rPr>
              <a:t>10.2</a:t>
            </a:r>
            <a:r>
              <a:rPr lang="zh-CN" altLang="en-US">
                <a:latin typeface="黑体" panose="02010609060101010101" pitchFamily="49" charset="-122"/>
                <a:ea typeface="黑体" panose="02010609060101010101" pitchFamily="49" charset="-122"/>
              </a:rPr>
              <a:t>的计算机，则可以轻松地为它重新创建环境。 我们将不介绍</a:t>
            </a:r>
            <a:r>
              <a:rPr lang="en-US" altLang="zh-CN">
                <a:latin typeface="黑体" panose="02010609060101010101" pitchFamily="49" charset="-122"/>
                <a:ea typeface="黑体" panose="02010609060101010101" pitchFamily="49" charset="-122"/>
              </a:rPr>
              <a:t>Docker</a:t>
            </a:r>
            <a:r>
              <a:rPr lang="zh-CN" altLang="en-US">
                <a:latin typeface="黑体" panose="02010609060101010101" pitchFamily="49" charset="-122"/>
                <a:ea typeface="黑体" panose="02010609060101010101" pitchFamily="49" charset="-122"/>
              </a:rPr>
              <a:t>的设置，因为这对于每个人的机器都是不同的。 设置了</a:t>
            </a:r>
            <a:r>
              <a:rPr lang="en-US" altLang="zh-CN">
                <a:latin typeface="黑体" panose="02010609060101010101" pitchFamily="49" charset="-122"/>
                <a:ea typeface="黑体" panose="02010609060101010101" pitchFamily="49" charset="-122"/>
              </a:rPr>
              <a:t>docker</a:t>
            </a:r>
            <a:r>
              <a:rPr lang="zh-CN" altLang="en-US">
                <a:latin typeface="黑体" panose="02010609060101010101" pitchFamily="49" charset="-122"/>
                <a:ea typeface="黑体" panose="02010609060101010101" pitchFamily="49" charset="-122"/>
              </a:rPr>
              <a:t>之后，就可以轻松使用它。 “ </a:t>
            </a:r>
            <a:r>
              <a:rPr lang="en-US" altLang="zh-CN">
                <a:latin typeface="黑体" panose="02010609060101010101" pitchFamily="49" charset="-122"/>
                <a:ea typeface="黑体" panose="02010609060101010101" pitchFamily="49" charset="-122"/>
              </a:rPr>
              <a:t>docker run</a:t>
            </a:r>
            <a:r>
              <a:rPr lang="zh-CN" altLang="en-US">
                <a:latin typeface="黑体" panose="02010609060101010101" pitchFamily="49" charset="-122"/>
                <a:ea typeface="黑体" panose="02010609060101010101" pitchFamily="49" charset="-122"/>
              </a:rPr>
              <a:t>”命令将运行容器，如果容器具有暴露的端口，则可以通过命令行和浏览器访问容器里的内容。</a:t>
            </a:r>
          </a:p>
          <a:p>
            <a:pPr marL="0" lvl="0" indent="0" algn="l" rtl="0">
              <a:lnSpc>
                <a:spcPct val="100000"/>
              </a:lnSpc>
              <a:spcBef>
                <a:spcPts val="342"/>
              </a:spcBef>
              <a:spcAft>
                <a:spcPts val="0"/>
              </a:spcAft>
              <a:buSzPts val="1400"/>
              <a:buNone/>
            </a:pPr>
            <a:endParaRPr lang="zh-CN" altLang="en-US">
              <a:latin typeface="黑体" panose="02010609060101010101" pitchFamily="49" charset="-122"/>
              <a:ea typeface="黑体" panose="02010609060101010101" pitchFamily="49" charset="-122"/>
            </a:endParaRPr>
          </a:p>
          <a:p>
            <a:pPr marL="0" lvl="0" indent="0" algn="l" rtl="0">
              <a:lnSpc>
                <a:spcPct val="100000"/>
              </a:lnSpc>
              <a:spcBef>
                <a:spcPts val="342"/>
              </a:spcBef>
              <a:spcAft>
                <a:spcPts val="0"/>
              </a:spcAft>
              <a:buSzPts val="1400"/>
              <a:buNone/>
            </a:pPr>
            <a:r>
              <a:rPr lang="zh-CN" altLang="en-US">
                <a:latin typeface="黑体" panose="02010609060101010101" pitchFamily="49" charset="-122"/>
                <a:ea typeface="黑体" panose="02010609060101010101" pitchFamily="49" charset="-122"/>
              </a:rPr>
              <a:t>对于</a:t>
            </a:r>
            <a:r>
              <a:rPr lang="en-US" altLang="zh-CN">
                <a:latin typeface="黑体" panose="02010609060101010101" pitchFamily="49" charset="-122"/>
                <a:ea typeface="黑体" panose="02010609060101010101" pitchFamily="49" charset="-122"/>
              </a:rPr>
              <a:t>DLI</a:t>
            </a:r>
            <a:r>
              <a:rPr lang="zh-CN" altLang="en-US">
                <a:latin typeface="黑体" panose="02010609060101010101" pitchFamily="49" charset="-122"/>
                <a:ea typeface="黑体" panose="02010609060101010101" pitchFamily="49" charset="-122"/>
              </a:rPr>
              <a:t>，我们已经在</a:t>
            </a:r>
            <a:r>
              <a:rPr lang="en-US" altLang="zh-CN">
                <a:latin typeface="黑体" panose="02010609060101010101" pitchFamily="49" charset="-122"/>
                <a:ea typeface="黑体" panose="02010609060101010101" pitchFamily="49" charset="-122"/>
              </a:rPr>
              <a:t>Docker</a:t>
            </a:r>
            <a:r>
              <a:rPr lang="zh-CN" altLang="en-US">
                <a:latin typeface="黑体" panose="02010609060101010101" pitchFamily="49" charset="-122"/>
                <a:ea typeface="黑体" panose="02010609060101010101" pitchFamily="49" charset="-122"/>
              </a:rPr>
              <a:t>容器中准备了该课程的后续材料。 就像我们在课堂上使用的那样，它创建了一个</a:t>
            </a:r>
            <a:r>
              <a:rPr lang="en-US" altLang="zh-CN">
                <a:latin typeface="黑体" panose="02010609060101010101" pitchFamily="49" charset="-122"/>
                <a:ea typeface="黑体" panose="02010609060101010101" pitchFamily="49" charset="-122"/>
              </a:rPr>
              <a:t>JupyterLab</a:t>
            </a:r>
            <a:r>
              <a:rPr lang="zh-CN" altLang="en-US">
                <a:latin typeface="黑体" panose="02010609060101010101" pitchFamily="49" charset="-122"/>
                <a:ea typeface="黑体" panose="02010609060101010101" pitchFamily="49" charset="-122"/>
              </a:rPr>
              <a:t>环境，因此您可以在自己的计算机上本地设置它。 上面的链接中提供了有关如何启动和运行此容器的更多详细说明，请您查阅。</a:t>
            </a:r>
            <a:endParaRPr lang="zh-CN" altLang="en-US" dirty="0">
              <a:latin typeface="黑体" panose="02010609060101010101" pitchFamily="49" charset="-122"/>
              <a:ea typeface="黑体" panose="02010609060101010101" pitchFamily="49" charset="-122"/>
            </a:endParaRPr>
          </a:p>
        </p:txBody>
      </p:sp>
      <p:sp>
        <p:nvSpPr>
          <p:cNvPr id="2545" name="Google Shape;2545;p82:notes"/>
          <p:cNvSpPr>
            <a:spLocks noGrp="1" noRot="1" noChangeAspect="1"/>
          </p:cNvSpPr>
          <p:nvPr>
            <p:ph type="sldImg" idx="2"/>
          </p:nvPr>
        </p:nvSpPr>
        <p:spPr>
          <a:xfrm>
            <a:off x="457200" y="719138"/>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1"/>
        <p:cNvGrpSpPr/>
        <p:nvPr/>
      </p:nvGrpSpPr>
      <p:grpSpPr>
        <a:xfrm>
          <a:off x="0" y="0"/>
          <a:ext cx="0" cy="0"/>
          <a:chOff x="0" y="0"/>
          <a:chExt cx="0" cy="0"/>
        </a:xfrm>
      </p:grpSpPr>
      <p:sp>
        <p:nvSpPr>
          <p:cNvPr id="2572" name="Google Shape;2572;p2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3" name="Google Shape;2573;p2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zh-CN" altLang="en-US">
                <a:latin typeface="黑体" panose="02010609060101010101" pitchFamily="49" charset="-122"/>
                <a:ea typeface="黑体" panose="02010609060101010101" pitchFamily="49" charset="-122"/>
              </a:rPr>
              <a:t>在结束演讲之前，让我们进行一个快速的思考实验，让我们能进一步领会什么是计算机的智能。</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2574" name="Google Shape;2574;p2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7"/>
        <p:cNvGrpSpPr/>
        <p:nvPr/>
      </p:nvGrpSpPr>
      <p:grpSpPr>
        <a:xfrm>
          <a:off x="0" y="0"/>
          <a:ext cx="0" cy="0"/>
          <a:chOff x="0" y="0"/>
          <a:chExt cx="0" cy="0"/>
        </a:xfrm>
      </p:grpSpPr>
      <p:sp>
        <p:nvSpPr>
          <p:cNvPr id="2578" name="Google Shape;2578;p3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9" name="Google Shape;2579;p3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假设有一个人被锁在一个房间里，人们从门缝塞给这个人一张与火箭科技相关的方程式。房间里的人对火箭科学一无所知，但他会根据塞给他的那纸张上的符号找到一系列指令或操作说明，并按照指令将解决方案写在一张纸上塞回去。被锁在房间的人的行为就像一台计算机，执行一系列带有输出的指令，而房间外的人（依然一无所知）会认为被锁的人是一位火箭科学家。</a:t>
            </a:r>
            <a:endParaRPr lang="zh-CN" altLang="en-US">
              <a:latin typeface="Trebuchet MS" panose="020B0603020202020204" pitchFamily="34" charset="0"/>
              <a:ea typeface="黑体" panose="02010609060101010101" pitchFamily="49" charset="-122"/>
            </a:endParaRPr>
          </a:p>
          <a:p>
            <a:pPr marL="0" lvl="0" indent="0" algn="l" rtl="0">
              <a:lnSpc>
                <a:spcPct val="100000"/>
              </a:lnSpc>
              <a:spcBef>
                <a:spcPts val="330"/>
              </a:spcBef>
              <a:spcAft>
                <a:spcPts val="0"/>
              </a:spcAft>
              <a:buSzPts val="1400"/>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100000"/>
              </a:lnSpc>
              <a:spcBef>
                <a:spcPts val="33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我给您的问题是，模仿从何处结束并开始理解？当人类第一次学习如何做数学时，他们是通过复制来完成的，例如记住乘法口诀表。我们可以花一整天就模仿与真正理解之间的区分位置进行辩论，但重点是：</a:t>
            </a:r>
            <a:endParaRPr lang="zh-CN" altLang="en-US">
              <a:latin typeface="Trebuchet MS" panose="020B0603020202020204" pitchFamily="34" charset="0"/>
              <a:ea typeface="黑体" panose="02010609060101010101" pitchFamily="49" charset="-122"/>
            </a:endParaRPr>
          </a:p>
          <a:p>
            <a:pPr marL="0" lvl="0" indent="0" algn="l" rtl="0">
              <a:lnSpc>
                <a:spcPct val="100000"/>
              </a:lnSpc>
              <a:spcBef>
                <a:spcPts val="330"/>
              </a:spcBef>
              <a:spcAft>
                <a:spcPts val="0"/>
              </a:spcAft>
              <a:buSzPts val="1400"/>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100000"/>
              </a:lnSpc>
              <a:spcBef>
                <a:spcPts val="33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人工智能的最大突破来自不仅了解计算机而且可以数学表达人类思维的人们。看看您是否可以用计算机能够解释的方式定义“理解”，并将帮助它从模仿变为理解。</a:t>
            </a:r>
            <a:endParaRPr lang="zh-CN" altLang="en-US">
              <a:latin typeface="Trebuchet MS" panose="020B0603020202020204" pitchFamily="34" charset="0"/>
              <a:ea typeface="黑体" panose="02010609060101010101" pitchFamily="49" charset="-122"/>
            </a:endParaRPr>
          </a:p>
          <a:p>
            <a:pPr marL="0" lvl="0" indent="0" algn="l" rtl="0">
              <a:lnSpc>
                <a:spcPct val="100000"/>
              </a:lnSpc>
              <a:spcBef>
                <a:spcPts val="330"/>
              </a:spcBef>
              <a:spcAft>
                <a:spcPts val="0"/>
              </a:spcAft>
              <a:buSzPts val="1400"/>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https://plato.stanford.edu/entries/chinese-room/</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2580" name="Google Shape;2580;p3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4"/>
        <p:cNvGrpSpPr/>
        <p:nvPr/>
      </p:nvGrpSpPr>
      <p:grpSpPr>
        <a:xfrm>
          <a:off x="0" y="0"/>
          <a:ext cx="0" cy="0"/>
          <a:chOff x="0" y="0"/>
          <a:chExt cx="0" cy="0"/>
        </a:xfrm>
      </p:grpSpPr>
      <p:sp>
        <p:nvSpPr>
          <p:cNvPr id="2585" name="Google Shape;2585;p3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6" name="Google Shape;2586;p3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0"/>
              </a:spcBef>
              <a:spcAft>
                <a:spcPts val="0"/>
              </a:spcAft>
              <a:buClr>
                <a:schemeClr val="dk1"/>
              </a:buClr>
              <a:buSzPts val="1100"/>
              <a:buFont typeface="Arial"/>
              <a:buNone/>
            </a:pPr>
            <a:r>
              <a:rPr lang="zh-CN" altLang="en-US">
                <a:latin typeface="黑体" panose="02010609060101010101" pitchFamily="49" charset="-122"/>
                <a:ea typeface="黑体" panose="02010609060101010101" pitchFamily="49" charset="-122"/>
              </a:rPr>
              <a:t>本次课的内容就全讲完了。 谢谢您的参与。</a:t>
            </a:r>
          </a:p>
          <a:p>
            <a:pPr marL="0" lvl="0" indent="0" algn="l" rtl="0">
              <a:lnSpc>
                <a:spcPct val="100000"/>
              </a:lnSpc>
              <a:spcBef>
                <a:spcPts val="0"/>
              </a:spcBef>
              <a:spcAft>
                <a:spcPts val="0"/>
              </a:spcAft>
              <a:buSzPts val="1100"/>
              <a:buNone/>
            </a:pPr>
            <a:r>
              <a:rPr lang="zh-CN" altLang="en-US">
                <a:latin typeface="黑体" panose="02010609060101010101" pitchFamily="49" charset="-122"/>
                <a:ea typeface="黑体" panose="02010609060101010101" pitchFamily="49" charset="-122"/>
              </a:rPr>
              <a:t>好，现在开始做最后一个动手实验！ 祝你好运！</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2587" name="Google Shape;2587;p3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34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0"/>
        <p:cNvGrpSpPr/>
        <p:nvPr/>
      </p:nvGrpSpPr>
      <p:grpSpPr>
        <a:xfrm>
          <a:off x="0" y="0"/>
          <a:ext cx="0" cy="0"/>
          <a:chOff x="0" y="0"/>
          <a:chExt cx="0" cy="0"/>
        </a:xfrm>
      </p:grpSpPr>
      <p:sp>
        <p:nvSpPr>
          <p:cNvPr id="2591" name="Google Shape;2591;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2" name="Google Shape;2592;p8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lnSpc>
                <a:spcPct val="100000"/>
              </a:lnSpc>
              <a:spcBef>
                <a:spcPts val="330"/>
              </a:spcBef>
              <a:spcAft>
                <a:spcPts val="0"/>
              </a:spcAft>
              <a:buSzPts val="1400"/>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lnSpc>
                <a:spcPct val="100000"/>
              </a:lnSpc>
              <a:spcBef>
                <a:spcPts val="330"/>
              </a:spcBef>
              <a:spcAft>
                <a:spcPts val="0"/>
              </a:spcAft>
              <a:buSzPts val="1400"/>
              <a:buNone/>
            </a:pPr>
            <a:endParaRPr lang="zh-CN" altLang="en-US" sz="1100" u="none" strike="noStrike" dirty="0">
              <a:solidFill>
                <a:schemeClr val="dk1"/>
              </a:solidFill>
              <a:latin typeface="Trebuchet MS"/>
              <a:ea typeface="Trebuchet MS"/>
              <a:cs typeface="Trebuchet MS"/>
              <a:sym typeface="Trebuchet MS"/>
            </a:endParaRPr>
          </a:p>
        </p:txBody>
      </p:sp>
      <p:sp>
        <p:nvSpPr>
          <p:cNvPr id="2593" name="Google Shape;2593;p8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35</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5"/>
        <p:cNvGrpSpPr/>
        <p:nvPr/>
      </p:nvGrpSpPr>
      <p:grpSpPr>
        <a:xfrm>
          <a:off x="0" y="0"/>
          <a:ext cx="0" cy="0"/>
          <a:chOff x="0" y="0"/>
          <a:chExt cx="0" cy="0"/>
        </a:xfrm>
      </p:grpSpPr>
      <p:sp>
        <p:nvSpPr>
          <p:cNvPr id="16" name="Google Shape;16;p35"/>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7" name="Google Shape;17;p35"/>
          <p:cNvPicPr preferRelativeResize="0"/>
          <p:nvPr/>
        </p:nvPicPr>
        <p:blipFill rotWithShape="1">
          <a:blip r:embed="rId2">
            <a:alphaModFix/>
          </a:blip>
          <a:srcRect/>
          <a:stretch/>
        </p:blipFill>
        <p:spPr>
          <a:xfrm rot="10800000" flipH="1">
            <a:off x="42483" y="0"/>
            <a:ext cx="10930317" cy="6172200"/>
          </a:xfrm>
          <a:prstGeom prst="rect">
            <a:avLst/>
          </a:prstGeom>
          <a:noFill/>
          <a:ln>
            <a:noFill/>
          </a:ln>
        </p:spPr>
      </p:pic>
      <p:pic>
        <p:nvPicPr>
          <p:cNvPr id="18" name="Google Shape;18;p35"/>
          <p:cNvPicPr preferRelativeResize="0"/>
          <p:nvPr/>
        </p:nvPicPr>
        <p:blipFill rotWithShape="1">
          <a:blip r:embed="rId3">
            <a:alphaModFix/>
          </a:blip>
          <a:srcRect/>
          <a:stretch/>
        </p:blipFill>
        <p:spPr>
          <a:xfrm>
            <a:off x="604531" y="3033530"/>
            <a:ext cx="2020683" cy="700079"/>
          </a:xfrm>
          <a:prstGeom prst="rect">
            <a:avLst/>
          </a:prstGeom>
          <a:noFill/>
          <a:ln>
            <a:noFill/>
          </a:ln>
        </p:spPr>
      </p:pic>
      <p:sp>
        <p:nvSpPr>
          <p:cNvPr id="19" name="Google Shape;19;p35"/>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lnSpc>
                <a:spcPct val="100000"/>
              </a:lnSpc>
              <a:spcBef>
                <a:spcPts val="900"/>
              </a:spcBef>
              <a:spcAft>
                <a:spcPts val="0"/>
              </a:spcAft>
              <a:buClr>
                <a:schemeClr val="dk2"/>
              </a:buClr>
              <a:buSzPts val="1800"/>
              <a:buChar char="–"/>
              <a:defRPr/>
            </a:lvl4pPr>
            <a:lvl5pPr lvl="4" algn="l">
              <a:lnSpc>
                <a:spcPct val="100000"/>
              </a:lnSpc>
              <a:spcBef>
                <a:spcPts val="360"/>
              </a:spcBef>
              <a:spcAft>
                <a:spcPts val="0"/>
              </a:spcAft>
              <a:buClr>
                <a:schemeClr val="dk2"/>
              </a:buClr>
              <a:buSzPts val="1800"/>
              <a:buChar char="»"/>
              <a:defRPr/>
            </a:lvl5pPr>
            <a:lvl6pPr lvl="5" algn="l">
              <a:lnSpc>
                <a:spcPct val="100000"/>
              </a:lnSpc>
              <a:spcBef>
                <a:spcPts val="360"/>
              </a:spcBef>
              <a:spcAft>
                <a:spcPts val="0"/>
              </a:spcAft>
              <a:buClr>
                <a:schemeClr val="dk2"/>
              </a:buClr>
              <a:buSzPts val="1800"/>
              <a:buChar char="»"/>
              <a:defRPr/>
            </a:lvl6pPr>
            <a:lvl7pPr lvl="6" algn="l">
              <a:lnSpc>
                <a:spcPct val="100000"/>
              </a:lnSpc>
              <a:spcBef>
                <a:spcPts val="360"/>
              </a:spcBef>
              <a:spcAft>
                <a:spcPts val="0"/>
              </a:spcAft>
              <a:buClr>
                <a:schemeClr val="dk2"/>
              </a:buClr>
              <a:buSzPts val="1800"/>
              <a:buChar char="»"/>
              <a:defRPr/>
            </a:lvl7pPr>
            <a:lvl8pPr lvl="7" algn="l">
              <a:lnSpc>
                <a:spcPct val="100000"/>
              </a:lnSpc>
              <a:spcBef>
                <a:spcPts val="360"/>
              </a:spcBef>
              <a:spcAft>
                <a:spcPts val="0"/>
              </a:spcAft>
              <a:buClr>
                <a:schemeClr val="dk2"/>
              </a:buClr>
              <a:buSzPts val="1800"/>
              <a:buChar char="»"/>
              <a:defRPr/>
            </a:lvl8pPr>
            <a:lvl9pPr lvl="8" algn="l">
              <a:lnSpc>
                <a:spcPct val="100000"/>
              </a:lnSpc>
              <a:spcBef>
                <a:spcPts val="360"/>
              </a:spcBef>
              <a:spcAft>
                <a:spcPts val="0"/>
              </a:spcAft>
              <a:buClr>
                <a:schemeClr val="dk2"/>
              </a:buClr>
              <a:buSzPts val="1800"/>
              <a:buChar char="»"/>
              <a:defRPr/>
            </a:lvl9pPr>
          </a:lstStyle>
          <a:p>
            <a:endParaRPr/>
          </a:p>
        </p:txBody>
      </p:sp>
      <p:sp>
        <p:nvSpPr>
          <p:cNvPr id="20" name="Google Shape;20;p35"/>
          <p:cNvSpPr txBox="1">
            <a:spLocks noGrp="1"/>
          </p:cNvSpPr>
          <p:nvPr>
            <p:ph type="title"/>
          </p:nvPr>
        </p:nvSpPr>
        <p:spPr>
          <a:xfrm>
            <a:off x="481662" y="4405221"/>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1"/>
        <p:cNvGrpSpPr/>
        <p:nvPr/>
      </p:nvGrpSpPr>
      <p:grpSpPr>
        <a:xfrm>
          <a:off x="0" y="0"/>
          <a:ext cx="0" cy="0"/>
          <a:chOff x="0" y="0"/>
          <a:chExt cx="0" cy="0"/>
        </a:xfrm>
      </p:grpSpPr>
      <p:sp>
        <p:nvSpPr>
          <p:cNvPr id="22" name="Google Shape;22;p38"/>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pic>
        <p:nvPicPr>
          <p:cNvPr id="23" name="Google Shape;23;p38"/>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24" name="Google Shape;24;p38"/>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5" name="Google Shape;25;p38"/>
          <p:cNvSpPr/>
          <p:nvPr/>
        </p:nvSpPr>
        <p:spPr>
          <a:xfrm>
            <a:off x="0" y="0"/>
            <a:ext cx="10972800" cy="6172200"/>
          </a:xfrm>
          <a:prstGeom prst="rect">
            <a:avLst/>
          </a:prstGeom>
          <a:gradFill>
            <a:gsLst>
              <a:gs pos="0">
                <a:schemeClr val="lt2"/>
              </a:gs>
              <a:gs pos="100000">
                <a:srgbClr val="76B900">
                  <a:alpha val="29411"/>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6" name="Google Shape;26;p38"/>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7"/>
        <p:cNvGrpSpPr/>
        <p:nvPr/>
      </p:nvGrpSpPr>
      <p:grpSpPr>
        <a:xfrm>
          <a:off x="0" y="0"/>
          <a:ext cx="0" cy="0"/>
          <a:chOff x="0" y="0"/>
          <a:chExt cx="0" cy="0"/>
        </a:xfrm>
      </p:grpSpPr>
      <p:sp>
        <p:nvSpPr>
          <p:cNvPr id="28" name="Google Shape;28;p3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30" name="Google Shape;30;p3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31"/>
        <p:cNvGrpSpPr/>
        <p:nvPr/>
      </p:nvGrpSpPr>
      <p:grpSpPr>
        <a:xfrm>
          <a:off x="0" y="0"/>
          <a:ext cx="0" cy="0"/>
          <a:chOff x="0" y="0"/>
          <a:chExt cx="0" cy="0"/>
        </a:xfrm>
      </p:grpSpPr>
      <p:pic>
        <p:nvPicPr>
          <p:cNvPr id="32" name="Google Shape;32;p58"/>
          <p:cNvPicPr preferRelativeResize="0"/>
          <p:nvPr/>
        </p:nvPicPr>
        <p:blipFill rotWithShape="1">
          <a:blip r:embed="rId2">
            <a:alphaModFix/>
          </a:blip>
          <a:srcRect l="-21751" b="-227"/>
          <a:stretch/>
        </p:blipFill>
        <p:spPr>
          <a:xfrm rot="10800000" flipH="1">
            <a:off x="0" y="229699"/>
            <a:ext cx="10972800" cy="5942501"/>
          </a:xfrm>
          <a:prstGeom prst="rect">
            <a:avLst/>
          </a:prstGeom>
          <a:noFill/>
          <a:ln>
            <a:noFill/>
          </a:ln>
        </p:spPr>
      </p:pic>
      <p:sp>
        <p:nvSpPr>
          <p:cNvPr id="33" name="Google Shape;33;p58"/>
          <p:cNvSpPr/>
          <p:nvPr/>
        </p:nvSpPr>
        <p:spPr>
          <a:xfrm>
            <a:off x="0" y="0"/>
            <a:ext cx="10972800" cy="6172200"/>
          </a:xfrm>
          <a:prstGeom prst="rect">
            <a:avLst/>
          </a:prstGeom>
          <a:gradFill>
            <a:gsLst>
              <a:gs pos="0">
                <a:schemeClr val="lt1"/>
              </a:gs>
              <a:gs pos="34000">
                <a:schemeClr val="lt1"/>
              </a:gs>
              <a:gs pos="100000">
                <a:srgbClr val="FFFFFF">
                  <a:alpha val="34509"/>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pic>
        <p:nvPicPr>
          <p:cNvPr id="34" name="Google Shape;34;p58"/>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35" name="Google Shape;35;p58"/>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lt2"/>
                </a:solidFill>
                <a:latin typeface="Trebuchet MS"/>
                <a:ea typeface="Trebuchet MS"/>
                <a:cs typeface="Trebuchet MS"/>
                <a:sym typeface="Trebuchet MS"/>
              </a:rPr>
              <a:t>www.nvidia.com/dli</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36"/>
        <p:cNvGrpSpPr/>
        <p:nvPr/>
      </p:nvGrpSpPr>
      <p:grpSpPr>
        <a:xfrm>
          <a:off x="0" y="0"/>
          <a:ext cx="0" cy="0"/>
          <a:chOff x="0" y="0"/>
          <a:chExt cx="0" cy="0"/>
        </a:xfrm>
      </p:grpSpPr>
      <p:sp>
        <p:nvSpPr>
          <p:cNvPr id="37" name="Google Shape;37;p5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39" name="Google Shape;39;p5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40" name="Google Shape;40;p59"/>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u="none" strike="noStrike" cap="none">
                <a:solidFill>
                  <a:schemeClr val="dk2"/>
                </a:solidFill>
                <a:latin typeface="Trebuchet MS"/>
                <a:ea typeface="Trebuchet MS"/>
                <a:cs typeface="Trebuchet MS"/>
                <a:sym typeface="Trebuchet MS"/>
              </a:rPr>
              <a:t>NVIDIA CONFIDENTIAL. DO NOT DISTRIBUTE.</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41"/>
        <p:cNvGrpSpPr/>
        <p:nvPr/>
      </p:nvGrpSpPr>
      <p:grpSpPr>
        <a:xfrm>
          <a:off x="0" y="0"/>
          <a:ext cx="0" cy="0"/>
          <a:chOff x="0" y="0"/>
          <a:chExt cx="0" cy="0"/>
        </a:xfrm>
      </p:grpSpPr>
      <p:sp>
        <p:nvSpPr>
          <p:cNvPr id="42" name="Google Shape;42;p6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43" name="Google Shape;43;p6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0"/>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45" name="Google Shape;45;p60"/>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46"/>
        <p:cNvGrpSpPr/>
        <p:nvPr/>
      </p:nvGrpSpPr>
      <p:grpSpPr>
        <a:xfrm>
          <a:off x="0" y="0"/>
          <a:ext cx="0" cy="0"/>
          <a:chOff x="0" y="0"/>
          <a:chExt cx="0" cy="0"/>
        </a:xfrm>
      </p:grpSpPr>
      <p:sp>
        <p:nvSpPr>
          <p:cNvPr id="47" name="Google Shape;47;p6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48" name="Google Shape;48;p61"/>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61"/>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0" name="Google Shape;50;p61"/>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1"/>
        <p:cNvGrpSpPr/>
        <p:nvPr/>
      </p:nvGrpSpPr>
      <p:grpSpPr>
        <a:xfrm>
          <a:off x="0" y="0"/>
          <a:ext cx="0" cy="0"/>
          <a:chOff x="0" y="0"/>
          <a:chExt cx="0" cy="0"/>
        </a:xfrm>
      </p:grpSpPr>
      <p:sp>
        <p:nvSpPr>
          <p:cNvPr id="52" name="Google Shape;52;p62"/>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53" name="Google Shape;53;p6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54"/>
        <p:cNvGrpSpPr/>
        <p:nvPr/>
      </p:nvGrpSpPr>
      <p:grpSpPr>
        <a:xfrm>
          <a:off x="0" y="0"/>
          <a:ext cx="0" cy="0"/>
          <a:chOff x="0" y="0"/>
          <a:chExt cx="0" cy="0"/>
        </a:xfrm>
      </p:grpSpPr>
      <p:sp>
        <p:nvSpPr>
          <p:cNvPr id="55" name="Google Shape;55;p63"/>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3"/>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lnSpc>
                <a:spcPct val="100000"/>
              </a:lnSpc>
              <a:spcBef>
                <a:spcPts val="900"/>
              </a:spcBef>
              <a:spcAft>
                <a:spcPts val="0"/>
              </a:spcAft>
              <a:buClr>
                <a:schemeClr val="lt1"/>
              </a:buClr>
              <a:buSzPts val="1800"/>
              <a:buFont typeface="Noto Sans Symbols"/>
              <a:buChar char="▪"/>
              <a:defRPr sz="1800" b="0">
                <a:solidFill>
                  <a:schemeClr val="lt1"/>
                </a:solidFill>
              </a:defRPr>
            </a:lvl4pPr>
            <a:lvl5pPr marL="2286000" lvl="4" indent="-342900" algn="l">
              <a:lnSpc>
                <a:spcPct val="100000"/>
              </a:lnSpc>
              <a:spcBef>
                <a:spcPts val="360"/>
              </a:spcBef>
              <a:spcAft>
                <a:spcPts val="0"/>
              </a:spcAft>
              <a:buClr>
                <a:schemeClr val="lt1"/>
              </a:buClr>
              <a:buSzPts val="1800"/>
              <a:buFont typeface="Noto Sans Symbols"/>
              <a:buChar char="▪"/>
              <a:defRPr sz="1800" b="0">
                <a:solidFill>
                  <a:schemeClr val="lt1"/>
                </a:solidFill>
              </a:defRPr>
            </a:lvl5pPr>
            <a:lvl6pPr marL="2743200" lvl="5" indent="-342900" algn="l">
              <a:lnSpc>
                <a:spcPct val="100000"/>
              </a:lnSpc>
              <a:spcBef>
                <a:spcPts val="360"/>
              </a:spcBef>
              <a:spcAft>
                <a:spcPts val="0"/>
              </a:spcAft>
              <a:buClr>
                <a:schemeClr val="dk2"/>
              </a:buClr>
              <a:buSzPts val="1800"/>
              <a:buFont typeface="Trebuchet MS"/>
              <a:buChar char="»"/>
              <a:defRPr sz="1800"/>
            </a:lvl6pPr>
            <a:lvl7pPr marL="3200400" lvl="6" indent="-342900" algn="l">
              <a:lnSpc>
                <a:spcPct val="100000"/>
              </a:lnSpc>
              <a:spcBef>
                <a:spcPts val="360"/>
              </a:spcBef>
              <a:spcAft>
                <a:spcPts val="0"/>
              </a:spcAft>
              <a:buClr>
                <a:schemeClr val="dk2"/>
              </a:buClr>
              <a:buSzPts val="1800"/>
              <a:buFont typeface="Trebuchet MS"/>
              <a:buChar char="»"/>
              <a:defRPr sz="1800"/>
            </a:lvl7pPr>
            <a:lvl8pPr marL="3657600" lvl="7" indent="-342900" algn="l">
              <a:lnSpc>
                <a:spcPct val="100000"/>
              </a:lnSpc>
              <a:spcBef>
                <a:spcPts val="360"/>
              </a:spcBef>
              <a:spcAft>
                <a:spcPts val="0"/>
              </a:spcAft>
              <a:buClr>
                <a:schemeClr val="dk2"/>
              </a:buClr>
              <a:buSzPts val="1800"/>
              <a:buFont typeface="Trebuchet MS"/>
              <a:buChar char="»"/>
              <a:defRPr sz="1800"/>
            </a:lvl8pPr>
            <a:lvl9pPr marL="4114800" lvl="8" indent="-342900" algn="l">
              <a:lnSpc>
                <a:spcPct val="100000"/>
              </a:lnSpc>
              <a:spcBef>
                <a:spcPts val="360"/>
              </a:spcBef>
              <a:spcAft>
                <a:spcPts val="0"/>
              </a:spcAft>
              <a:buClr>
                <a:schemeClr val="dk2"/>
              </a:buClr>
              <a:buSzPts val="1800"/>
              <a:buFont typeface="Trebuchet MS"/>
              <a:buChar char="»"/>
              <a:defRPr sz="1800"/>
            </a:lvl9pPr>
          </a:lstStyle>
          <a:p>
            <a:endParaRPr/>
          </a:p>
        </p:txBody>
      </p:sp>
      <p:sp>
        <p:nvSpPr>
          <p:cNvPr id="57" name="Google Shape;57;p63"/>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lnSpc>
                <a:spcPct val="100000"/>
              </a:lnSpc>
              <a:spcBef>
                <a:spcPts val="900"/>
              </a:spcBef>
              <a:spcAft>
                <a:spcPts val="0"/>
              </a:spcAft>
              <a:buClr>
                <a:schemeClr val="lt1"/>
              </a:buClr>
              <a:buSzPts val="1800"/>
              <a:buFont typeface="Noto Sans Symbols"/>
              <a:buChar char="▪"/>
              <a:defRPr sz="1800" b="0">
                <a:solidFill>
                  <a:schemeClr val="lt1"/>
                </a:solidFill>
              </a:defRPr>
            </a:lvl4pPr>
            <a:lvl5pPr marL="2286000" lvl="4" indent="-342900" algn="l">
              <a:lnSpc>
                <a:spcPct val="100000"/>
              </a:lnSpc>
              <a:spcBef>
                <a:spcPts val="360"/>
              </a:spcBef>
              <a:spcAft>
                <a:spcPts val="0"/>
              </a:spcAft>
              <a:buClr>
                <a:schemeClr val="lt1"/>
              </a:buClr>
              <a:buSzPts val="1800"/>
              <a:buFont typeface="Noto Sans Symbols"/>
              <a:buChar char="▪"/>
              <a:defRPr sz="1800" b="0">
                <a:solidFill>
                  <a:schemeClr val="lt1"/>
                </a:solidFill>
              </a:defRPr>
            </a:lvl5pPr>
            <a:lvl6pPr marL="2743200" lvl="5" indent="-342900" algn="l">
              <a:lnSpc>
                <a:spcPct val="100000"/>
              </a:lnSpc>
              <a:spcBef>
                <a:spcPts val="360"/>
              </a:spcBef>
              <a:spcAft>
                <a:spcPts val="0"/>
              </a:spcAft>
              <a:buClr>
                <a:schemeClr val="dk2"/>
              </a:buClr>
              <a:buSzPts val="1800"/>
              <a:buFont typeface="Trebuchet MS"/>
              <a:buChar char="»"/>
              <a:defRPr sz="1800"/>
            </a:lvl6pPr>
            <a:lvl7pPr marL="3200400" lvl="6" indent="-342900" algn="l">
              <a:lnSpc>
                <a:spcPct val="100000"/>
              </a:lnSpc>
              <a:spcBef>
                <a:spcPts val="360"/>
              </a:spcBef>
              <a:spcAft>
                <a:spcPts val="0"/>
              </a:spcAft>
              <a:buClr>
                <a:schemeClr val="dk2"/>
              </a:buClr>
              <a:buSzPts val="1800"/>
              <a:buFont typeface="Trebuchet MS"/>
              <a:buChar char="»"/>
              <a:defRPr sz="1800"/>
            </a:lvl7pPr>
            <a:lvl8pPr marL="3657600" lvl="7" indent="-342900" algn="l">
              <a:lnSpc>
                <a:spcPct val="100000"/>
              </a:lnSpc>
              <a:spcBef>
                <a:spcPts val="360"/>
              </a:spcBef>
              <a:spcAft>
                <a:spcPts val="0"/>
              </a:spcAft>
              <a:buClr>
                <a:schemeClr val="dk2"/>
              </a:buClr>
              <a:buSzPts val="1800"/>
              <a:buFont typeface="Trebuchet MS"/>
              <a:buChar char="»"/>
              <a:defRPr sz="1800"/>
            </a:lvl8pPr>
            <a:lvl9pPr marL="4114800" lvl="8" indent="-342900" algn="l">
              <a:lnSpc>
                <a:spcPct val="100000"/>
              </a:lnSpc>
              <a:spcBef>
                <a:spcPts val="360"/>
              </a:spcBef>
              <a:spcAft>
                <a:spcPts val="0"/>
              </a:spcAft>
              <a:buClr>
                <a:schemeClr val="dk2"/>
              </a:buClr>
              <a:buSzPts val="1800"/>
              <a:buFont typeface="Trebuchet MS"/>
              <a:buChar char="»"/>
              <a:defRPr sz="1800"/>
            </a:lvl9pPr>
          </a:lstStyle>
          <a:p>
            <a:endParaRPr/>
          </a:p>
        </p:txBody>
      </p:sp>
      <p:sp>
        <p:nvSpPr>
          <p:cNvPr id="58" name="Google Shape;58;p63"/>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59"/>
        <p:cNvGrpSpPr/>
        <p:nvPr/>
      </p:nvGrpSpPr>
      <p:grpSpPr>
        <a:xfrm>
          <a:off x="0" y="0"/>
          <a:ext cx="0" cy="0"/>
          <a:chOff x="0" y="0"/>
          <a:chExt cx="0" cy="0"/>
        </a:xfrm>
      </p:grpSpPr>
      <p:sp>
        <p:nvSpPr>
          <p:cNvPr id="60" name="Google Shape;60;p6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61" name="Google Shape;61;p64"/>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2" name="Google Shape;62;p64"/>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3"/>
        <p:cNvGrpSpPr/>
        <p:nvPr/>
      </p:nvGrpSpPr>
      <p:grpSpPr>
        <a:xfrm>
          <a:off x="0" y="0"/>
          <a:ext cx="0" cy="0"/>
          <a:chOff x="0" y="0"/>
          <a:chExt cx="0" cy="0"/>
        </a:xfrm>
      </p:grpSpPr>
      <p:sp>
        <p:nvSpPr>
          <p:cNvPr id="64" name="Google Shape;64;p6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65"/>
        <p:cNvGrpSpPr/>
        <p:nvPr/>
      </p:nvGrpSpPr>
      <p:grpSpPr>
        <a:xfrm>
          <a:off x="0" y="0"/>
          <a:ext cx="0" cy="0"/>
          <a:chOff x="0" y="0"/>
          <a:chExt cx="0" cy="0"/>
        </a:xfrm>
      </p:grpSpPr>
      <p:sp>
        <p:nvSpPr>
          <p:cNvPr id="66" name="Google Shape;66;p6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67" name="Google Shape;67;p66"/>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68"/>
        <p:cNvGrpSpPr/>
        <p:nvPr/>
      </p:nvGrpSpPr>
      <p:grpSpPr>
        <a:xfrm>
          <a:off x="0" y="0"/>
          <a:ext cx="0" cy="0"/>
          <a:chOff x="0" y="0"/>
          <a:chExt cx="0" cy="0"/>
        </a:xfrm>
      </p:grpSpPr>
      <p:sp>
        <p:nvSpPr>
          <p:cNvPr id="69" name="Google Shape;69;p67"/>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pic>
        <p:nvPicPr>
          <p:cNvPr id="70" name="Google Shape;70;p67"/>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71" name="Google Shape;71;p67"/>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72" name="Google Shape;72;p67"/>
          <p:cNvSpPr/>
          <p:nvPr/>
        </p:nvSpPr>
        <p:spPr>
          <a:xfrm>
            <a:off x="0" y="0"/>
            <a:ext cx="10972800" cy="6172200"/>
          </a:xfrm>
          <a:prstGeom prst="rect">
            <a:avLst/>
          </a:prstGeom>
          <a:gradFill>
            <a:gsLst>
              <a:gs pos="0">
                <a:schemeClr val="lt2"/>
              </a:gs>
              <a:gs pos="100000">
                <a:srgbClr val="76B900">
                  <a:alpha val="29411"/>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83"/>
        <p:cNvGrpSpPr/>
        <p:nvPr/>
      </p:nvGrpSpPr>
      <p:grpSpPr>
        <a:xfrm>
          <a:off x="0" y="0"/>
          <a:ext cx="0" cy="0"/>
          <a:chOff x="0" y="0"/>
          <a:chExt cx="0" cy="0"/>
        </a:xfrm>
      </p:grpSpPr>
      <p:sp>
        <p:nvSpPr>
          <p:cNvPr id="84" name="Google Shape;84;p3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Noto Sans Symbol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Noto Sans Symbol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86" name="Google Shape;86;p37"/>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7"/>
        <p:cNvGrpSpPr/>
        <p:nvPr/>
      </p:nvGrpSpPr>
      <p:grpSpPr>
        <a:xfrm>
          <a:off x="0" y="0"/>
          <a:ext cx="0" cy="0"/>
          <a:chOff x="0" y="0"/>
          <a:chExt cx="0" cy="0"/>
        </a:xfrm>
      </p:grpSpPr>
      <p:sp>
        <p:nvSpPr>
          <p:cNvPr id="88" name="Google Shape;88;p68"/>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68"/>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90" name="Google Shape;90;p6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68"/>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68"/>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3" name="Google Shape;93;p68"/>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4"/>
        <p:cNvGrpSpPr/>
        <p:nvPr/>
      </p:nvGrpSpPr>
      <p:grpSpPr>
        <a:xfrm>
          <a:off x="0" y="0"/>
          <a:ext cx="0" cy="0"/>
          <a:chOff x="0" y="0"/>
          <a:chExt cx="0" cy="0"/>
        </a:xfrm>
      </p:grpSpPr>
      <p:sp>
        <p:nvSpPr>
          <p:cNvPr id="95" name="Google Shape;95;p69"/>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69"/>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97" name="Google Shape;97;p6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69"/>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6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00" name="Google Shape;100;p69"/>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1"/>
        <p:cNvGrpSpPr/>
        <p:nvPr/>
      </p:nvGrpSpPr>
      <p:grpSpPr>
        <a:xfrm>
          <a:off x="0" y="0"/>
          <a:ext cx="0" cy="0"/>
          <a:chOff x="0" y="0"/>
          <a:chExt cx="0" cy="0"/>
        </a:xfrm>
      </p:grpSpPr>
      <p:sp>
        <p:nvSpPr>
          <p:cNvPr id="102" name="Google Shape;102;p70"/>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70"/>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104" name="Google Shape;104;p7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7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7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07" name="Google Shape;107;p70"/>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71"/>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71"/>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1" name="Google Shape;111;p71"/>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2" name="Google Shape;112;p71"/>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71"/>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7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15" name="Google Shape;115;p71"/>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6"/>
        <p:cNvGrpSpPr/>
        <p:nvPr/>
      </p:nvGrpSpPr>
      <p:grpSpPr>
        <a:xfrm>
          <a:off x="0" y="0"/>
          <a:ext cx="0" cy="0"/>
          <a:chOff x="0" y="0"/>
          <a:chExt cx="0" cy="0"/>
        </a:xfrm>
      </p:grpSpPr>
      <p:sp>
        <p:nvSpPr>
          <p:cNvPr id="117" name="Google Shape;117;p72"/>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72"/>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19" name="Google Shape;119;p72"/>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0" name="Google Shape;120;p72"/>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21" name="Google Shape;121;p72"/>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2" name="Google Shape;122;p7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7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7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25" name="Google Shape;125;p7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6"/>
        <p:cNvGrpSpPr/>
        <p:nvPr/>
      </p:nvGrpSpPr>
      <p:grpSpPr>
        <a:xfrm>
          <a:off x="0" y="0"/>
          <a:ext cx="0" cy="0"/>
          <a:chOff x="0" y="0"/>
          <a:chExt cx="0" cy="0"/>
        </a:xfrm>
      </p:grpSpPr>
      <p:sp>
        <p:nvSpPr>
          <p:cNvPr id="127" name="Google Shape;127;p73"/>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7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7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7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31" name="Google Shape;131;p7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132" name="Google Shape;132;p73"/>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3"/>
        <p:cNvGrpSpPr/>
        <p:nvPr/>
      </p:nvGrpSpPr>
      <p:grpSpPr>
        <a:xfrm>
          <a:off x="0" y="0"/>
          <a:ext cx="0" cy="0"/>
          <a:chOff x="0" y="0"/>
          <a:chExt cx="0" cy="0"/>
        </a:xfrm>
      </p:grpSpPr>
      <p:sp>
        <p:nvSpPr>
          <p:cNvPr id="134" name="Google Shape;134;p7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7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7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7"/>
        <p:cNvGrpSpPr/>
        <p:nvPr/>
      </p:nvGrpSpPr>
      <p:grpSpPr>
        <a:xfrm>
          <a:off x="0" y="0"/>
          <a:ext cx="0" cy="0"/>
          <a:chOff x="0" y="0"/>
          <a:chExt cx="0" cy="0"/>
        </a:xfrm>
      </p:grpSpPr>
      <p:sp>
        <p:nvSpPr>
          <p:cNvPr id="138" name="Google Shape;138;p75"/>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75"/>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40" name="Google Shape;140;p75"/>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41" name="Google Shape;141;p7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7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7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44" name="Google Shape;144;p75"/>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5"/>
        <p:cNvGrpSpPr/>
        <p:nvPr/>
      </p:nvGrpSpPr>
      <p:grpSpPr>
        <a:xfrm>
          <a:off x="0" y="0"/>
          <a:ext cx="0" cy="0"/>
          <a:chOff x="0" y="0"/>
          <a:chExt cx="0" cy="0"/>
        </a:xfrm>
      </p:grpSpPr>
      <p:grpSp>
        <p:nvGrpSpPr>
          <p:cNvPr id="146" name="Google Shape;146;p76"/>
          <p:cNvGrpSpPr/>
          <p:nvPr/>
        </p:nvGrpSpPr>
        <p:grpSpPr>
          <a:xfrm>
            <a:off x="6729649" y="433953"/>
            <a:ext cx="3667080" cy="4634191"/>
            <a:chOff x="7477387" y="482170"/>
            <a:chExt cx="4074533" cy="5149101"/>
          </a:xfrm>
        </p:grpSpPr>
        <p:sp>
          <p:nvSpPr>
            <p:cNvPr id="147" name="Google Shape;147;p76"/>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76"/>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9" name="Google Shape;149;p76"/>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76"/>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51" name="Google Shape;151;p76"/>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52" name="Google Shape;152;p76"/>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76"/>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7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55" name="Google Shape;155;p76"/>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6"/>
        <p:cNvGrpSpPr/>
        <p:nvPr/>
      </p:nvGrpSpPr>
      <p:grpSpPr>
        <a:xfrm>
          <a:off x="0" y="0"/>
          <a:ext cx="0" cy="0"/>
          <a:chOff x="0" y="0"/>
          <a:chExt cx="0" cy="0"/>
        </a:xfrm>
      </p:grpSpPr>
      <p:sp>
        <p:nvSpPr>
          <p:cNvPr id="157" name="Google Shape;157;p77"/>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77"/>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59" name="Google Shape;159;p7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7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7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62" name="Google Shape;162;p77"/>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3"/>
        <p:cNvGrpSpPr/>
        <p:nvPr/>
      </p:nvGrpSpPr>
      <p:grpSpPr>
        <a:xfrm>
          <a:off x="0" y="0"/>
          <a:ext cx="0" cy="0"/>
          <a:chOff x="0" y="0"/>
          <a:chExt cx="0" cy="0"/>
        </a:xfrm>
      </p:grpSpPr>
      <p:sp>
        <p:nvSpPr>
          <p:cNvPr id="164" name="Google Shape;164;p78"/>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78"/>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66" name="Google Shape;166;p7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7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7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69" name="Google Shape;169;p78"/>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74"/>
        <p:cNvGrpSpPr/>
        <p:nvPr/>
      </p:nvGrpSpPr>
      <p:grpSpPr>
        <a:xfrm>
          <a:off x="0" y="0"/>
          <a:ext cx="0" cy="0"/>
          <a:chOff x="0" y="0"/>
          <a:chExt cx="0" cy="0"/>
        </a:xfrm>
      </p:grpSpPr>
      <p:sp>
        <p:nvSpPr>
          <p:cNvPr id="175" name="Google Shape;175;p8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85"/>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177" name="Google Shape;177;p85"/>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178"/>
        <p:cNvGrpSpPr/>
        <p:nvPr/>
      </p:nvGrpSpPr>
      <p:grpSpPr>
        <a:xfrm>
          <a:off x="0" y="0"/>
          <a:ext cx="0" cy="0"/>
          <a:chOff x="0" y="0"/>
          <a:chExt cx="0" cy="0"/>
        </a:xfrm>
      </p:grpSpPr>
      <p:pic>
        <p:nvPicPr>
          <p:cNvPr id="179" name="Google Shape;179;p105"/>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180" name="Google Shape;180;p105"/>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pic>
        <p:nvPicPr>
          <p:cNvPr id="181" name="Google Shape;181;p105"/>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182" name="Google Shape;182;p105"/>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b="0" i="0" u="none" strike="noStrike" cap="none">
                <a:solidFill>
                  <a:schemeClr val="lt2"/>
                </a:solidFill>
                <a:latin typeface="Trebuchet MS"/>
                <a:ea typeface="Trebuchet MS"/>
                <a:cs typeface="Trebuchet MS"/>
                <a:sym typeface="Trebuchet MS"/>
              </a:rPr>
              <a:t>www.nvidia.com/dli</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183"/>
        <p:cNvGrpSpPr/>
        <p:nvPr/>
      </p:nvGrpSpPr>
      <p:grpSpPr>
        <a:xfrm>
          <a:off x="0" y="0"/>
          <a:ext cx="0" cy="0"/>
          <a:chOff x="0" y="0"/>
          <a:chExt cx="0" cy="0"/>
        </a:xfrm>
      </p:grpSpPr>
      <p:sp>
        <p:nvSpPr>
          <p:cNvPr id="184" name="Google Shape;184;p10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106"/>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186" name="Google Shape;186;p106"/>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187" name="Google Shape;187;p106"/>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Arial"/>
              <a:buNone/>
            </a:pPr>
            <a:r>
              <a:rPr lang="en-US" sz="800" b="1" i="0" u="none" strike="noStrike" cap="none">
                <a:solidFill>
                  <a:schemeClr val="dk2"/>
                </a:solidFill>
                <a:latin typeface="Trebuchet MS"/>
                <a:ea typeface="Trebuchet MS"/>
                <a:cs typeface="Trebuchet MS"/>
                <a:sym typeface="Trebuchet MS"/>
              </a:rPr>
              <a:t>NVIDIA CONFIDENTIAL. DO NOT DISTRIBUTE.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188"/>
        <p:cNvGrpSpPr/>
        <p:nvPr/>
      </p:nvGrpSpPr>
      <p:grpSpPr>
        <a:xfrm>
          <a:off x="0" y="0"/>
          <a:ext cx="0" cy="0"/>
          <a:chOff x="0" y="0"/>
          <a:chExt cx="0" cy="0"/>
        </a:xfrm>
      </p:grpSpPr>
      <p:sp>
        <p:nvSpPr>
          <p:cNvPr id="189" name="Google Shape;189;p107"/>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190" name="Google Shape;190;p10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107"/>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192" name="Google Shape;192;p107"/>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193"/>
        <p:cNvGrpSpPr/>
        <p:nvPr/>
      </p:nvGrpSpPr>
      <p:grpSpPr>
        <a:xfrm>
          <a:off x="0" y="0"/>
          <a:ext cx="0" cy="0"/>
          <a:chOff x="0" y="0"/>
          <a:chExt cx="0" cy="0"/>
        </a:xfrm>
      </p:grpSpPr>
      <p:sp>
        <p:nvSpPr>
          <p:cNvPr id="194" name="Google Shape;194;p10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195" name="Google Shape;195;p108"/>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108"/>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197" name="Google Shape;197;p108"/>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98"/>
        <p:cNvGrpSpPr/>
        <p:nvPr/>
      </p:nvGrpSpPr>
      <p:grpSpPr>
        <a:xfrm>
          <a:off x="0" y="0"/>
          <a:ext cx="0" cy="0"/>
          <a:chOff x="0" y="0"/>
          <a:chExt cx="0" cy="0"/>
        </a:xfrm>
      </p:grpSpPr>
      <p:sp>
        <p:nvSpPr>
          <p:cNvPr id="199" name="Google Shape;199;p10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200" name="Google Shape;200;p10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01"/>
        <p:cNvGrpSpPr/>
        <p:nvPr/>
      </p:nvGrpSpPr>
      <p:grpSpPr>
        <a:xfrm>
          <a:off x="0" y="0"/>
          <a:ext cx="0" cy="0"/>
          <a:chOff x="0" y="0"/>
          <a:chExt cx="0" cy="0"/>
        </a:xfrm>
      </p:grpSpPr>
      <p:sp>
        <p:nvSpPr>
          <p:cNvPr id="202" name="Google Shape;202;p11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pic>
        <p:nvPicPr>
          <p:cNvPr id="203" name="Google Shape;203;p110"/>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204" name="Google Shape;204;p110"/>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205" name="Google Shape;205;p110"/>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206" name="Google Shape;206;p110"/>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207"/>
        <p:cNvGrpSpPr/>
        <p:nvPr/>
      </p:nvGrpSpPr>
      <p:grpSpPr>
        <a:xfrm>
          <a:off x="0" y="0"/>
          <a:ext cx="0" cy="0"/>
          <a:chOff x="0" y="0"/>
          <a:chExt cx="0" cy="0"/>
        </a:xfrm>
      </p:grpSpPr>
      <p:sp>
        <p:nvSpPr>
          <p:cNvPr id="208" name="Google Shape;208;p111"/>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111"/>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210" name="Google Shape;210;p111"/>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211" name="Google Shape;211;p111"/>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212"/>
        <p:cNvGrpSpPr/>
        <p:nvPr/>
      </p:nvGrpSpPr>
      <p:grpSpPr>
        <a:xfrm>
          <a:off x="0" y="0"/>
          <a:ext cx="0" cy="0"/>
          <a:chOff x="0" y="0"/>
          <a:chExt cx="0" cy="0"/>
        </a:xfrm>
      </p:grpSpPr>
      <p:sp>
        <p:nvSpPr>
          <p:cNvPr id="213" name="Google Shape;213;p112"/>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214" name="Google Shape;214;p112"/>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15" name="Google Shape;215;p112"/>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16"/>
        <p:cNvGrpSpPr/>
        <p:nvPr/>
      </p:nvGrpSpPr>
      <p:grpSpPr>
        <a:xfrm>
          <a:off x="0" y="0"/>
          <a:ext cx="0" cy="0"/>
          <a:chOff x="0" y="0"/>
          <a:chExt cx="0" cy="0"/>
        </a:xfrm>
      </p:grpSpPr>
      <p:sp>
        <p:nvSpPr>
          <p:cNvPr id="217" name="Google Shape;217;p11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218"/>
        <p:cNvGrpSpPr/>
        <p:nvPr/>
      </p:nvGrpSpPr>
      <p:grpSpPr>
        <a:xfrm>
          <a:off x="0" y="0"/>
          <a:ext cx="0" cy="0"/>
          <a:chOff x="0" y="0"/>
          <a:chExt cx="0" cy="0"/>
        </a:xfrm>
      </p:grpSpPr>
      <p:sp>
        <p:nvSpPr>
          <p:cNvPr id="219" name="Google Shape;219;p11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220" name="Google Shape;220;p114"/>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221"/>
        <p:cNvGrpSpPr/>
        <p:nvPr/>
      </p:nvGrpSpPr>
      <p:grpSpPr>
        <a:xfrm>
          <a:off x="0" y="0"/>
          <a:ext cx="0" cy="0"/>
          <a:chOff x="0" y="0"/>
          <a:chExt cx="0" cy="0"/>
        </a:xfrm>
      </p:grpSpPr>
      <p:sp>
        <p:nvSpPr>
          <p:cNvPr id="222" name="Google Shape;222;p115"/>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pic>
        <p:nvPicPr>
          <p:cNvPr id="223" name="Google Shape;223;p115"/>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224" name="Google Shape;224;p115"/>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
        <p:nvSpPr>
          <p:cNvPr id="225" name="Google Shape;225;p115"/>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26"/>
        <p:cNvGrpSpPr/>
        <p:nvPr/>
      </p:nvGrpSpPr>
      <p:grpSpPr>
        <a:xfrm>
          <a:off x="0" y="0"/>
          <a:ext cx="0" cy="0"/>
          <a:chOff x="0" y="0"/>
          <a:chExt cx="0" cy="0"/>
        </a:xfrm>
      </p:grpSpPr>
      <p:sp>
        <p:nvSpPr>
          <p:cNvPr id="227" name="Google Shape;227;p116"/>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28" name="Google Shape;228;p116"/>
          <p:cNvPicPr preferRelativeResize="0"/>
          <p:nvPr/>
        </p:nvPicPr>
        <p:blipFill rotWithShape="1">
          <a:blip r:embed="rId2">
            <a:alphaModFix/>
          </a:blip>
          <a:srcRect/>
          <a:stretch/>
        </p:blipFill>
        <p:spPr>
          <a:xfrm rot="10800000" flipH="1">
            <a:off x="42483" y="0"/>
            <a:ext cx="10930317" cy="6172200"/>
          </a:xfrm>
          <a:prstGeom prst="rect">
            <a:avLst/>
          </a:prstGeom>
          <a:noFill/>
          <a:ln>
            <a:noFill/>
          </a:ln>
        </p:spPr>
      </p:pic>
      <p:pic>
        <p:nvPicPr>
          <p:cNvPr id="229" name="Google Shape;229;p116"/>
          <p:cNvPicPr preferRelativeResize="0"/>
          <p:nvPr/>
        </p:nvPicPr>
        <p:blipFill rotWithShape="1">
          <a:blip r:embed="rId3">
            <a:alphaModFix/>
          </a:blip>
          <a:srcRect/>
          <a:stretch/>
        </p:blipFill>
        <p:spPr>
          <a:xfrm>
            <a:off x="604531" y="3033530"/>
            <a:ext cx="2020683" cy="700079"/>
          </a:xfrm>
          <a:prstGeom prst="rect">
            <a:avLst/>
          </a:prstGeom>
          <a:noFill/>
          <a:ln>
            <a:noFill/>
          </a:ln>
        </p:spPr>
      </p:pic>
      <p:sp>
        <p:nvSpPr>
          <p:cNvPr id="230" name="Google Shape;230;p116"/>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31" name="Google Shape;231;p116"/>
          <p:cNvSpPr txBox="1">
            <a:spLocks noGrp="1"/>
          </p:cNvSpPr>
          <p:nvPr>
            <p:ph type="title"/>
          </p:nvPr>
        </p:nvSpPr>
        <p:spPr>
          <a:xfrm>
            <a:off x="481662" y="4405221"/>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37"/>
        <p:cNvGrpSpPr/>
        <p:nvPr/>
      </p:nvGrpSpPr>
      <p:grpSpPr>
        <a:xfrm>
          <a:off x="0" y="0"/>
          <a:ext cx="0" cy="0"/>
          <a:chOff x="0" y="0"/>
          <a:chExt cx="0" cy="0"/>
        </a:xfrm>
      </p:grpSpPr>
      <p:sp>
        <p:nvSpPr>
          <p:cNvPr id="238" name="Google Shape;238;p8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87"/>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2"/>
              </a:buClr>
              <a:buSzPts val="2000"/>
              <a:buFont typeface="Trebuchet MS"/>
              <a:buNone/>
              <a:defRPr sz="2000">
                <a:solidFill>
                  <a:schemeClr val="lt1"/>
                </a:solidFill>
              </a:defRPr>
            </a:lvl1pPr>
            <a:lvl2pPr marL="914400" lvl="1" indent="-228600" algn="l">
              <a:lnSpc>
                <a:spcPct val="90000"/>
              </a:lnSpc>
              <a:spcBef>
                <a:spcPts val="900"/>
              </a:spcBef>
              <a:spcAft>
                <a:spcPts val="0"/>
              </a:spcAft>
              <a:buClr>
                <a:schemeClr val="dk2"/>
              </a:buClr>
              <a:buSzPts val="1800"/>
              <a:buFont typeface="Trebuchet MS"/>
              <a:buNone/>
              <a:defRPr sz="1800">
                <a:solidFill>
                  <a:schemeClr val="lt1"/>
                </a:solidFill>
              </a:defRPr>
            </a:lvl2pPr>
            <a:lvl3pPr marL="1371600" lvl="2" indent="-228600" algn="l">
              <a:lnSpc>
                <a:spcPct val="90000"/>
              </a:lnSpc>
              <a:spcBef>
                <a:spcPts val="900"/>
              </a:spcBef>
              <a:spcAft>
                <a:spcPts val="0"/>
              </a:spcAft>
              <a:buClr>
                <a:schemeClr val="dk2"/>
              </a:buClr>
              <a:buSzPts val="1600"/>
              <a:buFont typeface="Trebuchet MS"/>
              <a:buNone/>
              <a:defRPr sz="1600">
                <a:solidFill>
                  <a:schemeClr val="lt1"/>
                </a:solidFill>
              </a:defRPr>
            </a:lvl3pPr>
            <a:lvl4pPr marL="1828800" lvl="3" indent="-355600" algn="l">
              <a:lnSpc>
                <a:spcPct val="100000"/>
              </a:lnSpc>
              <a:spcBef>
                <a:spcPts val="900"/>
              </a:spcBef>
              <a:spcAft>
                <a:spcPts val="0"/>
              </a:spcAft>
              <a:buClr>
                <a:schemeClr val="dk2"/>
              </a:buClr>
              <a:buSzPts val="2000"/>
              <a:buFont typeface="Noto Sans Symbols"/>
              <a:buChar char="▪"/>
              <a:defRPr sz="1800">
                <a:solidFill>
                  <a:schemeClr val="dk1"/>
                </a:solidFill>
              </a:defRPr>
            </a:lvl4pPr>
            <a:lvl5pPr marL="2286000" lvl="4" indent="-355600" algn="l">
              <a:lnSpc>
                <a:spcPct val="100000"/>
              </a:lnSpc>
              <a:spcBef>
                <a:spcPts val="400"/>
              </a:spcBef>
              <a:spcAft>
                <a:spcPts val="0"/>
              </a:spcAft>
              <a:buClr>
                <a:schemeClr val="dk2"/>
              </a:buClr>
              <a:buSzPts val="2000"/>
              <a:buFont typeface="Noto Sans Symbols"/>
              <a:buChar char="▪"/>
              <a:defRPr>
                <a:solidFill>
                  <a:schemeClr val="dk1"/>
                </a:solidFill>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240" name="Google Shape;240;p87"/>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12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11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SzPts val="20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400"/>
              </a:spcBef>
              <a:spcAft>
                <a:spcPts val="0"/>
              </a:spcAft>
              <a:buSzPts val="2000"/>
              <a:buFont typeface="Trebuchet MS"/>
              <a:buNone/>
              <a:defRPr sz="2800">
                <a:solidFill>
                  <a:schemeClr val="lt2"/>
                </a:solidFill>
                <a:latin typeface="Trebuchet MS"/>
                <a:ea typeface="Trebuchet MS"/>
                <a:cs typeface="Trebuchet MS"/>
                <a:sym typeface="Trebuchet MS"/>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41"/>
        <p:cNvGrpSpPr/>
        <p:nvPr/>
      </p:nvGrpSpPr>
      <p:grpSpPr>
        <a:xfrm>
          <a:off x="0" y="0"/>
          <a:ext cx="0" cy="0"/>
          <a:chOff x="0" y="0"/>
          <a:chExt cx="0" cy="0"/>
        </a:xfrm>
      </p:grpSpPr>
      <p:pic>
        <p:nvPicPr>
          <p:cNvPr id="242" name="Google Shape;242;p117"/>
          <p:cNvPicPr preferRelativeResize="0"/>
          <p:nvPr/>
        </p:nvPicPr>
        <p:blipFill rotWithShape="1">
          <a:blip r:embed="rId2">
            <a:alphaModFix/>
          </a:blip>
          <a:srcRect l="17747" t="16214" r="9586" b="11122"/>
          <a:stretch/>
        </p:blipFill>
        <p:spPr>
          <a:xfrm>
            <a:off x="0" y="0"/>
            <a:ext cx="10972800" cy="6172200"/>
          </a:xfrm>
          <a:prstGeom prst="rect">
            <a:avLst/>
          </a:prstGeom>
          <a:noFill/>
          <a:ln>
            <a:noFill/>
          </a:ln>
        </p:spPr>
      </p:pic>
      <p:pic>
        <p:nvPicPr>
          <p:cNvPr id="243" name="Google Shape;243;p117" descr="A picture containing text&#10;&#10;Description automatically generated"/>
          <p:cNvPicPr preferRelativeResize="0"/>
          <p:nvPr/>
        </p:nvPicPr>
        <p:blipFill rotWithShape="1">
          <a:blip r:embed="rId3">
            <a:alphaModFix/>
          </a:blip>
          <a:srcRect/>
          <a:stretch/>
        </p:blipFill>
        <p:spPr>
          <a:xfrm>
            <a:off x="567449" y="1896465"/>
            <a:ext cx="1601595" cy="1298628"/>
          </a:xfrm>
          <a:prstGeom prst="rect">
            <a:avLst/>
          </a:prstGeom>
          <a:noFill/>
          <a:ln>
            <a:noFill/>
          </a:ln>
        </p:spPr>
      </p:pic>
      <p:sp>
        <p:nvSpPr>
          <p:cNvPr id="244" name="Google Shape;244;p117"/>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lvl1pPr lvl="0" algn="l">
              <a:lnSpc>
                <a:spcPct val="90000"/>
              </a:lnSpc>
              <a:spcBef>
                <a:spcPts val="600"/>
              </a:spcBef>
              <a:spcAft>
                <a:spcPts val="0"/>
              </a:spcAft>
              <a:buSzPts val="1400"/>
              <a:buFont typeface="Trebuchet MS"/>
              <a:buNone/>
              <a:defRPr sz="1400" b="0">
                <a:solidFill>
                  <a:schemeClr val="lt2"/>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lnSpc>
                <a:spcPct val="100000"/>
              </a:lnSpc>
              <a:spcBef>
                <a:spcPts val="900"/>
              </a:spcBef>
              <a:spcAft>
                <a:spcPts val="0"/>
              </a:spcAft>
              <a:buClr>
                <a:schemeClr val="dk2"/>
              </a:buClr>
              <a:buSzPts val="1800"/>
              <a:buChar char="–"/>
              <a:defRPr/>
            </a:lvl4pPr>
            <a:lvl5pPr lvl="4" algn="l">
              <a:lnSpc>
                <a:spcPct val="100000"/>
              </a:lnSpc>
              <a:spcBef>
                <a:spcPts val="360"/>
              </a:spcBef>
              <a:spcAft>
                <a:spcPts val="0"/>
              </a:spcAft>
              <a:buClr>
                <a:schemeClr val="dk2"/>
              </a:buClr>
              <a:buSzPts val="1800"/>
              <a:buChar char="»"/>
              <a:defRPr/>
            </a:lvl5pPr>
            <a:lvl6pPr lvl="5" algn="l">
              <a:lnSpc>
                <a:spcPct val="100000"/>
              </a:lnSpc>
              <a:spcBef>
                <a:spcPts val="360"/>
              </a:spcBef>
              <a:spcAft>
                <a:spcPts val="0"/>
              </a:spcAft>
              <a:buClr>
                <a:schemeClr val="dk2"/>
              </a:buClr>
              <a:buSzPts val="1800"/>
              <a:buChar char="»"/>
              <a:defRPr/>
            </a:lvl6pPr>
            <a:lvl7pPr lvl="6" algn="l">
              <a:lnSpc>
                <a:spcPct val="100000"/>
              </a:lnSpc>
              <a:spcBef>
                <a:spcPts val="360"/>
              </a:spcBef>
              <a:spcAft>
                <a:spcPts val="0"/>
              </a:spcAft>
              <a:buClr>
                <a:schemeClr val="dk2"/>
              </a:buClr>
              <a:buSzPts val="1800"/>
              <a:buChar char="»"/>
              <a:defRPr/>
            </a:lvl7pPr>
            <a:lvl8pPr lvl="7" algn="l">
              <a:lnSpc>
                <a:spcPct val="100000"/>
              </a:lnSpc>
              <a:spcBef>
                <a:spcPts val="360"/>
              </a:spcBef>
              <a:spcAft>
                <a:spcPts val="0"/>
              </a:spcAft>
              <a:buClr>
                <a:schemeClr val="dk2"/>
              </a:buClr>
              <a:buSzPts val="1800"/>
              <a:buChar char="»"/>
              <a:defRPr/>
            </a:lvl8pPr>
            <a:lvl9pPr lvl="8" algn="l">
              <a:lnSpc>
                <a:spcPct val="100000"/>
              </a:lnSpc>
              <a:spcBef>
                <a:spcPts val="360"/>
              </a:spcBef>
              <a:spcAft>
                <a:spcPts val="0"/>
              </a:spcAft>
              <a:buClr>
                <a:schemeClr val="dk2"/>
              </a:buClr>
              <a:buSzPts val="1800"/>
              <a:buChar char="»"/>
              <a:defRPr/>
            </a:lvl9pPr>
          </a:lstStyle>
          <a:p>
            <a:endParaRPr/>
          </a:p>
        </p:txBody>
      </p:sp>
      <p:sp>
        <p:nvSpPr>
          <p:cNvPr id="245" name="Google Shape;245;p117"/>
          <p:cNvSpPr txBox="1">
            <a:spLocks noGrp="1"/>
          </p:cNvSpPr>
          <p:nvPr>
            <p:ph type="title"/>
          </p:nvPr>
        </p:nvSpPr>
        <p:spPr>
          <a:xfrm>
            <a:off x="685800" y="4023360"/>
            <a:ext cx="5815584"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600" b="1" cap="none">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246"/>
        <p:cNvGrpSpPr/>
        <p:nvPr/>
      </p:nvGrpSpPr>
      <p:grpSpPr>
        <a:xfrm>
          <a:off x="0" y="0"/>
          <a:ext cx="0" cy="0"/>
          <a:chOff x="0" y="0"/>
          <a:chExt cx="0" cy="0"/>
        </a:xfrm>
      </p:grpSpPr>
      <p:pic>
        <p:nvPicPr>
          <p:cNvPr id="247" name="Google Shape;247;p118" descr="A close up of a spider&#10;&#10;Description automatically generated"/>
          <p:cNvPicPr preferRelativeResize="0"/>
          <p:nvPr/>
        </p:nvPicPr>
        <p:blipFill rotWithShape="1">
          <a:blip r:embed="rId2">
            <a:alphaModFix/>
          </a:blip>
          <a:srcRect l="10305" t="3895" r="12403" b="26543"/>
          <a:stretch/>
        </p:blipFill>
        <p:spPr>
          <a:xfrm>
            <a:off x="0" y="0"/>
            <a:ext cx="10972800" cy="6172200"/>
          </a:xfrm>
          <a:prstGeom prst="rect">
            <a:avLst/>
          </a:prstGeom>
          <a:noFill/>
          <a:ln>
            <a:noFill/>
          </a:ln>
        </p:spPr>
      </p:pic>
      <p:pic>
        <p:nvPicPr>
          <p:cNvPr id="248" name="Google Shape;248;p118" descr="A picture containing text&#10;&#10;Description automatically generated"/>
          <p:cNvPicPr preferRelativeResize="0"/>
          <p:nvPr/>
        </p:nvPicPr>
        <p:blipFill rotWithShape="1">
          <a:blip r:embed="rId3">
            <a:alphaModFix/>
          </a:blip>
          <a:srcRect/>
          <a:stretch/>
        </p:blipFill>
        <p:spPr>
          <a:xfrm>
            <a:off x="8913889" y="4436465"/>
            <a:ext cx="1601595" cy="129862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249"/>
        <p:cNvGrpSpPr/>
        <p:nvPr/>
      </p:nvGrpSpPr>
      <p:grpSpPr>
        <a:xfrm>
          <a:off x="0" y="0"/>
          <a:ext cx="0" cy="0"/>
          <a:chOff x="0" y="0"/>
          <a:chExt cx="0" cy="0"/>
        </a:xfrm>
      </p:grpSpPr>
      <p:sp>
        <p:nvSpPr>
          <p:cNvPr id="250" name="Google Shape;250;p119"/>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11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252" name="Google Shape;252;p119"/>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253" name="Google Shape;253;p119"/>
          <p:cNvSpPr/>
          <p:nvPr/>
        </p:nvSpPr>
        <p:spPr>
          <a:xfrm>
            <a:off x="168283" y="5775855"/>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u="none" strike="noStrike" cap="none">
                <a:solidFill>
                  <a:schemeClr val="dk2"/>
                </a:solidFill>
                <a:latin typeface="Trebuchet MS"/>
                <a:ea typeface="Trebuchet MS"/>
                <a:cs typeface="Trebuchet MS"/>
                <a:sym typeface="Trebuchet MS"/>
              </a:rPr>
              <a:t>NVIDIA CONFIDENTIAL. DO NOT DISTRIBUTE.</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254"/>
        <p:cNvGrpSpPr/>
        <p:nvPr/>
      </p:nvGrpSpPr>
      <p:grpSpPr>
        <a:xfrm>
          <a:off x="0" y="0"/>
          <a:ext cx="0" cy="0"/>
          <a:chOff x="0" y="0"/>
          <a:chExt cx="0" cy="0"/>
        </a:xfrm>
      </p:grpSpPr>
      <p:sp>
        <p:nvSpPr>
          <p:cNvPr id="255" name="Google Shape;255;p120"/>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6" name="Google Shape;256;p120"/>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257" name="Google Shape;257;p120"/>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258" name="Google Shape;258;p120"/>
          <p:cNvSpPr/>
          <p:nvPr/>
        </p:nvSpPr>
        <p:spPr>
          <a:xfrm>
            <a:off x="9868093" y="5829880"/>
            <a:ext cx="1104707" cy="3423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259"/>
        <p:cNvGrpSpPr/>
        <p:nvPr/>
      </p:nvGrpSpPr>
      <p:grpSpPr>
        <a:xfrm>
          <a:off x="0" y="0"/>
          <a:ext cx="0" cy="0"/>
          <a:chOff x="0" y="0"/>
          <a:chExt cx="0" cy="0"/>
        </a:xfrm>
      </p:grpSpPr>
      <p:sp>
        <p:nvSpPr>
          <p:cNvPr id="260" name="Google Shape;260;p121"/>
          <p:cNvSpPr txBox="1">
            <a:spLocks noGrp="1"/>
          </p:cNvSpPr>
          <p:nvPr>
            <p:ph type="title"/>
          </p:nvPr>
        </p:nvSpPr>
        <p:spPr>
          <a:xfrm>
            <a:off x="4983480" y="1798590"/>
            <a:ext cx="5440680"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1" name="Google Shape;261;p121"/>
          <p:cNvSpPr txBox="1">
            <a:spLocks noGrp="1"/>
          </p:cNvSpPr>
          <p:nvPr>
            <p:ph type="body" idx="1"/>
          </p:nvPr>
        </p:nvSpPr>
        <p:spPr>
          <a:xfrm>
            <a:off x="4983480" y="2916936"/>
            <a:ext cx="5431536"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lnSpc>
                <a:spcPct val="100000"/>
              </a:lnSpc>
              <a:spcBef>
                <a:spcPts val="5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262" name="Google Shape;262;p121"/>
          <p:cNvSpPr txBox="1">
            <a:spLocks noGrp="1"/>
          </p:cNvSpPr>
          <p:nvPr>
            <p:ph type="body" idx="2"/>
          </p:nvPr>
        </p:nvSpPr>
        <p:spPr>
          <a:xfrm>
            <a:off x="4983480" y="2368296"/>
            <a:ext cx="5440680"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263" name="Google Shape;263;p121"/>
          <p:cNvSpPr/>
          <p:nvPr/>
        </p:nvSpPr>
        <p:spPr>
          <a:xfrm>
            <a:off x="9636012" y="5699915"/>
            <a:ext cx="1336788" cy="4722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64"/>
        <p:cNvGrpSpPr/>
        <p:nvPr/>
      </p:nvGrpSpPr>
      <p:grpSpPr>
        <a:xfrm>
          <a:off x="0" y="0"/>
          <a:ext cx="0" cy="0"/>
          <a:chOff x="0" y="0"/>
          <a:chExt cx="0" cy="0"/>
        </a:xfrm>
      </p:grpSpPr>
      <p:pic>
        <p:nvPicPr>
          <p:cNvPr id="265" name="Google Shape;265;p122" descr="A close up of a logo&#10;&#10;Description automatically generated"/>
          <p:cNvPicPr preferRelativeResize="0"/>
          <p:nvPr/>
        </p:nvPicPr>
        <p:blipFill rotWithShape="1">
          <a:blip r:embed="rId2">
            <a:alphaModFix/>
          </a:blip>
          <a:srcRect l="65967" t="57160" r="5663" b="17308"/>
          <a:stretch/>
        </p:blipFill>
        <p:spPr>
          <a:xfrm>
            <a:off x="0" y="0"/>
            <a:ext cx="10972800"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6"/>
        <p:cNvGrpSpPr/>
        <p:nvPr/>
      </p:nvGrpSpPr>
      <p:grpSpPr>
        <a:xfrm>
          <a:off x="0" y="0"/>
          <a:ext cx="0" cy="0"/>
          <a:chOff x="0" y="0"/>
          <a:chExt cx="0" cy="0"/>
        </a:xfrm>
      </p:grpSpPr>
      <p:sp>
        <p:nvSpPr>
          <p:cNvPr id="267" name="Google Shape;267;p12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68" name="Google Shape;268;p123"/>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269"/>
        <p:cNvGrpSpPr/>
        <p:nvPr/>
      </p:nvGrpSpPr>
      <p:grpSpPr>
        <a:xfrm>
          <a:off x="0" y="0"/>
          <a:ext cx="0" cy="0"/>
          <a:chOff x="0" y="0"/>
          <a:chExt cx="0" cy="0"/>
        </a:xfrm>
      </p:grpSpPr>
      <p:grpSp>
        <p:nvGrpSpPr>
          <p:cNvPr id="270" name="Google Shape;270;p124"/>
          <p:cNvGrpSpPr/>
          <p:nvPr/>
        </p:nvGrpSpPr>
        <p:grpSpPr>
          <a:xfrm>
            <a:off x="-1327308" y="-404866"/>
            <a:ext cx="13626669" cy="6983326"/>
            <a:chOff x="-1327308" y="-404866"/>
            <a:chExt cx="13626669" cy="6983326"/>
          </a:xfrm>
        </p:grpSpPr>
        <p:sp>
          <p:nvSpPr>
            <p:cNvPr id="271" name="Google Shape;271;p124"/>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2" name="Google Shape;272;p124"/>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3" name="Google Shape;273;p124"/>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4" name="Google Shape;274;p124"/>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5" name="Google Shape;275;p124"/>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6" name="Google Shape;276;p124"/>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7" name="Google Shape;277;p124"/>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8" name="Google Shape;278;p124"/>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9" name="Google Shape;279;p124"/>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0" name="Google Shape;280;p124"/>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1" name="Google Shape;281;p124"/>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2" name="Google Shape;282;p124"/>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3" name="Google Shape;283;p124"/>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4" name="Google Shape;284;p124"/>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5" name="Google Shape;285;p124"/>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6" name="Google Shape;286;p124"/>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7" name="Google Shape;287;p124"/>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8" name="Google Shape;288;p124"/>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9" name="Google Shape;289;p124"/>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0" name="Google Shape;290;p124"/>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1" name="Google Shape;291;p124"/>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2" name="Google Shape;292;p124"/>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3" name="Google Shape;293;p124"/>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4" name="Google Shape;294;p124"/>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5" name="Google Shape;295;p124"/>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6" name="Google Shape;296;p124"/>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7" name="Google Shape;297;p124"/>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8" name="Google Shape;298;p124"/>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9" name="Google Shape;299;p124"/>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0" name="Google Shape;300;p124"/>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1" name="Google Shape;301;p124"/>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2" name="Google Shape;302;p124"/>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3" name="Google Shape;303;p124"/>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4" name="Google Shape;304;p124"/>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5" name="Google Shape;305;p124"/>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6" name="Google Shape;306;p124"/>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7" name="Google Shape;307;p124"/>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8" name="Google Shape;308;p124"/>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9" name="Google Shape;309;p124"/>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0" name="Google Shape;310;p124"/>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1" name="Google Shape;311;p124"/>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2" name="Google Shape;312;p124"/>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3" name="Google Shape;313;p124"/>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4" name="Google Shape;314;p124"/>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5" name="Google Shape;315;p124"/>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6" name="Google Shape;316;p124"/>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7" name="Google Shape;317;p124"/>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8" name="Google Shape;318;p124"/>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9" name="Google Shape;319;p124"/>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0" name="Google Shape;320;p124"/>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1" name="Google Shape;321;p124"/>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2" name="Google Shape;322;p124"/>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3" name="Google Shape;323;p124"/>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4" name="Google Shape;324;p124"/>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5" name="Google Shape;325;p124"/>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6" name="Google Shape;326;p124"/>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7" name="Google Shape;327;p124"/>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8" name="Google Shape;328;p124"/>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9" name="Google Shape;329;p124"/>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0" name="Google Shape;330;p124"/>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1" name="Google Shape;331;p124"/>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2" name="Google Shape;332;p124"/>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3" name="Google Shape;333;p124"/>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4" name="Google Shape;334;p124"/>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5" name="Google Shape;335;p124"/>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6" name="Google Shape;336;p124"/>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7" name="Google Shape;337;p124"/>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8" name="Google Shape;338;p124"/>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9" name="Google Shape;339;p124"/>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0" name="Google Shape;340;p124"/>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1" name="Google Shape;341;p124"/>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2" name="Google Shape;342;p124"/>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3" name="Google Shape;343;p124"/>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4" name="Google Shape;344;p124"/>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5" name="Google Shape;345;p124"/>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6" name="Google Shape;346;p124"/>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7" name="Google Shape;347;p124"/>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8" name="Google Shape;348;p124"/>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9" name="Google Shape;349;p124"/>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0" name="Google Shape;350;p124"/>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1" name="Google Shape;351;p124"/>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2" name="Google Shape;352;p124"/>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3" name="Google Shape;353;p124"/>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4" name="Google Shape;354;p124"/>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5" name="Google Shape;355;p124"/>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6" name="Google Shape;356;p124"/>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7" name="Google Shape;357;p124"/>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8" name="Google Shape;358;p124"/>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9" name="Google Shape;359;p124"/>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0" name="Google Shape;360;p124"/>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1" name="Google Shape;361;p124"/>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2" name="Google Shape;362;p124"/>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3" name="Google Shape;363;p124"/>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4" name="Google Shape;364;p124"/>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5" name="Google Shape;365;p124"/>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6" name="Google Shape;366;p124"/>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7" name="Google Shape;367;p124"/>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8" name="Google Shape;368;p124"/>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9" name="Google Shape;369;p124"/>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0" name="Google Shape;370;p124"/>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1" name="Google Shape;371;p124"/>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2" name="Google Shape;372;p124"/>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3" name="Google Shape;373;p124"/>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4" name="Google Shape;374;p124"/>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5" name="Google Shape;375;p124"/>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6" name="Google Shape;376;p124"/>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7" name="Google Shape;377;p124"/>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8" name="Google Shape;378;p124"/>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9" name="Google Shape;379;p124"/>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0" name="Google Shape;380;p124"/>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1" name="Google Shape;381;p124"/>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2" name="Google Shape;382;p124"/>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3" name="Google Shape;383;p124"/>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4" name="Google Shape;384;p124"/>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5" name="Google Shape;385;p124"/>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6" name="Google Shape;386;p124"/>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7" name="Google Shape;387;p124"/>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8" name="Google Shape;388;p124"/>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9" name="Google Shape;389;p124"/>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0" name="Google Shape;390;p124"/>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1" name="Google Shape;391;p124"/>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2" name="Google Shape;392;p124"/>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3" name="Google Shape;393;p124"/>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4" name="Google Shape;394;p124"/>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5" name="Google Shape;395;p124"/>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6" name="Google Shape;396;p124"/>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7" name="Google Shape;397;p124"/>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8" name="Google Shape;398;p124"/>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9" name="Google Shape;399;p124"/>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0" name="Google Shape;400;p124"/>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1" name="Google Shape;401;p124"/>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2" name="Google Shape;402;p124"/>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3" name="Google Shape;403;p124"/>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4" name="Google Shape;404;p124"/>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5" name="Google Shape;405;p124"/>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6" name="Google Shape;406;p124"/>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7" name="Google Shape;407;p124"/>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8" name="Google Shape;408;p124"/>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9" name="Google Shape;409;p124"/>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0" name="Google Shape;410;p124"/>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1" name="Google Shape;411;p124"/>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2" name="Google Shape;412;p124"/>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3" name="Google Shape;413;p124"/>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4" name="Google Shape;414;p124"/>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5" name="Google Shape;415;p124"/>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6" name="Google Shape;416;p124"/>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7" name="Google Shape;417;p124"/>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8" name="Google Shape;418;p124"/>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9" name="Google Shape;419;p124"/>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0" name="Google Shape;420;p124"/>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1" name="Google Shape;421;p124"/>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2" name="Google Shape;422;p124"/>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3" name="Google Shape;423;p124"/>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4" name="Google Shape;424;p124"/>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5" name="Google Shape;425;p124"/>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6" name="Google Shape;426;p124"/>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7" name="Google Shape;427;p124"/>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8" name="Google Shape;428;p124"/>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9" name="Google Shape;429;p124"/>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0" name="Google Shape;430;p124"/>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1" name="Google Shape;431;p124"/>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2" name="Google Shape;432;p124"/>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3" name="Google Shape;433;p124"/>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4" name="Google Shape;434;p124"/>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5" name="Google Shape;435;p124"/>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6" name="Google Shape;436;p124"/>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7" name="Google Shape;437;p124"/>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8" name="Google Shape;438;p124"/>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9" name="Google Shape;439;p124"/>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0" name="Google Shape;440;p124"/>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1" name="Google Shape;441;p124"/>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2" name="Google Shape;442;p124"/>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3" name="Google Shape;443;p124"/>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4" name="Google Shape;444;p124"/>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5" name="Google Shape;445;p124"/>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6" name="Google Shape;446;p124"/>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7" name="Google Shape;447;p124"/>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8" name="Google Shape;448;p124"/>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9" name="Google Shape;449;p124"/>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0" name="Google Shape;450;p124"/>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1" name="Google Shape;451;p124"/>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2" name="Google Shape;452;p124"/>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3" name="Google Shape;453;p124"/>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4" name="Google Shape;454;p124"/>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5" name="Google Shape;455;p124"/>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6" name="Google Shape;456;p124"/>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7" name="Google Shape;457;p124"/>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8" name="Google Shape;458;p124"/>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9" name="Google Shape;459;p124"/>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0" name="Google Shape;460;p124"/>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1" name="Google Shape;461;p124"/>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2" name="Google Shape;462;p124"/>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3" name="Google Shape;463;p124"/>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4" name="Google Shape;464;p124"/>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5" name="Google Shape;465;p124"/>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6" name="Google Shape;466;p124"/>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7" name="Google Shape;467;p124"/>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8" name="Google Shape;468;p124"/>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9" name="Google Shape;469;p124"/>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0" name="Google Shape;470;p124"/>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1" name="Google Shape;471;p124"/>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2" name="Google Shape;472;p124"/>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3" name="Google Shape;473;p124"/>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4" name="Google Shape;474;p124"/>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5" name="Google Shape;475;p124"/>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6" name="Google Shape;476;p124"/>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7" name="Google Shape;477;p124"/>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8" name="Google Shape;478;p124"/>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9" name="Google Shape;479;p124"/>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0" name="Google Shape;480;p124"/>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1" name="Google Shape;481;p124"/>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2" name="Google Shape;482;p124"/>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3" name="Google Shape;483;p124"/>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4" name="Google Shape;484;p124"/>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5" name="Google Shape;485;p124"/>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6" name="Google Shape;486;p124"/>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7" name="Google Shape;487;p124"/>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8" name="Google Shape;488;p124"/>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9" name="Google Shape;489;p124"/>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0" name="Google Shape;490;p124"/>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1" name="Google Shape;491;p124"/>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2" name="Google Shape;492;p124"/>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3" name="Google Shape;493;p124"/>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4" name="Google Shape;494;p124"/>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5" name="Google Shape;495;p124"/>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6" name="Google Shape;496;p124"/>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7" name="Google Shape;497;p124"/>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8" name="Google Shape;498;p124"/>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124"/>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0" name="Google Shape;500;p124"/>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1" name="Google Shape;501;p124"/>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2" name="Google Shape;502;p124"/>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3" name="Google Shape;503;p124"/>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4" name="Google Shape;504;p124"/>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5" name="Google Shape;505;p124"/>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6" name="Google Shape;506;p124"/>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7" name="Google Shape;507;p124"/>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8" name="Google Shape;508;p124"/>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9" name="Google Shape;509;p124"/>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0" name="Google Shape;510;p124"/>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1" name="Google Shape;511;p124"/>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2" name="Google Shape;512;p124"/>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3" name="Google Shape;513;p124"/>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4" name="Google Shape;514;p124"/>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5" name="Google Shape;515;p124"/>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6" name="Google Shape;516;p124"/>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7" name="Google Shape;517;p124"/>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8" name="Google Shape;518;p124"/>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9" name="Google Shape;519;p124"/>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0" name="Google Shape;520;p124"/>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1" name="Google Shape;521;p124"/>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2" name="Google Shape;522;p124"/>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3" name="Google Shape;523;p124"/>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4" name="Google Shape;524;p124"/>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5" name="Google Shape;525;p124"/>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6" name="Google Shape;526;p124"/>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7" name="Google Shape;527;p124"/>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8" name="Google Shape;528;p124"/>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529" name="Google Shape;529;p124"/>
            <p:cNvGrpSpPr/>
            <p:nvPr/>
          </p:nvGrpSpPr>
          <p:grpSpPr>
            <a:xfrm>
              <a:off x="-664463" y="1060450"/>
              <a:ext cx="2884436" cy="4051302"/>
              <a:chOff x="-831850" y="581026"/>
              <a:chExt cx="3567113" cy="5010150"/>
            </a:xfrm>
          </p:grpSpPr>
          <p:sp>
            <p:nvSpPr>
              <p:cNvPr id="530" name="Google Shape;530;p124"/>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1" name="Google Shape;531;p124"/>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2" name="Google Shape;532;p124"/>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533" name="Google Shape;533;p124"/>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4" name="Google Shape;534;p124"/>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5" name="Google Shape;535;p124"/>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6" name="Google Shape;536;p124"/>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537" name="Google Shape;537;p124"/>
          <p:cNvSpPr txBox="1">
            <a:spLocks noGrp="1"/>
          </p:cNvSpPr>
          <p:nvPr>
            <p:ph type="title"/>
          </p:nvPr>
        </p:nvSpPr>
        <p:spPr>
          <a:xfrm>
            <a:off x="2862072" y="3767328"/>
            <a:ext cx="7461504" cy="5909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8" name="Google Shape;538;p124"/>
          <p:cNvSpPr txBox="1">
            <a:spLocks noGrp="1"/>
          </p:cNvSpPr>
          <p:nvPr>
            <p:ph type="body" idx="1"/>
          </p:nvPr>
        </p:nvSpPr>
        <p:spPr>
          <a:xfrm>
            <a:off x="2862072" y="4361688"/>
            <a:ext cx="7461504"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539"/>
        <p:cNvGrpSpPr/>
        <p:nvPr/>
      </p:nvGrpSpPr>
      <p:grpSpPr>
        <a:xfrm>
          <a:off x="0" y="0"/>
          <a:ext cx="0" cy="0"/>
          <a:chOff x="0" y="0"/>
          <a:chExt cx="0" cy="0"/>
        </a:xfrm>
      </p:grpSpPr>
      <p:sp>
        <p:nvSpPr>
          <p:cNvPr id="540" name="Google Shape;540;p125"/>
          <p:cNvSpPr/>
          <p:nvPr/>
        </p:nvSpPr>
        <p:spPr>
          <a:xfrm>
            <a:off x="9859926" y="5721963"/>
            <a:ext cx="1006548" cy="31733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41"/>
        <p:cNvGrpSpPr/>
        <p:nvPr/>
      </p:nvGrpSpPr>
      <p:grpSpPr>
        <a:xfrm>
          <a:off x="0" y="0"/>
          <a:ext cx="0" cy="0"/>
          <a:chOff x="0" y="0"/>
          <a:chExt cx="0" cy="0"/>
        </a:xfrm>
      </p:grpSpPr>
      <p:sp>
        <p:nvSpPr>
          <p:cNvPr id="542" name="Google Shape;542;p12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DEMO Placeholder" type="titleOnly">
  <p:cSld name="TITLE_ONLY">
    <p:spTree>
      <p:nvGrpSpPr>
        <p:cNvPr id="1" name="Shape 543"/>
        <p:cNvGrpSpPr/>
        <p:nvPr/>
      </p:nvGrpSpPr>
      <p:grpSpPr>
        <a:xfrm>
          <a:off x="0" y="0"/>
          <a:ext cx="0" cy="0"/>
          <a:chOff x="0" y="0"/>
          <a:chExt cx="0" cy="0"/>
        </a:xfrm>
      </p:grpSpPr>
      <p:sp>
        <p:nvSpPr>
          <p:cNvPr id="544" name="Google Shape;544;p127"/>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45" name="Google Shape;545;p127"/>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8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46"/>
        <p:cNvGrpSpPr/>
        <p:nvPr/>
      </p:nvGrpSpPr>
      <p:grpSpPr>
        <a:xfrm>
          <a:off x="0" y="0"/>
          <a:ext cx="0" cy="0"/>
          <a:chOff x="0" y="0"/>
          <a:chExt cx="0" cy="0"/>
        </a:xfrm>
      </p:grpSpPr>
      <p:pic>
        <p:nvPicPr>
          <p:cNvPr id="547" name="Google Shape;547;p128" descr="A close up of an object&#10;&#10;Description automatically generated"/>
          <p:cNvPicPr preferRelativeResize="0"/>
          <p:nvPr/>
        </p:nvPicPr>
        <p:blipFill rotWithShape="1">
          <a:blip r:embed="rId2">
            <a:alphaModFix/>
          </a:blip>
          <a:srcRect l="21972" t="57574" r="35602"/>
          <a:stretch/>
        </p:blipFill>
        <p:spPr>
          <a:xfrm>
            <a:off x="0" y="0"/>
            <a:ext cx="10972800"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548"/>
        <p:cNvGrpSpPr/>
        <p:nvPr/>
      </p:nvGrpSpPr>
      <p:grpSpPr>
        <a:xfrm>
          <a:off x="0" y="0"/>
          <a:ext cx="0" cy="0"/>
          <a:chOff x="0" y="0"/>
          <a:chExt cx="0" cy="0"/>
        </a:xfrm>
      </p:grpSpPr>
      <p:sp>
        <p:nvSpPr>
          <p:cNvPr id="549" name="Google Shape;549;p129"/>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550" name="Google Shape;550;p12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1" name="Google Shape;551;p129"/>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2"/>
              </a:buClr>
              <a:buSzPts val="2000"/>
              <a:buFont typeface="Trebuchet MS"/>
              <a:buNone/>
              <a:defRPr sz="2000">
                <a:solidFill>
                  <a:schemeClr val="lt1"/>
                </a:solidFill>
              </a:defRPr>
            </a:lvl1pPr>
            <a:lvl2pPr marL="914400" lvl="1" indent="-228600" algn="l">
              <a:lnSpc>
                <a:spcPct val="90000"/>
              </a:lnSpc>
              <a:spcBef>
                <a:spcPts val="900"/>
              </a:spcBef>
              <a:spcAft>
                <a:spcPts val="0"/>
              </a:spcAft>
              <a:buClr>
                <a:schemeClr val="dk2"/>
              </a:buClr>
              <a:buSzPts val="1800"/>
              <a:buFont typeface="Trebuchet MS"/>
              <a:buNone/>
              <a:defRPr sz="1800">
                <a:solidFill>
                  <a:schemeClr val="lt1"/>
                </a:solidFill>
              </a:defRPr>
            </a:lvl2pPr>
            <a:lvl3pPr marL="1371600" lvl="2" indent="-228600" algn="l">
              <a:lnSpc>
                <a:spcPct val="90000"/>
              </a:lnSpc>
              <a:spcBef>
                <a:spcPts val="900"/>
              </a:spcBef>
              <a:spcAft>
                <a:spcPts val="0"/>
              </a:spcAft>
              <a:buClr>
                <a:schemeClr val="dk2"/>
              </a:buClr>
              <a:buSzPts val="1800"/>
              <a:buFont typeface="Trebuchet MS"/>
              <a:buNone/>
              <a:defRPr sz="1800">
                <a:solidFill>
                  <a:schemeClr val="lt1"/>
                </a:solidFill>
              </a:defRPr>
            </a:lvl3pPr>
            <a:lvl4pPr marL="1828800" lvl="3" indent="-355600" algn="l">
              <a:lnSpc>
                <a:spcPct val="100000"/>
              </a:lnSpc>
              <a:spcBef>
                <a:spcPts val="900"/>
              </a:spcBef>
              <a:spcAft>
                <a:spcPts val="0"/>
              </a:spcAft>
              <a:buClr>
                <a:schemeClr val="dk2"/>
              </a:buClr>
              <a:buSzPts val="2000"/>
              <a:buFont typeface="Noto Sans Symbols"/>
              <a:buChar char="▪"/>
              <a:defRPr sz="1800">
                <a:solidFill>
                  <a:schemeClr val="dk1"/>
                </a:solidFill>
              </a:defRPr>
            </a:lvl4pPr>
            <a:lvl5pPr marL="2286000" lvl="4" indent="-355600" algn="l">
              <a:lnSpc>
                <a:spcPct val="100000"/>
              </a:lnSpc>
              <a:spcBef>
                <a:spcPts val="400"/>
              </a:spcBef>
              <a:spcAft>
                <a:spcPts val="0"/>
              </a:spcAft>
              <a:buClr>
                <a:schemeClr val="dk2"/>
              </a:buClr>
              <a:buSzPts val="2000"/>
              <a:buFont typeface="Noto Sans Symbols"/>
              <a:buChar char="▪"/>
              <a:defRPr>
                <a:solidFill>
                  <a:schemeClr val="dk1"/>
                </a:solidFill>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552" name="Google Shape;552;p12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12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11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SzPts val="20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400"/>
              </a:spcBef>
              <a:spcAft>
                <a:spcPts val="0"/>
              </a:spcAft>
              <a:buSzPts val="2000"/>
              <a:buFont typeface="Trebuchet MS"/>
              <a:buNone/>
              <a:defRPr sz="2800">
                <a:solidFill>
                  <a:schemeClr val="lt2"/>
                </a:solidFill>
                <a:latin typeface="Trebuchet MS"/>
                <a:ea typeface="Trebuchet MS"/>
                <a:cs typeface="Trebuchet MS"/>
                <a:sym typeface="Trebuchet MS"/>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553"/>
        <p:cNvGrpSpPr/>
        <p:nvPr/>
      </p:nvGrpSpPr>
      <p:grpSpPr>
        <a:xfrm>
          <a:off x="0" y="0"/>
          <a:ext cx="0" cy="0"/>
          <a:chOff x="0" y="0"/>
          <a:chExt cx="0" cy="0"/>
        </a:xfrm>
      </p:grpSpPr>
      <p:sp>
        <p:nvSpPr>
          <p:cNvPr id="554" name="Google Shape;554;p130"/>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3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5" name="Google Shape;555;p130"/>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lt1"/>
                </a:solidFill>
              </a:defRPr>
            </a:lvl1pPr>
            <a:lvl2pPr marL="914400" lvl="1" indent="-355600" algn="l">
              <a:lnSpc>
                <a:spcPct val="90000"/>
              </a:lnSpc>
              <a:spcBef>
                <a:spcPts val="900"/>
              </a:spcBef>
              <a:spcAft>
                <a:spcPts val="0"/>
              </a:spcAft>
              <a:buSzPts val="2000"/>
              <a:buFont typeface="Trebuchet MS"/>
              <a:buChar char="•"/>
              <a:defRPr sz="2000" b="0">
                <a:solidFill>
                  <a:schemeClr val="lt1"/>
                </a:solidFill>
              </a:defRPr>
            </a:lvl2pPr>
            <a:lvl3pPr marL="1371600" lvl="2" indent="-342900" algn="l">
              <a:lnSpc>
                <a:spcPct val="90000"/>
              </a:lnSpc>
              <a:spcBef>
                <a:spcPts val="900"/>
              </a:spcBef>
              <a:spcAft>
                <a:spcPts val="0"/>
              </a:spcAft>
              <a:buSzPts val="1800"/>
              <a:buFont typeface="Trebuchet MS"/>
              <a:buChar char="•"/>
              <a:defRPr sz="1800" b="0">
                <a:solidFill>
                  <a:schemeClr val="lt1"/>
                </a:solidFill>
              </a:defRPr>
            </a:lvl3pPr>
            <a:lvl4pPr marL="1828800" lvl="3" indent="-355600" algn="l">
              <a:lnSpc>
                <a:spcPct val="100000"/>
              </a:lnSpc>
              <a:spcBef>
                <a:spcPts val="900"/>
              </a:spcBef>
              <a:spcAft>
                <a:spcPts val="0"/>
              </a:spcAft>
              <a:buSzPts val="2000"/>
              <a:buFont typeface="Noto Sans Symbols"/>
              <a:buChar char="▪"/>
              <a:defRPr sz="1800" b="0">
                <a:solidFill>
                  <a:schemeClr val="dk1"/>
                </a:solidFill>
              </a:defRPr>
            </a:lvl4pPr>
            <a:lvl5pPr marL="2286000" lvl="4" indent="-355600" algn="l">
              <a:lnSpc>
                <a:spcPct val="100000"/>
              </a:lnSpc>
              <a:spcBef>
                <a:spcPts val="400"/>
              </a:spcBef>
              <a:spcAft>
                <a:spcPts val="0"/>
              </a:spcAft>
              <a:buSzPts val="2000"/>
              <a:buFont typeface="Noto Sans Symbols"/>
              <a:buChar char="▪"/>
              <a:defRPr sz="1800" b="0">
                <a:solidFill>
                  <a:schemeClr val="dk1"/>
                </a:solidFill>
              </a:defRPr>
            </a:lvl5pPr>
            <a:lvl6pPr marL="2743200" lvl="5" indent="-355600" algn="l">
              <a:lnSpc>
                <a:spcPct val="100000"/>
              </a:lnSpc>
              <a:spcBef>
                <a:spcPts val="400"/>
              </a:spcBef>
              <a:spcAft>
                <a:spcPts val="0"/>
              </a:spcAft>
              <a:buSzPts val="2000"/>
              <a:buChar char="»"/>
              <a:defRPr sz="1800"/>
            </a:lvl6pPr>
            <a:lvl7pPr marL="3200400" lvl="6" indent="-355600" algn="l">
              <a:lnSpc>
                <a:spcPct val="100000"/>
              </a:lnSpc>
              <a:spcBef>
                <a:spcPts val="400"/>
              </a:spcBef>
              <a:spcAft>
                <a:spcPts val="0"/>
              </a:spcAft>
              <a:buSzPts val="2000"/>
              <a:buChar char="»"/>
              <a:defRPr sz="1800"/>
            </a:lvl7pPr>
            <a:lvl8pPr marL="3657600" lvl="7" indent="-355600" algn="l">
              <a:lnSpc>
                <a:spcPct val="100000"/>
              </a:lnSpc>
              <a:spcBef>
                <a:spcPts val="400"/>
              </a:spcBef>
              <a:spcAft>
                <a:spcPts val="0"/>
              </a:spcAft>
              <a:buSzPts val="2000"/>
              <a:buChar char="»"/>
              <a:defRPr sz="1800"/>
            </a:lvl8pPr>
            <a:lvl9pPr marL="4114800" lvl="8" indent="-355600" algn="l">
              <a:lnSpc>
                <a:spcPct val="100000"/>
              </a:lnSpc>
              <a:spcBef>
                <a:spcPts val="400"/>
              </a:spcBef>
              <a:spcAft>
                <a:spcPts val="0"/>
              </a:spcAft>
              <a:buSzPts val="2000"/>
              <a:buChar char="»"/>
              <a:defRPr sz="1800"/>
            </a:lvl9pPr>
          </a:lstStyle>
          <a:p>
            <a:endParaRPr/>
          </a:p>
        </p:txBody>
      </p:sp>
      <p:sp>
        <p:nvSpPr>
          <p:cNvPr id="556" name="Google Shape;556;p130"/>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lt1"/>
                </a:solidFill>
              </a:defRPr>
            </a:lvl1pPr>
            <a:lvl2pPr marL="914400" lvl="1" indent="-355600" algn="l">
              <a:lnSpc>
                <a:spcPct val="90000"/>
              </a:lnSpc>
              <a:spcBef>
                <a:spcPts val="900"/>
              </a:spcBef>
              <a:spcAft>
                <a:spcPts val="0"/>
              </a:spcAft>
              <a:buSzPts val="2000"/>
              <a:buFont typeface="Trebuchet MS"/>
              <a:buChar char="•"/>
              <a:defRPr sz="2000" b="0">
                <a:solidFill>
                  <a:schemeClr val="lt1"/>
                </a:solidFill>
              </a:defRPr>
            </a:lvl2pPr>
            <a:lvl3pPr marL="1371600" lvl="2" indent="-342900" algn="l">
              <a:lnSpc>
                <a:spcPct val="90000"/>
              </a:lnSpc>
              <a:spcBef>
                <a:spcPts val="900"/>
              </a:spcBef>
              <a:spcAft>
                <a:spcPts val="0"/>
              </a:spcAft>
              <a:buSzPts val="1800"/>
              <a:buFont typeface="Trebuchet MS"/>
              <a:buChar char="•"/>
              <a:defRPr sz="1800" b="0">
                <a:solidFill>
                  <a:schemeClr val="lt1"/>
                </a:solidFill>
              </a:defRPr>
            </a:lvl3pPr>
            <a:lvl4pPr marL="1828800" lvl="3" indent="-355600" algn="l">
              <a:lnSpc>
                <a:spcPct val="100000"/>
              </a:lnSpc>
              <a:spcBef>
                <a:spcPts val="900"/>
              </a:spcBef>
              <a:spcAft>
                <a:spcPts val="0"/>
              </a:spcAft>
              <a:buSzPts val="2000"/>
              <a:buFont typeface="Noto Sans Symbols"/>
              <a:buChar char="▪"/>
              <a:defRPr sz="1800" b="0">
                <a:solidFill>
                  <a:schemeClr val="dk1"/>
                </a:solidFill>
              </a:defRPr>
            </a:lvl4pPr>
            <a:lvl5pPr marL="2286000" lvl="4" indent="-355600" algn="l">
              <a:lnSpc>
                <a:spcPct val="100000"/>
              </a:lnSpc>
              <a:spcBef>
                <a:spcPts val="400"/>
              </a:spcBef>
              <a:spcAft>
                <a:spcPts val="0"/>
              </a:spcAft>
              <a:buSzPts val="2000"/>
              <a:buFont typeface="Noto Sans Symbols"/>
              <a:buChar char="▪"/>
              <a:defRPr sz="1800" b="0">
                <a:solidFill>
                  <a:schemeClr val="dk1"/>
                </a:solidFill>
              </a:defRPr>
            </a:lvl5pPr>
            <a:lvl6pPr marL="2743200" lvl="5" indent="-355600" algn="l">
              <a:lnSpc>
                <a:spcPct val="100000"/>
              </a:lnSpc>
              <a:spcBef>
                <a:spcPts val="400"/>
              </a:spcBef>
              <a:spcAft>
                <a:spcPts val="0"/>
              </a:spcAft>
              <a:buSzPts val="2000"/>
              <a:buChar char="»"/>
              <a:defRPr sz="1800"/>
            </a:lvl6pPr>
            <a:lvl7pPr marL="3200400" lvl="6" indent="-355600" algn="l">
              <a:lnSpc>
                <a:spcPct val="100000"/>
              </a:lnSpc>
              <a:spcBef>
                <a:spcPts val="400"/>
              </a:spcBef>
              <a:spcAft>
                <a:spcPts val="0"/>
              </a:spcAft>
              <a:buSzPts val="2000"/>
              <a:buChar char="»"/>
              <a:defRPr sz="1800"/>
            </a:lvl7pPr>
            <a:lvl8pPr marL="3657600" lvl="7" indent="-355600" algn="l">
              <a:lnSpc>
                <a:spcPct val="100000"/>
              </a:lnSpc>
              <a:spcBef>
                <a:spcPts val="400"/>
              </a:spcBef>
              <a:spcAft>
                <a:spcPts val="0"/>
              </a:spcAft>
              <a:buSzPts val="2000"/>
              <a:buChar char="»"/>
              <a:defRPr sz="1800"/>
            </a:lvl8pPr>
            <a:lvl9pPr marL="4114800" lvl="8" indent="-355600" algn="l">
              <a:lnSpc>
                <a:spcPct val="100000"/>
              </a:lnSpc>
              <a:spcBef>
                <a:spcPts val="400"/>
              </a:spcBef>
              <a:spcAft>
                <a:spcPts val="0"/>
              </a:spcAft>
              <a:buSzPts val="2000"/>
              <a:buChar char="»"/>
              <a:defRPr sz="1800"/>
            </a:lvl9pPr>
          </a:lstStyle>
          <a:p>
            <a:endParaRPr/>
          </a:p>
        </p:txBody>
      </p:sp>
      <p:sp>
        <p:nvSpPr>
          <p:cNvPr id="557" name="Google Shape;557;p130"/>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400"/>
              <a:buFont typeface="Trebuchet MS"/>
              <a:buNone/>
              <a:defRPr sz="20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12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11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SzPts val="20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400"/>
              </a:spcBef>
              <a:spcAft>
                <a:spcPts val="0"/>
              </a:spcAft>
              <a:buSzPts val="2000"/>
              <a:buFont typeface="Trebuchet MS"/>
              <a:buNone/>
              <a:defRPr sz="2800">
                <a:solidFill>
                  <a:schemeClr val="lt2"/>
                </a:solidFill>
                <a:latin typeface="Trebuchet MS"/>
                <a:ea typeface="Trebuchet MS"/>
                <a:cs typeface="Trebuchet MS"/>
                <a:sym typeface="Trebuchet MS"/>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558"/>
        <p:cNvGrpSpPr/>
        <p:nvPr/>
      </p:nvGrpSpPr>
      <p:grpSpPr>
        <a:xfrm>
          <a:off x="0" y="0"/>
          <a:ext cx="0" cy="0"/>
          <a:chOff x="0" y="0"/>
          <a:chExt cx="0" cy="0"/>
        </a:xfrm>
      </p:grpSpPr>
      <p:sp>
        <p:nvSpPr>
          <p:cNvPr id="559" name="Google Shape;559;p131"/>
          <p:cNvSpPr txBox="1">
            <a:spLocks noGrp="1"/>
          </p:cNvSpPr>
          <p:nvPr>
            <p:ph type="title"/>
          </p:nvPr>
        </p:nvSpPr>
        <p:spPr>
          <a:xfrm>
            <a:off x="498348" y="737426"/>
            <a:ext cx="9976320" cy="591120"/>
          </a:xfrm>
          <a:prstGeom prst="rect">
            <a:avLst/>
          </a:prstGeom>
          <a:noFill/>
          <a:ln>
            <a:noFill/>
          </a:ln>
        </p:spPr>
        <p:txBody>
          <a:bodyPr spcFirstLastPara="1" wrap="square" lIns="76200" tIns="38075" rIns="76200" bIns="38075" anchor="b" anchorCtr="0">
            <a:noAutofit/>
          </a:bodyPr>
          <a:lstStyle>
            <a:lvl1pPr lvl="0" algn="ctr">
              <a:lnSpc>
                <a:spcPct val="90000"/>
              </a:lnSpc>
              <a:spcBef>
                <a:spcPts val="0"/>
              </a:spcBef>
              <a:spcAft>
                <a:spcPts val="0"/>
              </a:spcAft>
              <a:buSzPts val="1200"/>
              <a:buNone/>
              <a:defRPr>
                <a:solidFill>
                  <a:schemeClr val="dk2"/>
                </a:solidFill>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a:endParaRPr/>
          </a:p>
        </p:txBody>
      </p:sp>
      <p:sp>
        <p:nvSpPr>
          <p:cNvPr id="560" name="Google Shape;560;p131"/>
          <p:cNvSpPr txBox="1">
            <a:spLocks noGrp="1"/>
          </p:cNvSpPr>
          <p:nvPr>
            <p:ph type="body" idx="1"/>
          </p:nvPr>
        </p:nvSpPr>
        <p:spPr>
          <a:xfrm>
            <a:off x="516750" y="2103035"/>
            <a:ext cx="9948600" cy="3718800"/>
          </a:xfrm>
          <a:prstGeom prst="rect">
            <a:avLst/>
          </a:prstGeom>
          <a:noFill/>
          <a:ln>
            <a:noFill/>
          </a:ln>
        </p:spPr>
        <p:txBody>
          <a:bodyPr spcFirstLastPara="1" wrap="square" lIns="76200" tIns="38075" rIns="76200" bIns="38075" anchor="t" anchorCtr="0">
            <a:noAutofit/>
          </a:bodyPr>
          <a:lstStyle>
            <a:lvl1pPr marL="457200" lvl="0" indent="-298450" algn="l">
              <a:lnSpc>
                <a:spcPct val="90000"/>
              </a:lnSpc>
              <a:spcBef>
                <a:spcPts val="960"/>
              </a:spcBef>
              <a:spcAft>
                <a:spcPts val="0"/>
              </a:spcAft>
              <a:buClr>
                <a:schemeClr val="dk1"/>
              </a:buClr>
              <a:buSzPts val="1100"/>
              <a:buFont typeface="Trebuchet MS"/>
              <a:buChar char="•"/>
              <a:defRPr sz="1800">
                <a:solidFill>
                  <a:schemeClr val="dk2"/>
                </a:solidFill>
              </a:defRPr>
            </a:lvl1pPr>
            <a:lvl2pPr marL="914400" lvl="1" indent="-292100" algn="l">
              <a:lnSpc>
                <a:spcPct val="90000"/>
              </a:lnSpc>
              <a:spcBef>
                <a:spcPts val="960"/>
              </a:spcBef>
              <a:spcAft>
                <a:spcPts val="0"/>
              </a:spcAft>
              <a:buClr>
                <a:schemeClr val="dk1"/>
              </a:buClr>
              <a:buSzPts val="1000"/>
              <a:buFont typeface="Trebuchet MS"/>
              <a:buChar char="•"/>
              <a:defRPr sz="1560">
                <a:solidFill>
                  <a:schemeClr val="dk2"/>
                </a:solidFill>
              </a:defRPr>
            </a:lvl2pPr>
            <a:lvl3pPr marL="1371600" lvl="2" indent="-285750" algn="l">
              <a:lnSpc>
                <a:spcPct val="90000"/>
              </a:lnSpc>
              <a:spcBef>
                <a:spcPts val="960"/>
              </a:spcBef>
              <a:spcAft>
                <a:spcPts val="0"/>
              </a:spcAft>
              <a:buClr>
                <a:schemeClr val="dk1"/>
              </a:buClr>
              <a:buSzPts val="900"/>
              <a:buFont typeface="Trebuchet MS"/>
              <a:buChar char="•"/>
              <a:defRPr sz="1440">
                <a:solidFill>
                  <a:schemeClr val="dk2"/>
                </a:solidFill>
              </a:defRPr>
            </a:lvl3pPr>
            <a:lvl4pPr marL="1828800" lvl="3" indent="-323850" algn="l">
              <a:lnSpc>
                <a:spcPct val="100000"/>
              </a:lnSpc>
              <a:spcBef>
                <a:spcPts val="960"/>
              </a:spcBef>
              <a:spcAft>
                <a:spcPts val="0"/>
              </a:spcAft>
              <a:buClr>
                <a:schemeClr val="dk1"/>
              </a:buClr>
              <a:buSzPts val="1500"/>
              <a:buFont typeface="Noto Sans Symbols"/>
              <a:buChar char="▪"/>
              <a:defRPr sz="1800">
                <a:solidFill>
                  <a:schemeClr val="lt1"/>
                </a:solidFill>
              </a:defRPr>
            </a:lvl4pPr>
            <a:lvl5pPr marL="2286000" lvl="4" indent="-336550" algn="l">
              <a:lnSpc>
                <a:spcPct val="100000"/>
              </a:lnSpc>
              <a:spcBef>
                <a:spcPts val="360"/>
              </a:spcBef>
              <a:spcAft>
                <a:spcPts val="0"/>
              </a:spcAft>
              <a:buClr>
                <a:schemeClr val="dk1"/>
              </a:buClr>
              <a:buSzPts val="1700"/>
              <a:buFont typeface="Noto Sans Symbols"/>
              <a:buChar char="▪"/>
              <a:defRPr>
                <a:solidFill>
                  <a:schemeClr val="lt1"/>
                </a:solidFill>
              </a:defRPr>
            </a:lvl5pPr>
            <a:lvl6pPr marL="2743200" lvl="5" indent="-323850" algn="l">
              <a:lnSpc>
                <a:spcPct val="100000"/>
              </a:lnSpc>
              <a:spcBef>
                <a:spcPts val="360"/>
              </a:spcBef>
              <a:spcAft>
                <a:spcPts val="0"/>
              </a:spcAft>
              <a:buClr>
                <a:schemeClr val="dk2"/>
              </a:buClr>
              <a:buSzPts val="1500"/>
              <a:buChar char="»"/>
              <a:defRPr/>
            </a:lvl6pPr>
            <a:lvl7pPr marL="3200400" lvl="6" indent="-323850" algn="l">
              <a:lnSpc>
                <a:spcPct val="100000"/>
              </a:lnSpc>
              <a:spcBef>
                <a:spcPts val="360"/>
              </a:spcBef>
              <a:spcAft>
                <a:spcPts val="0"/>
              </a:spcAft>
              <a:buClr>
                <a:schemeClr val="dk2"/>
              </a:buClr>
              <a:buSzPts val="1500"/>
              <a:buChar char="»"/>
              <a:defRPr/>
            </a:lvl7pPr>
            <a:lvl8pPr marL="3657600" lvl="7" indent="-323850" algn="l">
              <a:lnSpc>
                <a:spcPct val="100000"/>
              </a:lnSpc>
              <a:spcBef>
                <a:spcPts val="360"/>
              </a:spcBef>
              <a:spcAft>
                <a:spcPts val="0"/>
              </a:spcAft>
              <a:buClr>
                <a:schemeClr val="dk2"/>
              </a:buClr>
              <a:buSzPts val="1500"/>
              <a:buChar char="»"/>
              <a:defRPr/>
            </a:lvl8pPr>
            <a:lvl9pPr marL="4114800" lvl="8" indent="-323850" algn="l">
              <a:lnSpc>
                <a:spcPct val="100000"/>
              </a:lnSpc>
              <a:spcBef>
                <a:spcPts val="360"/>
              </a:spcBef>
              <a:spcAft>
                <a:spcPts val="0"/>
              </a:spcAft>
              <a:buClr>
                <a:schemeClr val="dk2"/>
              </a:buClr>
              <a:buSzPts val="1500"/>
              <a:buChar char="»"/>
              <a:defRPr/>
            </a:lvl9pPr>
          </a:lstStyle>
          <a:p>
            <a:endParaRPr/>
          </a:p>
        </p:txBody>
      </p:sp>
      <p:sp>
        <p:nvSpPr>
          <p:cNvPr id="561" name="Google Shape;561;p131"/>
          <p:cNvSpPr txBox="1">
            <a:spLocks noGrp="1"/>
          </p:cNvSpPr>
          <p:nvPr>
            <p:ph type="body" idx="2"/>
          </p:nvPr>
        </p:nvSpPr>
        <p:spPr>
          <a:xfrm>
            <a:off x="498348" y="1259533"/>
            <a:ext cx="9976320" cy="525600"/>
          </a:xfrm>
          <a:prstGeom prst="rect">
            <a:avLst/>
          </a:prstGeom>
          <a:noFill/>
          <a:ln>
            <a:noFill/>
          </a:ln>
        </p:spPr>
        <p:txBody>
          <a:bodyPr spcFirstLastPara="1" wrap="square" lIns="76200" tIns="38075" rIns="76200" bIns="38075" anchor="t" anchorCtr="0">
            <a:noAutofit/>
          </a:bodyPr>
          <a:lstStyle>
            <a:lvl1pPr marL="457200" lvl="0" indent="-228600" algn="ctr">
              <a:lnSpc>
                <a:spcPct val="90000"/>
              </a:lnSpc>
              <a:spcBef>
                <a:spcPts val="960"/>
              </a:spcBef>
              <a:spcAft>
                <a:spcPts val="0"/>
              </a:spcAft>
              <a:buSzPts val="20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60"/>
              </a:spcBef>
              <a:spcAft>
                <a:spcPts val="0"/>
              </a:spcAft>
              <a:buSzPts val="2300"/>
              <a:buFont typeface="Trebuchet MS"/>
              <a:buNone/>
              <a:defRPr sz="2760">
                <a:solidFill>
                  <a:schemeClr val="lt2"/>
                </a:solidFill>
                <a:latin typeface="Trebuchet MS"/>
                <a:ea typeface="Trebuchet MS"/>
                <a:cs typeface="Trebuchet MS"/>
                <a:sym typeface="Trebuchet MS"/>
              </a:defRPr>
            </a:lvl2pPr>
            <a:lvl3pPr marL="1371600" lvl="2" indent="-228600" algn="ctr">
              <a:lnSpc>
                <a:spcPct val="90000"/>
              </a:lnSpc>
              <a:spcBef>
                <a:spcPts val="960"/>
              </a:spcBef>
              <a:spcAft>
                <a:spcPts val="0"/>
              </a:spcAft>
              <a:buSzPts val="2300"/>
              <a:buFont typeface="Trebuchet MS"/>
              <a:buNone/>
              <a:defRPr sz="2760">
                <a:solidFill>
                  <a:schemeClr val="lt2"/>
                </a:solidFill>
                <a:latin typeface="Trebuchet MS"/>
                <a:ea typeface="Trebuchet MS"/>
                <a:cs typeface="Trebuchet MS"/>
                <a:sym typeface="Trebuchet MS"/>
              </a:defRPr>
            </a:lvl3pPr>
            <a:lvl4pPr marL="1828800" lvl="3" indent="-228600" algn="ctr">
              <a:lnSpc>
                <a:spcPct val="100000"/>
              </a:lnSpc>
              <a:spcBef>
                <a:spcPts val="960"/>
              </a:spcBef>
              <a:spcAft>
                <a:spcPts val="0"/>
              </a:spcAft>
              <a:buClr>
                <a:schemeClr val="lt2"/>
              </a:buClr>
              <a:buSzPts val="2300"/>
              <a:buFont typeface="Trebuchet MS"/>
              <a:buNone/>
              <a:defRPr sz="2760">
                <a:solidFill>
                  <a:schemeClr val="lt2"/>
                </a:solidFill>
                <a:latin typeface="Trebuchet MS"/>
                <a:ea typeface="Trebuchet MS"/>
                <a:cs typeface="Trebuchet MS"/>
                <a:sym typeface="Trebuchet MS"/>
              </a:defRPr>
            </a:lvl4pPr>
            <a:lvl5pPr marL="2286000" lvl="4" indent="-228600" algn="ctr">
              <a:lnSpc>
                <a:spcPct val="100000"/>
              </a:lnSpc>
              <a:spcBef>
                <a:spcPts val="600"/>
              </a:spcBef>
              <a:spcAft>
                <a:spcPts val="0"/>
              </a:spcAft>
              <a:buClr>
                <a:schemeClr val="lt2"/>
              </a:buClr>
              <a:buSzPts val="2300"/>
              <a:buFont typeface="Trebuchet MS"/>
              <a:buNone/>
              <a:defRPr sz="2760">
                <a:solidFill>
                  <a:schemeClr val="lt2"/>
                </a:solidFill>
                <a:latin typeface="Trebuchet MS"/>
                <a:ea typeface="Trebuchet MS"/>
                <a:cs typeface="Trebuchet MS"/>
                <a:sym typeface="Trebuchet MS"/>
              </a:defRPr>
            </a:lvl5pPr>
            <a:lvl6pPr marL="2743200" lvl="5" indent="-323850" algn="l">
              <a:lnSpc>
                <a:spcPct val="100000"/>
              </a:lnSpc>
              <a:spcBef>
                <a:spcPts val="360"/>
              </a:spcBef>
              <a:spcAft>
                <a:spcPts val="0"/>
              </a:spcAft>
              <a:buClr>
                <a:schemeClr val="dk2"/>
              </a:buClr>
              <a:buSzPts val="1500"/>
              <a:buChar char="»"/>
              <a:defRPr/>
            </a:lvl6pPr>
            <a:lvl7pPr marL="3200400" lvl="6" indent="-323850" algn="l">
              <a:lnSpc>
                <a:spcPct val="100000"/>
              </a:lnSpc>
              <a:spcBef>
                <a:spcPts val="360"/>
              </a:spcBef>
              <a:spcAft>
                <a:spcPts val="0"/>
              </a:spcAft>
              <a:buClr>
                <a:schemeClr val="dk2"/>
              </a:buClr>
              <a:buSzPts val="1500"/>
              <a:buChar char="»"/>
              <a:defRPr/>
            </a:lvl7pPr>
            <a:lvl8pPr marL="3657600" lvl="7" indent="-323850" algn="l">
              <a:lnSpc>
                <a:spcPct val="100000"/>
              </a:lnSpc>
              <a:spcBef>
                <a:spcPts val="360"/>
              </a:spcBef>
              <a:spcAft>
                <a:spcPts val="0"/>
              </a:spcAft>
              <a:buClr>
                <a:schemeClr val="dk2"/>
              </a:buClr>
              <a:buSzPts val="1500"/>
              <a:buChar char="»"/>
              <a:defRPr/>
            </a:lvl8pPr>
            <a:lvl9pPr marL="4114800" lvl="8" indent="-323850" algn="l">
              <a:lnSpc>
                <a:spcPct val="100000"/>
              </a:lnSpc>
              <a:spcBef>
                <a:spcPts val="360"/>
              </a:spcBef>
              <a:spcAft>
                <a:spcPts val="0"/>
              </a:spcAft>
              <a:buClr>
                <a:schemeClr val="dk2"/>
              </a:buClr>
              <a:buSzPts val="15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567"/>
        <p:cNvGrpSpPr/>
        <p:nvPr/>
      </p:nvGrpSpPr>
      <p:grpSpPr>
        <a:xfrm>
          <a:off x="0" y="0"/>
          <a:ext cx="0" cy="0"/>
          <a:chOff x="0" y="0"/>
          <a:chExt cx="0" cy="0"/>
        </a:xfrm>
      </p:grpSpPr>
      <p:pic>
        <p:nvPicPr>
          <p:cNvPr id="568" name="Google Shape;568;p89"/>
          <p:cNvPicPr preferRelativeResize="0"/>
          <p:nvPr/>
        </p:nvPicPr>
        <p:blipFill rotWithShape="1">
          <a:blip r:embed="rId2">
            <a:alphaModFix/>
          </a:blip>
          <a:srcRect/>
          <a:stretch/>
        </p:blipFill>
        <p:spPr>
          <a:xfrm>
            <a:off x="583337" y="3902417"/>
            <a:ext cx="3232858" cy="1132744"/>
          </a:xfrm>
          <a:prstGeom prst="rect">
            <a:avLst/>
          </a:prstGeom>
          <a:noFill/>
          <a:ln>
            <a:noFill/>
          </a:ln>
        </p:spPr>
      </p:pic>
      <p:sp>
        <p:nvSpPr>
          <p:cNvPr id="569" name="Google Shape;569;p89"/>
          <p:cNvSpPr txBox="1"/>
          <p:nvPr/>
        </p:nvSpPr>
        <p:spPr>
          <a:xfrm>
            <a:off x="481643"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lt2"/>
                </a:solidFill>
                <a:latin typeface="Trebuchet MS"/>
                <a:ea typeface="Trebuchet MS"/>
                <a:cs typeface="Trebuchet MS"/>
                <a:sym typeface="Trebuchet MS"/>
              </a:rPr>
              <a:t>www.nvidia.com/dli</a:t>
            </a:r>
            <a:endParaRPr sz="2000" b="0" i="0" u="none" strike="noStrike" cap="none">
              <a:solidFill>
                <a:schemeClr val="lt2"/>
              </a:solidFill>
              <a:latin typeface="Trebuchet MS"/>
              <a:ea typeface="Trebuchet MS"/>
              <a:cs typeface="Trebuchet MS"/>
              <a:sym typeface="Trebuchet MS"/>
            </a:endParaRPr>
          </a:p>
        </p:txBody>
      </p:sp>
      <p:pic>
        <p:nvPicPr>
          <p:cNvPr id="570" name="Google Shape;570;p89"/>
          <p:cNvPicPr preferRelativeResize="0"/>
          <p:nvPr/>
        </p:nvPicPr>
        <p:blipFill rotWithShape="1">
          <a:blip r:embed="rId3">
            <a:alphaModFix/>
          </a:blip>
          <a:srcRect/>
          <a:stretch/>
        </p:blipFill>
        <p:spPr>
          <a:xfrm rot="10800000" flipH="1">
            <a:off x="42485" y="0"/>
            <a:ext cx="10930317"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571"/>
        <p:cNvGrpSpPr/>
        <p:nvPr/>
      </p:nvGrpSpPr>
      <p:grpSpPr>
        <a:xfrm>
          <a:off x="0" y="0"/>
          <a:ext cx="0" cy="0"/>
          <a:chOff x="0" y="0"/>
          <a:chExt cx="0" cy="0"/>
        </a:xfrm>
      </p:grpSpPr>
      <p:sp>
        <p:nvSpPr>
          <p:cNvPr id="572" name="Google Shape;572;p90"/>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73" name="Google Shape;573;p90"/>
          <p:cNvPicPr preferRelativeResize="0"/>
          <p:nvPr/>
        </p:nvPicPr>
        <p:blipFill rotWithShape="1">
          <a:blip r:embed="rId2">
            <a:alphaModFix/>
          </a:blip>
          <a:srcRect/>
          <a:stretch/>
        </p:blipFill>
        <p:spPr>
          <a:xfrm rot="10800000" flipH="1">
            <a:off x="42482" y="0"/>
            <a:ext cx="10930318" cy="6172200"/>
          </a:xfrm>
          <a:prstGeom prst="rect">
            <a:avLst/>
          </a:prstGeom>
          <a:noFill/>
          <a:ln>
            <a:noFill/>
          </a:ln>
        </p:spPr>
      </p:pic>
      <p:pic>
        <p:nvPicPr>
          <p:cNvPr id="574" name="Google Shape;574;p90"/>
          <p:cNvPicPr preferRelativeResize="0"/>
          <p:nvPr/>
        </p:nvPicPr>
        <p:blipFill rotWithShape="1">
          <a:blip r:embed="rId3">
            <a:alphaModFix/>
          </a:blip>
          <a:srcRect/>
          <a:stretch/>
        </p:blipFill>
        <p:spPr>
          <a:xfrm>
            <a:off x="604531" y="3033529"/>
            <a:ext cx="2020682" cy="700079"/>
          </a:xfrm>
          <a:prstGeom prst="rect">
            <a:avLst/>
          </a:prstGeom>
          <a:noFill/>
          <a:ln>
            <a:noFill/>
          </a:ln>
        </p:spPr>
      </p:pic>
      <p:sp>
        <p:nvSpPr>
          <p:cNvPr id="575" name="Google Shape;575;p90"/>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lnSpc>
                <a:spcPct val="100000"/>
              </a:lnSpc>
              <a:spcBef>
                <a:spcPts val="900"/>
              </a:spcBef>
              <a:spcAft>
                <a:spcPts val="0"/>
              </a:spcAft>
              <a:buClr>
                <a:schemeClr val="dk2"/>
              </a:buClr>
              <a:buSzPts val="1800"/>
              <a:buChar char="–"/>
              <a:defRPr/>
            </a:lvl4pPr>
            <a:lvl5pPr lvl="4" algn="l">
              <a:lnSpc>
                <a:spcPct val="100000"/>
              </a:lnSpc>
              <a:spcBef>
                <a:spcPts val="360"/>
              </a:spcBef>
              <a:spcAft>
                <a:spcPts val="0"/>
              </a:spcAft>
              <a:buClr>
                <a:schemeClr val="dk2"/>
              </a:buClr>
              <a:buSzPts val="1800"/>
              <a:buChar char="»"/>
              <a:defRPr/>
            </a:lvl5pPr>
            <a:lvl6pPr lvl="5" algn="l">
              <a:lnSpc>
                <a:spcPct val="100000"/>
              </a:lnSpc>
              <a:spcBef>
                <a:spcPts val="360"/>
              </a:spcBef>
              <a:spcAft>
                <a:spcPts val="0"/>
              </a:spcAft>
              <a:buClr>
                <a:schemeClr val="dk2"/>
              </a:buClr>
              <a:buSzPts val="1800"/>
              <a:buChar char="»"/>
              <a:defRPr/>
            </a:lvl6pPr>
            <a:lvl7pPr lvl="6" algn="l">
              <a:lnSpc>
                <a:spcPct val="100000"/>
              </a:lnSpc>
              <a:spcBef>
                <a:spcPts val="360"/>
              </a:spcBef>
              <a:spcAft>
                <a:spcPts val="0"/>
              </a:spcAft>
              <a:buClr>
                <a:schemeClr val="dk2"/>
              </a:buClr>
              <a:buSzPts val="1800"/>
              <a:buChar char="»"/>
              <a:defRPr/>
            </a:lvl7pPr>
            <a:lvl8pPr lvl="7" algn="l">
              <a:lnSpc>
                <a:spcPct val="100000"/>
              </a:lnSpc>
              <a:spcBef>
                <a:spcPts val="360"/>
              </a:spcBef>
              <a:spcAft>
                <a:spcPts val="0"/>
              </a:spcAft>
              <a:buClr>
                <a:schemeClr val="dk2"/>
              </a:buClr>
              <a:buSzPts val="1800"/>
              <a:buChar char="»"/>
              <a:defRPr/>
            </a:lvl8pPr>
            <a:lvl9pPr lvl="8" algn="l">
              <a:lnSpc>
                <a:spcPct val="100000"/>
              </a:lnSpc>
              <a:spcBef>
                <a:spcPts val="360"/>
              </a:spcBef>
              <a:spcAft>
                <a:spcPts val="0"/>
              </a:spcAft>
              <a:buClr>
                <a:schemeClr val="dk2"/>
              </a:buClr>
              <a:buSzPts val="1800"/>
              <a:buChar char="»"/>
              <a:defRPr/>
            </a:lvl9pPr>
          </a:lstStyle>
          <a:p>
            <a:endParaRPr/>
          </a:p>
        </p:txBody>
      </p:sp>
      <p:sp>
        <p:nvSpPr>
          <p:cNvPr id="576" name="Google Shape;576;p90"/>
          <p:cNvSpPr txBox="1">
            <a:spLocks noGrp="1"/>
          </p:cNvSpPr>
          <p:nvPr>
            <p:ph type="title"/>
          </p:nvPr>
        </p:nvSpPr>
        <p:spPr>
          <a:xfrm>
            <a:off x="481662" y="4405222"/>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577"/>
        <p:cNvGrpSpPr/>
        <p:nvPr/>
      </p:nvGrpSpPr>
      <p:grpSpPr>
        <a:xfrm>
          <a:off x="0" y="0"/>
          <a:ext cx="0" cy="0"/>
          <a:chOff x="0" y="0"/>
          <a:chExt cx="0" cy="0"/>
        </a:xfrm>
      </p:grpSpPr>
      <p:sp>
        <p:nvSpPr>
          <p:cNvPr id="578" name="Google Shape;578;p91"/>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9" name="Google Shape;579;p91"/>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80" name="Google Shape;580;p91"/>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581"/>
        <p:cNvGrpSpPr/>
        <p:nvPr/>
      </p:nvGrpSpPr>
      <p:grpSpPr>
        <a:xfrm>
          <a:off x="0" y="0"/>
          <a:ext cx="0" cy="0"/>
          <a:chOff x="0" y="0"/>
          <a:chExt cx="0" cy="0"/>
        </a:xfrm>
      </p:grpSpPr>
      <p:sp>
        <p:nvSpPr>
          <p:cNvPr id="582" name="Google Shape;582;p92"/>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3" name="Google Shape;583;p92"/>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314325" algn="l">
              <a:lnSpc>
                <a:spcPct val="90000"/>
              </a:lnSpc>
              <a:spcBef>
                <a:spcPts val="900"/>
              </a:spcBef>
              <a:spcAft>
                <a:spcPts val="0"/>
              </a:spcAft>
              <a:buClr>
                <a:schemeClr val="dk1"/>
              </a:buClr>
              <a:buSzPts val="1350"/>
              <a:buFont typeface="Trebuchet MS"/>
              <a:buChar char="•"/>
              <a:defRPr sz="1800">
                <a:solidFill>
                  <a:schemeClr val="dk2"/>
                </a:solidFill>
              </a:defRPr>
            </a:lvl1pPr>
            <a:lvl2pPr marL="914400" lvl="1" indent="-304800" algn="l">
              <a:lnSpc>
                <a:spcPct val="90000"/>
              </a:lnSpc>
              <a:spcBef>
                <a:spcPts val="900"/>
              </a:spcBef>
              <a:spcAft>
                <a:spcPts val="0"/>
              </a:spcAft>
              <a:buClr>
                <a:schemeClr val="dk1"/>
              </a:buClr>
              <a:buSzPts val="1200"/>
              <a:buFont typeface="Trebuchet MS"/>
              <a:buChar char="•"/>
              <a:defRPr sz="1600">
                <a:solidFill>
                  <a:schemeClr val="dk2"/>
                </a:solidFill>
              </a:defRPr>
            </a:lvl2pPr>
            <a:lvl3pPr marL="1371600" lvl="2" indent="-295275" algn="l">
              <a:lnSpc>
                <a:spcPct val="90000"/>
              </a:lnSpc>
              <a:spcBef>
                <a:spcPts val="900"/>
              </a:spcBef>
              <a:spcAft>
                <a:spcPts val="0"/>
              </a:spcAft>
              <a:buClr>
                <a:schemeClr val="dk1"/>
              </a:buClr>
              <a:buSzPts val="1050"/>
              <a:buFont typeface="Trebuchet MS"/>
              <a:buChar char="•"/>
              <a:defRPr sz="14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84" name="Google Shape;584;p92"/>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85" name="Google Shape;585;p92"/>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u="none" strike="noStrike" cap="none">
                <a:solidFill>
                  <a:schemeClr val="dk2"/>
                </a:solidFill>
                <a:latin typeface="Trebuchet MS"/>
                <a:ea typeface="Trebuchet MS"/>
                <a:cs typeface="Trebuchet MS"/>
                <a:sym typeface="Trebuchet MS"/>
              </a:rPr>
              <a:t>NVIDIA CONFIDENTIAL. DO NOT DISTRIBUTE.</a:t>
            </a:r>
            <a:endParaRPr sz="700" b="1" i="0" u="none" strike="noStrike" cap="none">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586"/>
        <p:cNvGrpSpPr/>
        <p:nvPr/>
      </p:nvGrpSpPr>
      <p:grpSpPr>
        <a:xfrm>
          <a:off x="0" y="0"/>
          <a:ext cx="0" cy="0"/>
          <a:chOff x="0" y="0"/>
          <a:chExt cx="0" cy="0"/>
        </a:xfrm>
      </p:grpSpPr>
      <p:sp>
        <p:nvSpPr>
          <p:cNvPr id="587" name="Google Shape;587;p93"/>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8" name="Google Shape;588;p93"/>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89" name="Google Shape;589;p93"/>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90" name="Google Shape;590;p93"/>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u="none" strike="noStrike" cap="none">
                <a:solidFill>
                  <a:schemeClr val="dk2"/>
                </a:solidFill>
                <a:latin typeface="Trebuchet MS"/>
                <a:ea typeface="Trebuchet MS"/>
                <a:cs typeface="Trebuchet MS"/>
                <a:sym typeface="Trebuchet MS"/>
              </a:rPr>
              <a:t>NVIDIA CONFIDENTIAL. DO NOT DISTRIBUTE.</a:t>
            </a:r>
            <a:endParaRPr sz="700" b="1" i="0" u="none" strike="noStrike" cap="none">
              <a:solidFill>
                <a:schemeClr val="dk2"/>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591"/>
        <p:cNvGrpSpPr/>
        <p:nvPr/>
      </p:nvGrpSpPr>
      <p:grpSpPr>
        <a:xfrm>
          <a:off x="0" y="0"/>
          <a:ext cx="0" cy="0"/>
          <a:chOff x="0" y="0"/>
          <a:chExt cx="0" cy="0"/>
        </a:xfrm>
      </p:grpSpPr>
      <p:sp>
        <p:nvSpPr>
          <p:cNvPr id="592" name="Google Shape;592;p94"/>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3" name="Google Shape;593;p94"/>
          <p:cNvSpPr txBox="1">
            <a:spLocks noGrp="1"/>
          </p:cNvSpPr>
          <p:nvPr>
            <p:ph type="body" idx="1"/>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94" name="Google Shape;594;p94"/>
          <p:cNvSpPr/>
          <p:nvPr/>
        </p:nvSpPr>
        <p:spPr>
          <a:xfrm>
            <a:off x="9809102" y="5689770"/>
            <a:ext cx="1104707" cy="3423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95" name="Google Shape;595;p94"/>
          <p:cNvSpPr txBox="1">
            <a:spLocks noGrp="1"/>
          </p:cNvSpPr>
          <p:nvPr>
            <p:ph type="body" idx="2"/>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lnSpc>
                <a:spcPct val="100000"/>
              </a:lnSpc>
              <a:spcBef>
                <a:spcPts val="9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596"/>
        <p:cNvGrpSpPr/>
        <p:nvPr/>
      </p:nvGrpSpPr>
      <p:grpSpPr>
        <a:xfrm>
          <a:off x="0" y="0"/>
          <a:ext cx="0" cy="0"/>
          <a:chOff x="0" y="0"/>
          <a:chExt cx="0" cy="0"/>
        </a:xfrm>
      </p:grpSpPr>
      <p:sp>
        <p:nvSpPr>
          <p:cNvPr id="597" name="Google Shape;597;p95"/>
          <p:cNvSpPr txBox="1">
            <a:spLocks noGrp="1"/>
          </p:cNvSpPr>
          <p:nvPr>
            <p:ph type="title"/>
          </p:nvPr>
        </p:nvSpPr>
        <p:spPr>
          <a:xfrm>
            <a:off x="519232" y="1798592"/>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8" name="Google Shape;598;p95"/>
          <p:cNvSpPr txBox="1">
            <a:spLocks noGrp="1"/>
          </p:cNvSpPr>
          <p:nvPr>
            <p:ph type="body" idx="1"/>
          </p:nvPr>
        </p:nvSpPr>
        <p:spPr>
          <a:xfrm>
            <a:off x="519232" y="3071581"/>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600"/>
              <a:buFont typeface="Trebuchet MS"/>
              <a:buNone/>
              <a:defRPr sz="1600">
                <a:solidFill>
                  <a:schemeClr val="dk2"/>
                </a:solidFill>
              </a:defRPr>
            </a:lvl1pPr>
            <a:lvl2pPr marL="914400" lvl="1" indent="-228600" algn="l">
              <a:lnSpc>
                <a:spcPct val="90000"/>
              </a:lnSpc>
              <a:spcBef>
                <a:spcPts val="500"/>
              </a:spcBef>
              <a:spcAft>
                <a:spcPts val="0"/>
              </a:spcAft>
              <a:buClr>
                <a:schemeClr val="dk1"/>
              </a:buClr>
              <a:buSzPts val="1400"/>
              <a:buFont typeface="Trebuchet MS"/>
              <a:buNone/>
              <a:defRPr sz="1400">
                <a:solidFill>
                  <a:schemeClr val="dk2"/>
                </a:solidFill>
              </a:defRPr>
            </a:lvl2pPr>
            <a:lvl3pPr marL="1371600" lvl="2" indent="-228600" algn="l">
              <a:lnSpc>
                <a:spcPct val="90000"/>
              </a:lnSpc>
              <a:spcBef>
                <a:spcPts val="500"/>
              </a:spcBef>
              <a:spcAft>
                <a:spcPts val="0"/>
              </a:spcAft>
              <a:buClr>
                <a:schemeClr val="dk1"/>
              </a:buClr>
              <a:buSzPts val="1400"/>
              <a:buFont typeface="Trebuchet MS"/>
              <a:buNone/>
              <a:defRPr sz="1400">
                <a:solidFill>
                  <a:schemeClr val="dk2"/>
                </a:solidFill>
              </a:defRPr>
            </a:lvl3pPr>
            <a:lvl4pPr marL="1828800" lvl="3" indent="-342900" algn="l">
              <a:lnSpc>
                <a:spcPct val="100000"/>
              </a:lnSpc>
              <a:spcBef>
                <a:spcPts val="500"/>
              </a:spcBef>
              <a:spcAft>
                <a:spcPts val="0"/>
              </a:spcAft>
              <a:buClr>
                <a:schemeClr val="dk1"/>
              </a:buClr>
              <a:buSzPts val="1800"/>
              <a:buFont typeface="Noto Sans Symbols"/>
              <a:buChar char="▪"/>
              <a:defRPr sz="1800">
                <a:solidFill>
                  <a:schemeClr val="lt1"/>
                </a:solidFill>
              </a:defRPr>
            </a:lvl4pPr>
            <a:lvl5pPr marL="2286000" lvl="4" indent="-355600" algn="l">
              <a:lnSpc>
                <a:spcPct val="100000"/>
              </a:lnSpc>
              <a:spcBef>
                <a:spcPts val="400"/>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599" name="Google Shape;599;p95"/>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000"/>
              <a:buFont typeface="Trebuchet MS"/>
              <a:buNone/>
              <a:defRPr sz="20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
        <p:nvSpPr>
          <p:cNvPr id="600" name="Google Shape;600;p95"/>
          <p:cNvSpPr/>
          <p:nvPr/>
        </p:nvSpPr>
        <p:spPr>
          <a:xfrm>
            <a:off x="9636012" y="5699917"/>
            <a:ext cx="1336788" cy="4722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01"/>
        <p:cNvGrpSpPr/>
        <p:nvPr/>
      </p:nvGrpSpPr>
      <p:grpSpPr>
        <a:xfrm>
          <a:off x="0" y="0"/>
          <a:ext cx="0" cy="0"/>
          <a:chOff x="0" y="0"/>
          <a:chExt cx="0" cy="0"/>
        </a:xfrm>
      </p:grpSpPr>
      <p:sp>
        <p:nvSpPr>
          <p:cNvPr id="602" name="Google Shape;602;p96"/>
          <p:cNvSpPr/>
          <p:nvPr/>
        </p:nvSpPr>
        <p:spPr>
          <a:xfrm>
            <a:off x="0" y="-1"/>
            <a:ext cx="3583949"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03" name="Google Shape;603;p96"/>
          <p:cNvPicPr preferRelativeResize="0"/>
          <p:nvPr/>
        </p:nvPicPr>
        <p:blipFill rotWithShape="1">
          <a:blip r:embed="rId2">
            <a:alphaModFix/>
          </a:blip>
          <a:srcRect r="67338"/>
          <a:stretch/>
        </p:blipFill>
        <p:spPr>
          <a:xfrm>
            <a:off x="0" y="0"/>
            <a:ext cx="3583949" cy="6172200"/>
          </a:xfrm>
          <a:prstGeom prst="rect">
            <a:avLst/>
          </a:prstGeom>
          <a:noFill/>
          <a:ln>
            <a:noFill/>
          </a:ln>
        </p:spPr>
      </p:pic>
      <p:sp>
        <p:nvSpPr>
          <p:cNvPr id="604" name="Google Shape;604;p96"/>
          <p:cNvSpPr/>
          <p:nvPr/>
        </p:nvSpPr>
        <p:spPr>
          <a:xfrm>
            <a:off x="0" y="0"/>
            <a:ext cx="3583949" cy="6172200"/>
          </a:xfrm>
          <a:prstGeom prst="rect">
            <a:avLst/>
          </a:prstGeom>
          <a:solidFill>
            <a:schemeClr val="lt2">
              <a:alpha val="8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5" name="Google Shape;605;p96"/>
          <p:cNvSpPr txBox="1">
            <a:spLocks noGrp="1"/>
          </p:cNvSpPr>
          <p:nvPr>
            <p:ph type="title"/>
          </p:nvPr>
        </p:nvSpPr>
        <p:spPr>
          <a:xfrm>
            <a:off x="441881" y="2381808"/>
            <a:ext cx="2700194" cy="140858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06"/>
        <p:cNvGrpSpPr/>
        <p:nvPr/>
      </p:nvGrpSpPr>
      <p:grpSpPr>
        <a:xfrm>
          <a:off x="0" y="0"/>
          <a:ext cx="0" cy="0"/>
          <a:chOff x="0" y="0"/>
          <a:chExt cx="0" cy="0"/>
        </a:xfrm>
      </p:grpSpPr>
      <p:sp>
        <p:nvSpPr>
          <p:cNvPr id="607" name="Google Shape;607;p97"/>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8" name="Google Shape;608;p97"/>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609"/>
        <p:cNvGrpSpPr/>
        <p:nvPr/>
      </p:nvGrpSpPr>
      <p:grpSpPr>
        <a:xfrm>
          <a:off x="0" y="0"/>
          <a:ext cx="0" cy="0"/>
          <a:chOff x="0" y="0"/>
          <a:chExt cx="0" cy="0"/>
        </a:xfrm>
      </p:grpSpPr>
      <p:sp>
        <p:nvSpPr>
          <p:cNvPr id="610" name="Google Shape;610;p98"/>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11" name="Google Shape;611;p98"/>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612" name="Google Shape;612;p98"/>
          <p:cNvSpPr/>
          <p:nvPr/>
        </p:nvSpPr>
        <p:spPr>
          <a:xfrm>
            <a:off x="0" y="0"/>
            <a:ext cx="10972800" cy="6172200"/>
          </a:xfrm>
          <a:prstGeom prst="rect">
            <a:avLst/>
          </a:prstGeom>
          <a:solidFill>
            <a:schemeClr val="lt2">
              <a:alpha val="8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3" name="Google Shape;613;p98"/>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614"/>
        <p:cNvGrpSpPr/>
        <p:nvPr/>
      </p:nvGrpSpPr>
      <p:grpSpPr>
        <a:xfrm>
          <a:off x="0" y="0"/>
          <a:ext cx="0" cy="0"/>
          <a:chOff x="0" y="0"/>
          <a:chExt cx="0" cy="0"/>
        </a:xfrm>
      </p:grpSpPr>
      <p:sp>
        <p:nvSpPr>
          <p:cNvPr id="615" name="Google Shape;615;p99"/>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16" name="Google Shape;616;p99"/>
          <p:cNvPicPr preferRelativeResize="0"/>
          <p:nvPr/>
        </p:nvPicPr>
        <p:blipFill rotWithShape="1">
          <a:blip r:embed="rId2">
            <a:alphaModFix/>
          </a:blip>
          <a:srcRect l="5607"/>
          <a:stretch/>
        </p:blipFill>
        <p:spPr>
          <a:xfrm>
            <a:off x="0" y="0"/>
            <a:ext cx="10317378" cy="6172200"/>
          </a:xfrm>
          <a:prstGeom prst="rect">
            <a:avLst/>
          </a:prstGeom>
          <a:noFill/>
          <a:ln>
            <a:noFill/>
          </a:ln>
        </p:spPr>
      </p:pic>
      <p:sp>
        <p:nvSpPr>
          <p:cNvPr id="617" name="Google Shape;617;p99"/>
          <p:cNvSpPr/>
          <p:nvPr/>
        </p:nvSpPr>
        <p:spPr>
          <a:xfrm>
            <a:off x="0" y="0"/>
            <a:ext cx="10972800" cy="6172200"/>
          </a:xfrm>
          <a:prstGeom prst="rect">
            <a:avLst/>
          </a:prstGeom>
          <a:solidFill>
            <a:schemeClr val="lt2">
              <a:alpha val="8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8" name="Google Shape;618;p99"/>
          <p:cNvSpPr txBox="1">
            <a:spLocks noGrp="1"/>
          </p:cNvSpPr>
          <p:nvPr>
            <p:ph type="title"/>
          </p:nvPr>
        </p:nvSpPr>
        <p:spPr>
          <a:xfrm>
            <a:off x="4080090" y="4127423"/>
            <a:ext cx="6107187" cy="1373939"/>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4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619"/>
        <p:cNvGrpSpPr/>
        <p:nvPr/>
      </p:nvGrpSpPr>
      <p:grpSpPr>
        <a:xfrm>
          <a:off x="0" y="0"/>
          <a:ext cx="0" cy="0"/>
          <a:chOff x="0" y="0"/>
          <a:chExt cx="0" cy="0"/>
        </a:xfrm>
      </p:grpSpPr>
      <p:sp>
        <p:nvSpPr>
          <p:cNvPr id="620" name="Google Shape;620;p100"/>
          <p:cNvSpPr/>
          <p:nvPr/>
        </p:nvSpPr>
        <p:spPr>
          <a:xfrm>
            <a:off x="0" y="0"/>
            <a:ext cx="10972800" cy="6172200"/>
          </a:xfrm>
          <a:prstGeom prst="rect">
            <a:avLst/>
          </a:prstGeom>
          <a:solidFill>
            <a:srgbClr val="9E12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21" name="Google Shape;621;p100"/>
          <p:cNvPicPr preferRelativeResize="0"/>
          <p:nvPr/>
        </p:nvPicPr>
        <p:blipFill rotWithShape="1">
          <a:blip r:embed="rId2">
            <a:alphaModFix/>
          </a:blip>
          <a:srcRect/>
          <a:stretch/>
        </p:blipFill>
        <p:spPr>
          <a:xfrm>
            <a:off x="4206131" y="910280"/>
            <a:ext cx="2560542" cy="2280102"/>
          </a:xfrm>
          <a:prstGeom prst="rect">
            <a:avLst/>
          </a:prstGeom>
          <a:noFill/>
          <a:ln>
            <a:noFill/>
          </a:ln>
        </p:spPr>
      </p:pic>
      <p:sp>
        <p:nvSpPr>
          <p:cNvPr id="622" name="Google Shape;622;p100"/>
          <p:cNvSpPr txBox="1">
            <a:spLocks noGrp="1"/>
          </p:cNvSpPr>
          <p:nvPr>
            <p:ph type="title"/>
          </p:nvPr>
        </p:nvSpPr>
        <p:spPr>
          <a:xfrm>
            <a:off x="498348" y="3814403"/>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3" name="Google Shape;623;p100"/>
          <p:cNvSpPr txBox="1">
            <a:spLocks noGrp="1"/>
          </p:cNvSpPr>
          <p:nvPr>
            <p:ph type="body" idx="1"/>
          </p:nvPr>
        </p:nvSpPr>
        <p:spPr>
          <a:xfrm>
            <a:off x="498348" y="447900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lnSpc>
                <a:spcPct val="100000"/>
              </a:lnSpc>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lnSpc>
                <a:spcPct val="100000"/>
              </a:lnSpc>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lnSpc>
                <a:spcPct val="100000"/>
              </a:lnSpc>
              <a:spcBef>
                <a:spcPts val="360"/>
              </a:spcBef>
              <a:spcAft>
                <a:spcPts val="0"/>
              </a:spcAft>
              <a:buClr>
                <a:schemeClr val="dk2"/>
              </a:buClr>
              <a:buSzPts val="1800"/>
              <a:buChar char="»"/>
              <a:defRPr/>
            </a:lvl6pPr>
            <a:lvl7pPr marL="3200400" lvl="6" indent="-342900" algn="l">
              <a:lnSpc>
                <a:spcPct val="100000"/>
              </a:lnSpc>
              <a:spcBef>
                <a:spcPts val="360"/>
              </a:spcBef>
              <a:spcAft>
                <a:spcPts val="0"/>
              </a:spcAft>
              <a:buClr>
                <a:schemeClr val="dk2"/>
              </a:buClr>
              <a:buSzPts val="1800"/>
              <a:buChar char="»"/>
              <a:defRPr/>
            </a:lvl7pPr>
            <a:lvl8pPr marL="3657600" lvl="7" indent="-342900" algn="l">
              <a:lnSpc>
                <a:spcPct val="100000"/>
              </a:lnSpc>
              <a:spcBef>
                <a:spcPts val="360"/>
              </a:spcBef>
              <a:spcAft>
                <a:spcPts val="0"/>
              </a:spcAft>
              <a:buClr>
                <a:schemeClr val="dk2"/>
              </a:buClr>
              <a:buSzPts val="1800"/>
              <a:buChar char="»"/>
              <a:defRPr/>
            </a:lvl8pPr>
            <a:lvl9pPr marL="4114800" lvl="8" indent="-342900" algn="l">
              <a:lnSpc>
                <a:spcPct val="100000"/>
              </a:lnSpc>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624"/>
        <p:cNvGrpSpPr/>
        <p:nvPr/>
      </p:nvGrpSpPr>
      <p:grpSpPr>
        <a:xfrm>
          <a:off x="0" y="0"/>
          <a:ext cx="0" cy="0"/>
          <a:chOff x="0" y="0"/>
          <a:chExt cx="0" cy="0"/>
        </a:xfrm>
      </p:grpSpPr>
      <p:sp>
        <p:nvSpPr>
          <p:cNvPr id="625" name="Google Shape;625;p101"/>
          <p:cNvSpPr txBox="1">
            <a:spLocks noGrp="1"/>
          </p:cNvSpPr>
          <p:nvPr>
            <p:ph type="title"/>
          </p:nvPr>
        </p:nvSpPr>
        <p:spPr>
          <a:xfrm>
            <a:off x="1553497" y="5352633"/>
            <a:ext cx="7865806" cy="369332"/>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26" name="Google Shape;626;p101"/>
          <p:cNvPicPr preferRelativeResize="0"/>
          <p:nvPr/>
        </p:nvPicPr>
        <p:blipFill rotWithShape="1">
          <a:blip r:embed="rId2">
            <a:alphaModFix/>
          </a:blip>
          <a:srcRect/>
          <a:stretch/>
        </p:blipFill>
        <p:spPr>
          <a:xfrm>
            <a:off x="1713273"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27"/>
        <p:cNvGrpSpPr/>
        <p:nvPr/>
      </p:nvGrpSpPr>
      <p:grpSpPr>
        <a:xfrm>
          <a:off x="0" y="0"/>
          <a:ext cx="0" cy="0"/>
          <a:chOff x="0" y="0"/>
          <a:chExt cx="0" cy="0"/>
        </a:xfrm>
      </p:grpSpPr>
      <p:sp>
        <p:nvSpPr>
          <p:cNvPr id="628" name="Google Shape;628;p102"/>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629"/>
        <p:cNvGrpSpPr/>
        <p:nvPr/>
      </p:nvGrpSpPr>
      <p:grpSpPr>
        <a:xfrm>
          <a:off x="0" y="0"/>
          <a:ext cx="0" cy="0"/>
          <a:chOff x="0" y="0"/>
          <a:chExt cx="0" cy="0"/>
        </a:xfrm>
      </p:grpSpPr>
      <p:sp>
        <p:nvSpPr>
          <p:cNvPr id="630" name="Google Shape;630;p10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1" name="Google Shape;631;p103"/>
          <p:cNvSpPr txBox="1">
            <a:spLocks noGrp="1"/>
          </p:cNvSpPr>
          <p:nvPr>
            <p:ph type="title"/>
          </p:nvPr>
        </p:nvSpPr>
        <p:spPr>
          <a:xfrm>
            <a:off x="498348" y="5169475"/>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2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32"/>
        <p:cNvGrpSpPr/>
        <p:nvPr/>
      </p:nvGrpSpPr>
      <p:grpSpPr>
        <a:xfrm>
          <a:off x="0" y="0"/>
          <a:ext cx="0" cy="0"/>
          <a:chOff x="0" y="0"/>
          <a:chExt cx="0" cy="0"/>
        </a:xfrm>
      </p:grpSpPr>
      <p:sp>
        <p:nvSpPr>
          <p:cNvPr id="633" name="Google Shape;633;p104"/>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34" name="Google Shape;634;p104"/>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635" name="Google Shape;635;p104"/>
          <p:cNvSpPr/>
          <p:nvPr/>
        </p:nvSpPr>
        <p:spPr>
          <a:xfrm>
            <a:off x="0" y="0"/>
            <a:ext cx="10972800" cy="6172200"/>
          </a:xfrm>
          <a:prstGeom prst="rect">
            <a:avLst/>
          </a:prstGeom>
          <a:solidFill>
            <a:schemeClr val="lt2">
              <a:alpha val="8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pn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image" Target="../media/image9.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image" Target="../media/image1.png"/><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5.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13" name="Google Shape;13;p34"/>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4" name="Google Shape;14;p34"/>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73"/>
        <p:cNvGrpSpPr/>
        <p:nvPr/>
      </p:nvGrpSpPr>
      <p:grpSpPr>
        <a:xfrm>
          <a:off x="0" y="0"/>
          <a:ext cx="0" cy="0"/>
          <a:chOff x="0" y="0"/>
          <a:chExt cx="0" cy="0"/>
        </a:xfrm>
      </p:grpSpPr>
      <p:sp>
        <p:nvSpPr>
          <p:cNvPr id="74" name="Google Shape;74;p36"/>
          <p:cNvSpPr/>
          <p:nvPr/>
        </p:nvSpPr>
        <p:spPr>
          <a:xfrm>
            <a:off x="0" y="1817529"/>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5" name="Google Shape;75;p36"/>
          <p:cNvPicPr preferRelativeResize="0"/>
          <p:nvPr/>
        </p:nvPicPr>
        <p:blipFill rotWithShape="1">
          <a:blip r:embed="rId14">
            <a:alphaModFix/>
          </a:blip>
          <a:srcRect t="1538" b="-1538"/>
          <a:stretch/>
        </p:blipFill>
        <p:spPr>
          <a:xfrm>
            <a:off x="0" y="5513832"/>
            <a:ext cx="10972800" cy="668655"/>
          </a:xfrm>
          <a:prstGeom prst="rect">
            <a:avLst/>
          </a:prstGeom>
          <a:noFill/>
          <a:ln>
            <a:noFill/>
          </a:ln>
        </p:spPr>
      </p:pic>
      <p:sp>
        <p:nvSpPr>
          <p:cNvPr id="76" name="Google Shape;76;p36"/>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7" name="Google Shape;77;p36"/>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78" name="Google Shape;78;p3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3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0" name="Google Shape;80;p3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520"/>
              <a:buFont typeface="Arial"/>
              <a:buNone/>
              <a:defRPr sz="252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ltLang="zh-CN" smtClean="0"/>
              <a:t>‹#›</a:t>
            </a:fld>
            <a:endParaRPr lang="zh-CN" altLang="en-US" dirty="0"/>
          </a:p>
        </p:txBody>
      </p:sp>
      <p:cxnSp>
        <p:nvCxnSpPr>
          <p:cNvPr id="81" name="Google Shape;81;p36"/>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82" name="Google Shape;82;p36"/>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0"/>
        <p:cNvGrpSpPr/>
        <p:nvPr/>
      </p:nvGrpSpPr>
      <p:grpSpPr>
        <a:xfrm>
          <a:off x="0" y="0"/>
          <a:ext cx="0" cy="0"/>
          <a:chOff x="0" y="0"/>
          <a:chExt cx="0" cy="0"/>
        </a:xfrm>
      </p:grpSpPr>
      <p:sp>
        <p:nvSpPr>
          <p:cNvPr id="171" name="Google Shape;171;p84"/>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72" name="Google Shape;172;p84"/>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73" name="Google Shape;173;p84"/>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p86"/>
          <p:cNvSpPr txBox="1">
            <a:spLocks noGrp="1"/>
          </p:cNvSpPr>
          <p:nvPr>
            <p:ph type="title"/>
          </p:nvPr>
        </p:nvSpPr>
        <p:spPr>
          <a:xfrm>
            <a:off x="499743" y="521208"/>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rgbClr val="000000"/>
              </a:buClr>
              <a:buSzPts val="1400"/>
              <a:buFont typeface="Arial"/>
              <a:buNone/>
              <a:defRPr sz="3600" b="0"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234" name="Google Shape;234;p86"/>
          <p:cNvSpPr txBox="1">
            <a:spLocks noGrp="1"/>
          </p:cNvSpPr>
          <p:nvPr>
            <p:ph type="body" idx="1"/>
          </p:nvPr>
        </p:nvSpPr>
        <p:spPr>
          <a:xfrm>
            <a:off x="517402"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400"/>
              <a:buFont typeface="Trebuchet MS"/>
              <a:buNone/>
              <a:defRPr sz="1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200"/>
              <a:buFont typeface="Trebuchet MS"/>
              <a:buNone/>
              <a:defRPr sz="12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100"/>
              <a:buFont typeface="Trebuchet MS"/>
              <a:buNone/>
              <a:defRPr sz="1100" b="0" i="0" u="none" strike="noStrike" cap="none">
                <a:solidFill>
                  <a:schemeClr val="accent4"/>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235" name="Google Shape;235;p86"/>
          <p:cNvSpPr txBox="1"/>
          <p:nvPr/>
        </p:nvSpPr>
        <p:spPr>
          <a:xfrm>
            <a:off x="9749165" y="5857880"/>
            <a:ext cx="321027"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altLang="zh-CN" sz="700" b="0" i="0" u="none" strike="noStrike" cap="none" smtClean="0">
                <a:solidFill>
                  <a:schemeClr val="accent5"/>
                </a:solidFill>
                <a:latin typeface="Trebuchet MS" panose="020B0603020202020204" pitchFamily="34" charset="0"/>
                <a:ea typeface="黑体" panose="02010609060101010101" pitchFamily="49" charset="-122"/>
                <a:cs typeface="Trebuchet MS"/>
                <a:sym typeface="Trebuchet MS"/>
              </a:rPr>
              <a:t>‹#›</a:t>
            </a:fld>
            <a:r>
              <a:rPr lang="zh-CN" altLang="en-US" sz="900" b="0" i="0" u="none" strike="noStrike" cap="none">
                <a:solidFill>
                  <a:schemeClr val="accent5"/>
                </a:solidFill>
                <a:latin typeface="Century Gothic"/>
                <a:ea typeface="黑体" panose="02010609060101010101" pitchFamily="49" charset="-122"/>
                <a:cs typeface="Century Gothic"/>
                <a:sym typeface="Century Gothic"/>
              </a:rPr>
              <a:t> </a:t>
            </a:r>
            <a:endParaRPr lang="zh-CN" altLang="en-US" sz="900" b="0" i="0" u="none" strike="noStrike" cap="none" dirty="0">
              <a:solidFill>
                <a:schemeClr val="accent5"/>
              </a:solidFill>
              <a:latin typeface="Century Gothic"/>
              <a:ea typeface="黑体" panose="02010609060101010101" pitchFamily="49" charset="-122"/>
              <a:cs typeface="Century Gothic"/>
              <a:sym typeface="Century Gothic"/>
            </a:endParaRPr>
          </a:p>
        </p:txBody>
      </p:sp>
      <p:pic>
        <p:nvPicPr>
          <p:cNvPr id="236" name="Google Shape;236;p86"/>
          <p:cNvPicPr preferRelativeResize="0"/>
          <p:nvPr/>
        </p:nvPicPr>
        <p:blipFill rotWithShape="1">
          <a:blip r:embed="rId18">
            <a:alphaModFix/>
          </a:blip>
          <a:srcRect/>
          <a:stretch/>
        </p:blipFill>
        <p:spPr>
          <a:xfrm>
            <a:off x="10288289" y="5814736"/>
            <a:ext cx="475887" cy="23794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2"/>
        <p:cNvGrpSpPr/>
        <p:nvPr/>
      </p:nvGrpSpPr>
      <p:grpSpPr>
        <a:xfrm>
          <a:off x="0" y="0"/>
          <a:ext cx="0" cy="0"/>
          <a:chOff x="0" y="0"/>
          <a:chExt cx="0" cy="0"/>
        </a:xfrm>
      </p:grpSpPr>
      <p:sp>
        <p:nvSpPr>
          <p:cNvPr id="563" name="Google Shape;563;p88"/>
          <p:cNvSpPr txBox="1">
            <a:spLocks noGrp="1"/>
          </p:cNvSpPr>
          <p:nvPr>
            <p:ph type="title"/>
          </p:nvPr>
        </p:nvSpPr>
        <p:spPr>
          <a:xfrm>
            <a:off x="499745" y="729734"/>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564" name="Google Shape;564;p88"/>
          <p:cNvSpPr txBox="1">
            <a:spLocks noGrp="1"/>
          </p:cNvSpPr>
          <p:nvPr>
            <p:ph type="body" idx="1"/>
          </p:nvPr>
        </p:nvSpPr>
        <p:spPr>
          <a:xfrm>
            <a:off x="517404"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400" b="0" i="0" u="none" strike="noStrike" cap="none">
                <a:solidFill>
                  <a:schemeClr val="dk2"/>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565" name="Google Shape;565;p88"/>
          <p:cNvSpPr txBox="1"/>
          <p:nvPr/>
        </p:nvSpPr>
        <p:spPr>
          <a:xfrm>
            <a:off x="9749167" y="5857881"/>
            <a:ext cx="321027"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US" altLang="zh-CN" sz="700" b="0" i="0" u="none" strike="noStrike" cap="none" smtClean="0">
                <a:solidFill>
                  <a:schemeClr val="accent5"/>
                </a:solidFill>
                <a:latin typeface="Trebuchet MS" panose="020B0603020202020204" pitchFamily="34" charset="0"/>
                <a:ea typeface="黑体" panose="02010609060101010101" pitchFamily="49" charset="-122"/>
                <a:cs typeface="Trebuchet MS"/>
                <a:sym typeface="Trebuchet MS"/>
              </a:rPr>
              <a:t>‹#›</a:t>
            </a:fld>
            <a:r>
              <a:rPr lang="zh-CN" altLang="en-US" sz="900" b="0" i="0" u="none" strike="noStrike" cap="none">
                <a:solidFill>
                  <a:schemeClr val="accent5"/>
                </a:solidFill>
                <a:latin typeface="Century Gothic"/>
                <a:ea typeface="黑体" panose="02010609060101010101" pitchFamily="49" charset="-122"/>
                <a:cs typeface="Century Gothic"/>
                <a:sym typeface="Century Gothic"/>
              </a:rPr>
              <a:t> </a:t>
            </a:r>
            <a:endParaRPr lang="zh-CN" altLang="en-US" sz="900" b="0" i="0" u="none" strike="noStrike" cap="none" dirty="0">
              <a:solidFill>
                <a:schemeClr val="accent5"/>
              </a:solidFill>
              <a:latin typeface="Century Gothic"/>
              <a:ea typeface="黑体" panose="02010609060101010101" pitchFamily="49" charset="-122"/>
              <a:cs typeface="Century Gothic"/>
              <a:sym typeface="Century Gothic"/>
            </a:endParaRPr>
          </a:p>
        </p:txBody>
      </p:sp>
      <p:pic>
        <p:nvPicPr>
          <p:cNvPr id="566" name="Google Shape;566;p88"/>
          <p:cNvPicPr preferRelativeResize="0"/>
          <p:nvPr/>
        </p:nvPicPr>
        <p:blipFill rotWithShape="1">
          <a:blip r:embed="rId18">
            <a:alphaModFix/>
          </a:blip>
          <a:srcRect/>
          <a:stretch/>
        </p:blipFill>
        <p:spPr>
          <a:xfrm>
            <a:off x="10181677" y="5803490"/>
            <a:ext cx="529828" cy="1882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30.jp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37.jpg"/><Relationship Id="rId13" Type="http://schemas.openxmlformats.org/officeDocument/2006/relationships/image" Target="../media/image42.png"/><Relationship Id="rId3" Type="http://schemas.openxmlformats.org/officeDocument/2006/relationships/image" Target="../media/image32.jpg"/><Relationship Id="rId7" Type="http://schemas.openxmlformats.org/officeDocument/2006/relationships/image" Target="../media/image36.jpg"/><Relationship Id="rId12" Type="http://schemas.openxmlformats.org/officeDocument/2006/relationships/image" Target="../media/image41.jp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5.jpg"/><Relationship Id="rId11" Type="http://schemas.openxmlformats.org/officeDocument/2006/relationships/image" Target="../media/image40.jpg"/><Relationship Id="rId5" Type="http://schemas.openxmlformats.org/officeDocument/2006/relationships/image" Target="../media/image34.jpg"/><Relationship Id="rId15" Type="http://schemas.openxmlformats.org/officeDocument/2006/relationships/image" Target="../media/image44.png"/><Relationship Id="rId10" Type="http://schemas.openxmlformats.org/officeDocument/2006/relationships/image" Target="../media/image39.jpg"/><Relationship Id="rId4" Type="http://schemas.openxmlformats.org/officeDocument/2006/relationships/image" Target="../media/image33.jpg"/><Relationship Id="rId9" Type="http://schemas.openxmlformats.org/officeDocument/2006/relationships/image" Target="../media/image38.jpg"/><Relationship Id="rId1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hyperlink" Target="https://www.nvidia.com/en-us/gpu-cloud/container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docker.com/" TargetMode="External"/><Relationship Id="rId2" Type="http://schemas.openxmlformats.org/officeDocument/2006/relationships/notesSlide" Target="../notesSlides/notesSlide31.xml"/><Relationship Id="rId1" Type="http://schemas.openxmlformats.org/officeDocument/2006/relationships/slideLayout" Target="../slideLayouts/slideLayout39.xml"/><Relationship Id="rId6" Type="http://schemas.openxmlformats.org/officeDocument/2006/relationships/image" Target="../media/image50.png"/><Relationship Id="rId5" Type="http://schemas.openxmlformats.org/officeDocument/2006/relationships/hyperlink" Target="http://localhost:8888/" TargetMode="External"/><Relationship Id="rId4" Type="http://schemas.openxmlformats.org/officeDocument/2006/relationships/hyperlink" Target="https://ngc.nvidia.com/catalog/containers/nvidia:dli-rapids-fundamentals"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1"/>
          <p:cNvSpPr txBox="1">
            <a:spLocks noGrp="1"/>
          </p:cNvSpPr>
          <p:nvPr>
            <p:ph type="title"/>
          </p:nvPr>
        </p:nvSpPr>
        <p:spPr>
          <a:xfrm>
            <a:off x="481661" y="4060727"/>
            <a:ext cx="7939668" cy="9828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r>
              <a:rPr lang="zh-CN" altLang="en-US" sz="3200" b="0" dirty="0">
                <a:latin typeface="Trebuchet MS" panose="020B0603020202020204" pitchFamily="34" charset="0"/>
                <a:ea typeface="黑体" panose="02010609060101010101" pitchFamily="49" charset="-122"/>
                <a:cs typeface="Trebuchet MS"/>
                <a:sym typeface="Trebuchet MS"/>
              </a:rPr>
              <a:t>深度学习基础知识 </a:t>
            </a:r>
          </a:p>
        </p:txBody>
      </p:sp>
      <p:sp>
        <p:nvSpPr>
          <p:cNvPr id="642" name="Google Shape;642;p1"/>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SzPts val="1800"/>
              <a:buFont typeface="Trebuchet MS"/>
              <a:buNone/>
            </a:pPr>
            <a:r>
              <a:rPr lang="zh-CN" altLang="en-US" dirty="0">
                <a:latin typeface="Trebuchet MS" panose="020B0603020202020204" pitchFamily="34" charset="0"/>
                <a:ea typeface="黑体" panose="02010609060101010101" pitchFamily="49" charset="-122"/>
                <a:cs typeface="Trebuchet MS"/>
                <a:sym typeface="Trebuchet MS"/>
              </a:rPr>
              <a:t>第 </a:t>
            </a:r>
            <a:r>
              <a:rPr lang="en-US" altLang="zh-CN" dirty="0">
                <a:latin typeface="Trebuchet MS" panose="020B0603020202020204" pitchFamily="34" charset="0"/>
                <a:ea typeface="黑体" panose="02010609060101010101" pitchFamily="49" charset="-122"/>
                <a:cs typeface="Trebuchet MS"/>
                <a:sym typeface="Trebuchet MS"/>
              </a:rPr>
              <a:t>6 </a:t>
            </a:r>
            <a:r>
              <a:rPr lang="zh-CN" altLang="en-US" dirty="0">
                <a:latin typeface="Trebuchet MS" panose="020B0603020202020204" pitchFamily="34" charset="0"/>
                <a:ea typeface="黑体" panose="02010609060101010101" pitchFamily="49" charset="-122"/>
                <a:cs typeface="Trebuchet MS"/>
                <a:sym typeface="Trebuchet MS"/>
              </a:rPr>
              <a:t>部分：高级</a:t>
            </a:r>
            <a:r>
              <a:rPr lang="zh-CN" altLang="en-US" dirty="0">
                <a:latin typeface="黑体" panose="02010609060101010101" pitchFamily="49" charset="-122"/>
                <a:ea typeface="黑体" panose="02010609060101010101" pitchFamily="49" charset="-122"/>
              </a:rPr>
              <a:t>架构</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647"/>
        <p:cNvGrpSpPr/>
        <p:nvPr/>
      </p:nvGrpSpPr>
      <p:grpSpPr>
        <a:xfrm>
          <a:off x="0" y="0"/>
          <a:ext cx="0" cy="0"/>
          <a:chOff x="0" y="0"/>
          <a:chExt cx="0" cy="0"/>
        </a:xfrm>
      </p:grpSpPr>
      <p:sp>
        <p:nvSpPr>
          <p:cNvPr id="648" name="Google Shape;648;p2"/>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49" name="Google Shape;649;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650" name="Google Shape;650;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651" name="Google Shape;651;p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652" name="Google Shape;652;p2"/>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黑体" panose="02010609060101010101" pitchFamily="49" charset="-122"/>
              <a:ea typeface="黑体" panose="02010609060101010101" pitchFamily="49" charset="-122"/>
              <a:cs typeface="Microsoft YaHei"/>
              <a:sym typeface="Microsoft YaHei"/>
            </a:endParaRPr>
          </a:p>
        </p:txBody>
      </p:sp>
      <p:sp>
        <p:nvSpPr>
          <p:cNvPr id="653" name="Google Shape;653;p2"/>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dirty="0">
              <a:solidFill>
                <a:srgbClr val="FFFFFF"/>
              </a:solidFill>
              <a:latin typeface="黑体" panose="02010609060101010101" pitchFamily="49" charset="-122"/>
              <a:ea typeface="黑体" panose="02010609060101010101" pitchFamily="49" charset="-122"/>
              <a:cs typeface="Microsoft YaHei"/>
              <a:sym typeface="Microsoft YaHei"/>
            </a:endParaRPr>
          </a:p>
        </p:txBody>
      </p:sp>
      <p:sp>
        <p:nvSpPr>
          <p:cNvPr id="654" name="Google Shape;654;p2"/>
          <p:cNvSpPr txBox="1">
            <a:spLocks noGrp="1"/>
          </p:cNvSpPr>
          <p:nvPr>
            <p:ph type="title"/>
          </p:nvPr>
        </p:nvSpPr>
        <p:spPr>
          <a:xfrm>
            <a:off x="1306421" y="2072742"/>
            <a:ext cx="2944883" cy="24067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Microsoft YaHei"/>
              <a:buNone/>
            </a:pPr>
            <a:r>
              <a:rPr lang="zh-CN" altLang="en-US" sz="3200" dirty="0">
                <a:solidFill>
                  <a:schemeClr val="dk1"/>
                </a:solidFill>
                <a:latin typeface="Trebuchet MS" panose="020B0603020202020204" pitchFamily="34" charset="0"/>
                <a:ea typeface="黑体" panose="02010609060101010101" pitchFamily="49" charset="-122"/>
                <a:cs typeface="Microsoft YaHei"/>
                <a:sym typeface="Microsoft YaHei"/>
              </a:rPr>
              <a:t>课程议题</a:t>
            </a:r>
          </a:p>
        </p:txBody>
      </p:sp>
      <p:cxnSp>
        <p:nvCxnSpPr>
          <p:cNvPr id="655" name="Google Shape;655;p2"/>
          <p:cNvCxnSpPr/>
          <p:nvPr/>
        </p:nvCxnSpPr>
        <p:spPr>
          <a:xfrm>
            <a:off x="1306421" y="1931887"/>
            <a:ext cx="2944884" cy="0"/>
          </a:xfrm>
          <a:prstGeom prst="straightConnector1">
            <a:avLst/>
          </a:prstGeom>
          <a:noFill/>
          <a:ln w="31750" cap="flat" cmpd="sng">
            <a:solidFill>
              <a:schemeClr val="accent1"/>
            </a:solidFill>
            <a:prstDash val="solid"/>
            <a:round/>
            <a:headEnd type="none" w="sm" len="sm"/>
            <a:tailEnd type="none" w="sm" len="sm"/>
          </a:ln>
        </p:spPr>
      </p:cxnSp>
      <p:sp>
        <p:nvSpPr>
          <p:cNvPr id="656" name="Google Shape;656;p2"/>
          <p:cNvSpPr txBox="1"/>
          <p:nvPr/>
        </p:nvSpPr>
        <p:spPr>
          <a:xfrm>
            <a:off x="1306422" y="2810246"/>
            <a:ext cx="3177141" cy="94431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u="none" strike="noStrike" cap="none" dirty="0">
              <a:solidFill>
                <a:srgbClr val="000000"/>
              </a:solidFill>
              <a:latin typeface="黑体" panose="02010609060101010101" pitchFamily="49" charset="-122"/>
              <a:ea typeface="黑体" panose="02010609060101010101" pitchFamily="49" charset="-122"/>
              <a:cs typeface="Microsoft YaHei"/>
              <a:sym typeface="Microsoft YaHei"/>
            </a:endParaRPr>
          </a:p>
        </p:txBody>
      </p:sp>
      <p:pic>
        <p:nvPicPr>
          <p:cNvPr id="657" name="Google Shape;657;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658" name="Google Shape;658;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grpSp>
        <p:nvGrpSpPr>
          <p:cNvPr id="659" name="Google Shape;659;p2"/>
          <p:cNvGrpSpPr/>
          <p:nvPr/>
        </p:nvGrpSpPr>
        <p:grpSpPr>
          <a:xfrm>
            <a:off x="4627721" y="808936"/>
            <a:ext cx="5322094" cy="4001400"/>
            <a:chOff x="0" y="85989"/>
            <a:chExt cx="5322094" cy="4001400"/>
          </a:xfrm>
        </p:grpSpPr>
        <p:sp>
          <p:nvSpPr>
            <p:cNvPr id="660" name="Google Shape;660;p2"/>
            <p:cNvSpPr/>
            <p:nvPr/>
          </p:nvSpPr>
          <p:spPr>
            <a:xfrm>
              <a:off x="0" y="307389"/>
              <a:ext cx="5322094" cy="378000"/>
            </a:xfrm>
            <a:prstGeom prst="rect">
              <a:avLst/>
            </a:prstGeom>
            <a:solidFill>
              <a:schemeClr val="lt1">
                <a:alpha val="89411"/>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2"/>
            <p:cNvSpPr/>
            <p:nvPr/>
          </p:nvSpPr>
          <p:spPr>
            <a:xfrm>
              <a:off x="266104" y="85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2"/>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1 </a:t>
              </a: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部分：深度学习简介</a:t>
              </a:r>
            </a:p>
          </p:txBody>
        </p:sp>
        <p:sp>
          <p:nvSpPr>
            <p:cNvPr id="663" name="Google Shape;663;p2"/>
            <p:cNvSpPr/>
            <p:nvPr/>
          </p:nvSpPr>
          <p:spPr>
            <a:xfrm>
              <a:off x="0" y="987789"/>
              <a:ext cx="5322094" cy="378000"/>
            </a:xfrm>
            <a:prstGeom prst="rect">
              <a:avLst/>
            </a:prstGeom>
            <a:solidFill>
              <a:schemeClr val="lt1">
                <a:alpha val="89411"/>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2"/>
            <p:cNvSpPr/>
            <p:nvPr/>
          </p:nvSpPr>
          <p:spPr>
            <a:xfrm>
              <a:off x="266104" y="7663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2"/>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2 </a:t>
              </a: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部分：神经网络是如何训练的</a:t>
              </a:r>
            </a:p>
          </p:txBody>
        </p:sp>
        <p:sp>
          <p:nvSpPr>
            <p:cNvPr id="666" name="Google Shape;666;p2"/>
            <p:cNvSpPr/>
            <p:nvPr/>
          </p:nvSpPr>
          <p:spPr>
            <a:xfrm>
              <a:off x="0" y="1668189"/>
              <a:ext cx="5322094" cy="378000"/>
            </a:xfrm>
            <a:prstGeom prst="rect">
              <a:avLst/>
            </a:prstGeom>
            <a:solidFill>
              <a:schemeClr val="lt1">
                <a:alpha val="89411"/>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2"/>
            <p:cNvSpPr/>
            <p:nvPr/>
          </p:nvSpPr>
          <p:spPr>
            <a:xfrm>
              <a:off x="266104" y="14467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2"/>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3 </a:t>
              </a: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部分：卷积神经网络</a:t>
              </a:r>
            </a:p>
          </p:txBody>
        </p:sp>
        <p:sp>
          <p:nvSpPr>
            <p:cNvPr id="669" name="Google Shape;669;p2"/>
            <p:cNvSpPr/>
            <p:nvPr/>
          </p:nvSpPr>
          <p:spPr>
            <a:xfrm>
              <a:off x="0" y="2348589"/>
              <a:ext cx="5322094" cy="378000"/>
            </a:xfrm>
            <a:prstGeom prst="rect">
              <a:avLst/>
            </a:prstGeom>
            <a:solidFill>
              <a:schemeClr val="lt1">
                <a:alpha val="89411"/>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2"/>
            <p:cNvSpPr/>
            <p:nvPr/>
          </p:nvSpPr>
          <p:spPr>
            <a:xfrm>
              <a:off x="266104" y="21271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2"/>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4 </a:t>
              </a: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部分：数据增强与模型部署</a:t>
              </a:r>
            </a:p>
          </p:txBody>
        </p:sp>
        <p:sp>
          <p:nvSpPr>
            <p:cNvPr id="672" name="Google Shape;672;p2"/>
            <p:cNvSpPr/>
            <p:nvPr/>
          </p:nvSpPr>
          <p:spPr>
            <a:xfrm>
              <a:off x="0" y="3028989"/>
              <a:ext cx="5322094" cy="378000"/>
            </a:xfrm>
            <a:prstGeom prst="rect">
              <a:avLst/>
            </a:prstGeom>
            <a:solidFill>
              <a:schemeClr val="lt1">
                <a:alpha val="89411"/>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2"/>
            <p:cNvSpPr/>
            <p:nvPr/>
          </p:nvSpPr>
          <p:spPr>
            <a:xfrm>
              <a:off x="266104" y="28075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2"/>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5 </a:t>
              </a: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部分：预训练的模型</a:t>
              </a:r>
            </a:p>
          </p:txBody>
        </p:sp>
        <p:sp>
          <p:nvSpPr>
            <p:cNvPr id="675" name="Google Shape;675;p2"/>
            <p:cNvSpPr/>
            <p:nvPr/>
          </p:nvSpPr>
          <p:spPr>
            <a:xfrm>
              <a:off x="0" y="3709389"/>
              <a:ext cx="5322094" cy="378000"/>
            </a:xfrm>
            <a:prstGeom prst="rect">
              <a:avLst/>
            </a:prstGeom>
            <a:solidFill>
              <a:schemeClr val="lt1">
                <a:alpha val="89411"/>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2"/>
            <p:cNvSpPr/>
            <p:nvPr/>
          </p:nvSpPr>
          <p:spPr>
            <a:xfrm>
              <a:off x="266104" y="3487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2"/>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6 </a:t>
              </a:r>
              <a:r>
                <a:rPr lang="zh-CN" altLang="en-US" sz="15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部分：更高级的模型结构</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682"/>
        <p:cNvGrpSpPr/>
        <p:nvPr/>
      </p:nvGrpSpPr>
      <p:grpSpPr>
        <a:xfrm>
          <a:off x="0" y="0"/>
          <a:ext cx="0" cy="0"/>
          <a:chOff x="0" y="0"/>
          <a:chExt cx="0" cy="0"/>
        </a:xfrm>
      </p:grpSpPr>
      <p:sp>
        <p:nvSpPr>
          <p:cNvPr id="683" name="Google Shape;683;p3"/>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84" name="Google Shape;684;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685" name="Google Shape;685;p3"/>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686" name="Google Shape;686;p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687" name="Google Shape;687;p3"/>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688" name="Google Shape;688;p3"/>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689" name="Google Shape;689;p3"/>
          <p:cNvSpPr/>
          <p:nvPr/>
        </p:nvSpPr>
        <p:spPr>
          <a:xfrm>
            <a:off x="578997" y="574657"/>
            <a:ext cx="9814806" cy="4359095"/>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690" name="Google Shape;690;p3"/>
          <p:cNvSpPr/>
          <p:nvPr/>
        </p:nvSpPr>
        <p:spPr>
          <a:xfrm>
            <a:off x="783183" y="779100"/>
            <a:ext cx="9406433" cy="3950208"/>
          </a:xfrm>
          <a:prstGeom prst="rect">
            <a:avLst/>
          </a:prstGeom>
          <a:solidFill>
            <a:schemeClr val="dk2"/>
          </a:solidFill>
          <a:ln w="50800" cap="flat" cmpd="sng">
            <a:solidFill>
              <a:srgbClr val="19191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691" name="Google Shape;691;p3"/>
          <p:cNvSpPr/>
          <p:nvPr/>
        </p:nvSpPr>
        <p:spPr>
          <a:xfrm>
            <a:off x="931316" y="927233"/>
            <a:ext cx="9110167" cy="3653942"/>
          </a:xfrm>
          <a:prstGeom prst="rect">
            <a:avLst/>
          </a:prstGeom>
          <a:noFill/>
          <a:ln w="15875" cap="flat" cmpd="sng">
            <a:solidFill>
              <a:srgbClr val="DFD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692" name="Google Shape;692;p3"/>
          <p:cNvSpPr txBox="1">
            <a:spLocks noGrp="1"/>
          </p:cNvSpPr>
          <p:nvPr>
            <p:ph type="title"/>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Trebuchet MS"/>
              <a:buNone/>
            </a:pPr>
            <a:r>
              <a:rPr lang="zh-CN" altLang="en-US" sz="3200">
                <a:solidFill>
                  <a:srgbClr val="FFFFFF"/>
                </a:solidFill>
                <a:latin typeface="Trebuchet MS" panose="020B0603020202020204" pitchFamily="34" charset="0"/>
                <a:ea typeface="黑体" panose="02010609060101010101" pitchFamily="49" charset="-122"/>
                <a:cs typeface="Trebuchet MS"/>
                <a:sym typeface="Trebuchet MS"/>
              </a:rPr>
              <a:t>课程议题</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 </a:t>
            </a:r>
            <a:r>
              <a:rPr lang="zh-CN" altLang="en-US" sz="3200">
                <a:solidFill>
                  <a:srgbClr val="FFFFFF"/>
                </a:solidFill>
                <a:latin typeface="Trebuchet MS" panose="020B0603020202020204" pitchFamily="34" charset="0"/>
                <a:ea typeface="黑体" panose="02010609060101010101" pitchFamily="49" charset="-122"/>
                <a:cs typeface="Trebuchet MS"/>
                <a:sym typeface="Trebuchet MS"/>
              </a:rPr>
              <a:t>第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6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部分</a:t>
            </a:r>
            <a:endParaRPr lang="zh-CN" altLang="en-US" sz="3200" b="0" i="0"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693" name="Google Shape;693;p3"/>
          <p:cNvSpPr txBox="1">
            <a:spLocks noGrp="1"/>
          </p:cNvSpPr>
          <p:nvPr>
            <p:ph type="body" idx="1"/>
          </p:nvPr>
        </p:nvSpPr>
        <p:spPr>
          <a:xfrm>
            <a:off x="1306421" y="2218491"/>
            <a:ext cx="8465302" cy="2163214"/>
          </a:xfrm>
          <a:prstGeom prst="rect">
            <a:avLst/>
          </a:prstGeom>
          <a:no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继续学习</a:t>
            </a:r>
          </a:p>
          <a:p>
            <a:pPr marL="457200" lvl="0" indent="-228600" algn="l" rtl="0">
              <a:lnSpc>
                <a:spcPct val="110000"/>
              </a:lnSpc>
              <a:spcBef>
                <a:spcPts val="90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自然语言处理</a:t>
            </a:r>
          </a:p>
          <a:p>
            <a:pPr marL="457200" lvl="0" indent="-228600" algn="l" rtl="0">
              <a:lnSpc>
                <a:spcPct val="110000"/>
              </a:lnSpc>
              <a:spcBef>
                <a:spcPts val="90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循环神经网络</a:t>
            </a:r>
          </a:p>
          <a:p>
            <a:pPr marL="457200" lvl="0" indent="-228600" algn="l" rtl="0">
              <a:lnSpc>
                <a:spcPct val="110000"/>
              </a:lnSpc>
              <a:spcBef>
                <a:spcPts val="90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其它网络结构</a:t>
            </a:r>
          </a:p>
          <a:p>
            <a:pPr marL="457200" lvl="0" indent="-228600" algn="l" rtl="0">
              <a:lnSpc>
                <a:spcPct val="110000"/>
              </a:lnSpc>
              <a:spcBef>
                <a:spcPts val="90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结束语</a:t>
            </a:r>
          </a:p>
          <a:p>
            <a:pPr marL="457200" lvl="0" indent="-114300" algn="l" rtl="0">
              <a:lnSpc>
                <a:spcPct val="110000"/>
              </a:lnSpc>
              <a:spcBef>
                <a:spcPts val="900"/>
              </a:spcBef>
              <a:spcAft>
                <a:spcPts val="0"/>
              </a:spcAft>
              <a:buClr>
                <a:schemeClr val="accent1"/>
              </a:buClr>
              <a:buSzPts val="1800"/>
              <a:buFont typeface="Arial"/>
              <a:buNone/>
            </a:pPr>
            <a:endParaRPr lang="zh-CN" altLang="en-US" sz="1800">
              <a:solidFill>
                <a:srgbClr val="FFFFFF"/>
              </a:solidFill>
              <a:latin typeface="Trebuchet MS" panose="020B0603020202020204" pitchFamily="34" charset="0"/>
              <a:ea typeface="黑体" panose="02010609060101010101" pitchFamily="49" charset="-122"/>
              <a:cs typeface="Trebuchet MS"/>
              <a:sym typeface="Trebuchet MS"/>
            </a:endParaRPr>
          </a:p>
          <a:p>
            <a:pPr marL="457200" lvl="0" indent="-114300" algn="l" rtl="0">
              <a:lnSpc>
                <a:spcPct val="110000"/>
              </a:lnSpc>
              <a:spcBef>
                <a:spcPts val="900"/>
              </a:spcBef>
              <a:spcAft>
                <a:spcPts val="0"/>
              </a:spcAft>
              <a:buClr>
                <a:schemeClr val="accent1"/>
              </a:buClr>
              <a:buSzPts val="1800"/>
              <a:buFont typeface="Arial"/>
              <a:buNone/>
            </a:pPr>
            <a:endParaRPr lang="zh-CN" altLang="en-US" sz="1800" dirty="0">
              <a:solidFill>
                <a:srgbClr val="FFFFFF"/>
              </a:solidFill>
              <a:latin typeface="Trebuchet MS"/>
              <a:ea typeface="Trebuchet MS"/>
              <a:cs typeface="Trebuchet MS"/>
              <a:sym typeface="Trebuchet MS"/>
            </a:endParaRPr>
          </a:p>
        </p:txBody>
      </p:sp>
      <p:pic>
        <p:nvPicPr>
          <p:cNvPr id="694" name="Google Shape;694;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4"/>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继续学习</a:t>
            </a:r>
            <a:endParaRPr lang="zh-CN" altLang="en-US" dirty="0">
              <a:latin typeface="Trebuchet MS" panose="020B0603020202020204" pitchFamily="34"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en-US" altLang="zh-CN" dirty="0">
                <a:latin typeface="Trebuchet MS" panose="020B0603020202020204" pitchFamily="34" charset="0"/>
                <a:ea typeface="黑体" panose="02010609060101010101" pitchFamily="49" charset="-122"/>
                <a:cs typeface="Trebuchet MS"/>
                <a:sym typeface="Trebuchet MS"/>
              </a:rPr>
              <a:t>AI </a:t>
            </a:r>
            <a:r>
              <a:rPr lang="zh-CN" altLang="en-US" dirty="0">
                <a:latin typeface="Trebuchet MS" panose="020B0603020202020204" pitchFamily="34" charset="0"/>
                <a:ea typeface="黑体" panose="02010609060101010101" pitchFamily="49" charset="-122"/>
                <a:cs typeface="Trebuchet MS"/>
                <a:sym typeface="Trebuchet MS"/>
              </a:rPr>
              <a:t>领域</a:t>
            </a:r>
          </a:p>
        </p:txBody>
      </p:sp>
      <p:grpSp>
        <p:nvGrpSpPr>
          <p:cNvPr id="707" name="Google Shape;707;p5"/>
          <p:cNvGrpSpPr/>
          <p:nvPr/>
        </p:nvGrpSpPr>
        <p:grpSpPr>
          <a:xfrm>
            <a:off x="1097199" y="1368559"/>
            <a:ext cx="9144000" cy="4418301"/>
            <a:chOff x="0" y="0"/>
            <a:chExt cx="9144000" cy="4418301"/>
          </a:xfrm>
        </p:grpSpPr>
        <p:sp>
          <p:nvSpPr>
            <p:cNvPr id="708" name="Google Shape;708;p5"/>
            <p:cNvSpPr/>
            <p:nvPr/>
          </p:nvSpPr>
          <p:spPr>
            <a:xfrm>
              <a:off x="0" y="0"/>
              <a:ext cx="9144000" cy="975374"/>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5"/>
            <p:cNvSpPr txBox="1"/>
            <p:nvPr/>
          </p:nvSpPr>
          <p:spPr>
            <a:xfrm>
              <a:off x="1926337" y="0"/>
              <a:ext cx="7217662" cy="975374"/>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Microsoft Yahei"/>
                <a:buNone/>
              </a:pPr>
              <a:r>
                <a:rPr lang="zh-CN" altLang="en-US" sz="18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计算机视觉</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400"/>
                <a:buFont typeface="Microsoft Yahei"/>
                <a:buChar char="•"/>
              </a:pPr>
              <a:r>
                <a:rPr lang="zh-CN" altLang="en-US" sz="14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光学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10" name="Google Shape;710;p5"/>
            <p:cNvSpPr/>
            <p:nvPr/>
          </p:nvSpPr>
          <p:spPr>
            <a:xfrm>
              <a:off x="97537" y="97537"/>
              <a:ext cx="1828800" cy="780299"/>
            </a:xfrm>
            <a:prstGeom prst="roundRect">
              <a:avLst>
                <a:gd name="adj" fmla="val 10000"/>
              </a:avLst>
            </a:prstGeom>
            <a:blipFill rotWithShape="1">
              <a:blip r:embed="rId3">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5"/>
            <p:cNvSpPr/>
            <p:nvPr/>
          </p:nvSpPr>
          <p:spPr>
            <a:xfrm>
              <a:off x="0" y="1072912"/>
              <a:ext cx="9144000" cy="975374"/>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5"/>
            <p:cNvSpPr txBox="1"/>
            <p:nvPr/>
          </p:nvSpPr>
          <p:spPr>
            <a:xfrm>
              <a:off x="1926337" y="1072912"/>
              <a:ext cx="7217662" cy="975374"/>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Microsoft Yahei"/>
                <a:buNone/>
              </a:pPr>
              <a:r>
                <a:rPr lang="zh-CN" altLang="en-US" sz="18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自然语言处理</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400"/>
                <a:buFont typeface="Microsoft Yahei"/>
                <a:buChar char="•"/>
              </a:pPr>
              <a:r>
                <a:rPr lang="zh-CN" altLang="en-US" sz="14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语言学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13" name="Google Shape;713;p5"/>
            <p:cNvSpPr/>
            <p:nvPr/>
          </p:nvSpPr>
          <p:spPr>
            <a:xfrm>
              <a:off x="97537" y="1170449"/>
              <a:ext cx="1828800" cy="780299"/>
            </a:xfrm>
            <a:prstGeom prst="roundRect">
              <a:avLst>
                <a:gd name="adj" fmla="val 10000"/>
              </a:avLst>
            </a:prstGeom>
            <a:blipFill rotWithShape="1">
              <a:blip r:embed="rId4">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5"/>
            <p:cNvSpPr/>
            <p:nvPr/>
          </p:nvSpPr>
          <p:spPr>
            <a:xfrm>
              <a:off x="0" y="2145824"/>
              <a:ext cx="9144000" cy="1199564"/>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5"/>
            <p:cNvSpPr txBox="1"/>
            <p:nvPr/>
          </p:nvSpPr>
          <p:spPr>
            <a:xfrm>
              <a:off x="1926337" y="2145824"/>
              <a:ext cx="7217662" cy="1199564"/>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Microsoft Yahei"/>
                <a:buNone/>
              </a:pPr>
              <a:r>
                <a:rPr lang="zh-CN" altLang="en-US" sz="18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强化学习</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400"/>
                <a:buFont typeface="Microsoft Yahei"/>
                <a:buChar char="•"/>
              </a:pPr>
              <a:r>
                <a:rPr lang="zh-CN" altLang="en-US" sz="14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博弈论</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210"/>
                </a:spcBef>
                <a:spcAft>
                  <a:spcPts val="0"/>
                </a:spcAft>
                <a:buClr>
                  <a:schemeClr val="lt1"/>
                </a:buClr>
                <a:buSzPts val="1400"/>
                <a:buFont typeface="Microsoft Yahei"/>
                <a:buChar char="•"/>
              </a:pPr>
              <a:r>
                <a:rPr lang="zh-CN" altLang="en-US" sz="14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心理学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16" name="Google Shape;716;p5"/>
            <p:cNvSpPr/>
            <p:nvPr/>
          </p:nvSpPr>
          <p:spPr>
            <a:xfrm>
              <a:off x="97537" y="2355457"/>
              <a:ext cx="1828800" cy="780299"/>
            </a:xfrm>
            <a:prstGeom prst="roundRect">
              <a:avLst>
                <a:gd name="adj" fmla="val 10000"/>
              </a:avLst>
            </a:prstGeom>
            <a:blipFill rotWithShape="1">
              <a:blip r:embed="rId5">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5"/>
            <p:cNvSpPr/>
            <p:nvPr/>
          </p:nvSpPr>
          <p:spPr>
            <a:xfrm>
              <a:off x="0" y="3442927"/>
              <a:ext cx="9144000" cy="975374"/>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5"/>
            <p:cNvSpPr txBox="1"/>
            <p:nvPr/>
          </p:nvSpPr>
          <p:spPr>
            <a:xfrm>
              <a:off x="1926337" y="3442927"/>
              <a:ext cx="7217662" cy="975374"/>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Microsoft Yahei"/>
                <a:buNone/>
              </a:pPr>
              <a:r>
                <a:rPr lang="zh-CN" altLang="en-US" sz="18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异常检测</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400"/>
                <a:buFont typeface="Microsoft Yahei"/>
                <a:buChar char="•"/>
              </a:pPr>
              <a:r>
                <a:rPr lang="zh-CN" altLang="en-US" sz="14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安全</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210"/>
                </a:spcBef>
                <a:spcAft>
                  <a:spcPts val="0"/>
                </a:spcAft>
                <a:buClr>
                  <a:schemeClr val="lt1"/>
                </a:buClr>
                <a:buSzPts val="1400"/>
                <a:buFont typeface="Microsoft Yahei"/>
                <a:buChar char="•"/>
              </a:pPr>
              <a:r>
                <a:rPr lang="zh-CN" altLang="en-US" sz="14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医学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19" name="Google Shape;719;p5"/>
            <p:cNvSpPr/>
            <p:nvPr/>
          </p:nvSpPr>
          <p:spPr>
            <a:xfrm>
              <a:off x="97537" y="3540464"/>
              <a:ext cx="1828800" cy="780299"/>
            </a:xfrm>
            <a:prstGeom prst="roundRect">
              <a:avLst>
                <a:gd name="adj" fmla="val 10000"/>
              </a:avLst>
            </a:prstGeom>
            <a:blipFill rotWithShape="1">
              <a:blip r:embed="rId6">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en-US" altLang="zh-CN">
                <a:latin typeface="Trebuchet MS" panose="020B0603020202020204" pitchFamily="34" charset="0"/>
                <a:ea typeface="黑体" panose="02010609060101010101" pitchFamily="49" charset="-122"/>
                <a:cs typeface="Trebuchet MS"/>
                <a:sym typeface="Trebuchet MS"/>
              </a:rPr>
              <a:t>AI </a:t>
            </a:r>
            <a:r>
              <a:rPr lang="zh-CN" altLang="en-US">
                <a:latin typeface="Trebuchet MS" panose="020B0603020202020204" pitchFamily="34" charset="0"/>
                <a:ea typeface="黑体" panose="02010609060101010101" pitchFamily="49" charset="-122"/>
                <a:cs typeface="Trebuchet MS"/>
                <a:sym typeface="Trebuchet MS"/>
              </a:rPr>
              <a:t>领域</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26" name="Google Shape;726;p6"/>
          <p:cNvGrpSpPr/>
          <p:nvPr/>
        </p:nvGrpSpPr>
        <p:grpSpPr>
          <a:xfrm>
            <a:off x="1009650" y="1514474"/>
            <a:ext cx="9144000" cy="4172679"/>
            <a:chOff x="0" y="0"/>
            <a:chExt cx="9144000" cy="4172679"/>
          </a:xfrm>
        </p:grpSpPr>
        <p:sp>
          <p:nvSpPr>
            <p:cNvPr id="727" name="Google Shape;727;p6"/>
            <p:cNvSpPr/>
            <p:nvPr/>
          </p:nvSpPr>
          <p:spPr>
            <a:xfrm>
              <a:off x="0" y="0"/>
              <a:ext cx="9144000" cy="970390"/>
            </a:xfrm>
            <a:prstGeom prst="roundRect">
              <a:avLst>
                <a:gd name="adj" fmla="val 10000"/>
              </a:avLst>
            </a:prstGeom>
            <a:solidFill>
              <a:srgbClr val="595959"/>
            </a:solidFill>
            <a:ln w="762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6"/>
            <p:cNvSpPr txBox="1"/>
            <p:nvPr/>
          </p:nvSpPr>
          <p:spPr>
            <a:xfrm>
              <a:off x="1925839" y="0"/>
              <a:ext cx="7218160" cy="970390"/>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计算机视觉</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视光学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29" name="Google Shape;729;p6"/>
            <p:cNvSpPr/>
            <p:nvPr/>
          </p:nvSpPr>
          <p:spPr>
            <a:xfrm>
              <a:off x="97039" y="97039"/>
              <a:ext cx="1828800" cy="776312"/>
            </a:xfrm>
            <a:prstGeom prst="roundRect">
              <a:avLst>
                <a:gd name="adj" fmla="val 10000"/>
              </a:avLst>
            </a:prstGeom>
            <a:blipFill rotWithShape="1">
              <a:blip r:embed="rId3">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6"/>
            <p:cNvSpPr/>
            <p:nvPr/>
          </p:nvSpPr>
          <p:spPr>
            <a:xfrm>
              <a:off x="0" y="1067429"/>
              <a:ext cx="9144000" cy="970390"/>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6"/>
            <p:cNvSpPr txBox="1"/>
            <p:nvPr/>
          </p:nvSpPr>
          <p:spPr>
            <a:xfrm>
              <a:off x="1925839" y="1067429"/>
              <a:ext cx="7218160" cy="970390"/>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自然语言处理</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语言学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32" name="Google Shape;732;p6"/>
            <p:cNvSpPr/>
            <p:nvPr/>
          </p:nvSpPr>
          <p:spPr>
            <a:xfrm>
              <a:off x="97039" y="1164468"/>
              <a:ext cx="1828800" cy="776312"/>
            </a:xfrm>
            <a:prstGeom prst="roundRect">
              <a:avLst>
                <a:gd name="adj" fmla="val 10000"/>
              </a:avLst>
            </a:prstGeom>
            <a:blipFill rotWithShape="1">
              <a:blip r:embed="rId4">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6"/>
            <p:cNvSpPr/>
            <p:nvPr/>
          </p:nvSpPr>
          <p:spPr>
            <a:xfrm>
              <a:off x="0" y="2134859"/>
              <a:ext cx="9144000" cy="970390"/>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6"/>
            <p:cNvSpPr txBox="1"/>
            <p:nvPr/>
          </p:nvSpPr>
          <p:spPr>
            <a:xfrm>
              <a:off x="1925839" y="2134859"/>
              <a:ext cx="7218160" cy="970390"/>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强化学习</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博弈论</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18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心理学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35" name="Google Shape;735;p6"/>
            <p:cNvSpPr/>
            <p:nvPr/>
          </p:nvSpPr>
          <p:spPr>
            <a:xfrm>
              <a:off x="97039" y="2231898"/>
              <a:ext cx="1828800" cy="776312"/>
            </a:xfrm>
            <a:prstGeom prst="roundRect">
              <a:avLst>
                <a:gd name="adj" fmla="val 10000"/>
              </a:avLst>
            </a:prstGeom>
            <a:blipFill rotWithShape="1">
              <a:blip r:embed="rId5">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6"/>
            <p:cNvSpPr/>
            <p:nvPr/>
          </p:nvSpPr>
          <p:spPr>
            <a:xfrm>
              <a:off x="0" y="3202289"/>
              <a:ext cx="9144000" cy="970390"/>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6"/>
            <p:cNvSpPr txBox="1"/>
            <p:nvPr/>
          </p:nvSpPr>
          <p:spPr>
            <a:xfrm>
              <a:off x="1925839" y="3202289"/>
              <a:ext cx="7218160" cy="970390"/>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异常检测</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安全</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18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医学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38" name="Google Shape;738;p6"/>
            <p:cNvSpPr/>
            <p:nvPr/>
          </p:nvSpPr>
          <p:spPr>
            <a:xfrm>
              <a:off x="97039" y="3299328"/>
              <a:ext cx="1828800" cy="776312"/>
            </a:xfrm>
            <a:prstGeom prst="roundRect">
              <a:avLst>
                <a:gd name="adj" fmla="val 10000"/>
              </a:avLst>
            </a:prstGeom>
            <a:blipFill rotWithShape="1">
              <a:blip r:embed="rId6">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en-US" altLang="zh-CN">
                <a:latin typeface="Trebuchet MS" panose="020B0603020202020204" pitchFamily="34" charset="0"/>
                <a:ea typeface="黑体" panose="02010609060101010101" pitchFamily="49" charset="-122"/>
                <a:cs typeface="Trebuchet MS"/>
                <a:sym typeface="Trebuchet MS"/>
              </a:rPr>
              <a:t>AI </a:t>
            </a:r>
            <a:r>
              <a:rPr lang="zh-CN" altLang="en-US">
                <a:latin typeface="Trebuchet MS" panose="020B0603020202020204" pitchFamily="34" charset="0"/>
                <a:ea typeface="黑体" panose="02010609060101010101" pitchFamily="49" charset="-122"/>
                <a:cs typeface="Trebuchet MS"/>
                <a:sym typeface="Trebuchet MS"/>
              </a:rPr>
              <a:t>领域</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45" name="Google Shape;745;p7"/>
          <p:cNvGrpSpPr/>
          <p:nvPr/>
        </p:nvGrpSpPr>
        <p:grpSpPr>
          <a:xfrm>
            <a:off x="1009650" y="1514475"/>
            <a:ext cx="9144000" cy="4150920"/>
            <a:chOff x="0" y="0"/>
            <a:chExt cx="9144000" cy="4150920"/>
          </a:xfrm>
        </p:grpSpPr>
        <p:sp>
          <p:nvSpPr>
            <p:cNvPr id="746" name="Google Shape;746;p7"/>
            <p:cNvSpPr/>
            <p:nvPr/>
          </p:nvSpPr>
          <p:spPr>
            <a:xfrm>
              <a:off x="0" y="0"/>
              <a:ext cx="9144000" cy="965330"/>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7"/>
            <p:cNvSpPr txBox="1"/>
            <p:nvPr/>
          </p:nvSpPr>
          <p:spPr>
            <a:xfrm>
              <a:off x="1925333" y="0"/>
              <a:ext cx="7218666" cy="965330"/>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计算机视觉</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视光学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48" name="Google Shape;748;p7"/>
            <p:cNvSpPr/>
            <p:nvPr/>
          </p:nvSpPr>
          <p:spPr>
            <a:xfrm>
              <a:off x="96533" y="96533"/>
              <a:ext cx="1828800" cy="772264"/>
            </a:xfrm>
            <a:prstGeom prst="roundRect">
              <a:avLst>
                <a:gd name="adj" fmla="val 10000"/>
              </a:avLst>
            </a:prstGeom>
            <a:blipFill rotWithShape="1">
              <a:blip r:embed="rId3">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7"/>
            <p:cNvSpPr/>
            <p:nvPr/>
          </p:nvSpPr>
          <p:spPr>
            <a:xfrm>
              <a:off x="0" y="1061863"/>
              <a:ext cx="9144000" cy="965330"/>
            </a:xfrm>
            <a:prstGeom prst="roundRect">
              <a:avLst>
                <a:gd name="adj" fmla="val 10000"/>
              </a:avLst>
            </a:prstGeom>
            <a:solidFill>
              <a:srgbClr val="595959"/>
            </a:solidFill>
            <a:ln w="571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7"/>
            <p:cNvSpPr txBox="1"/>
            <p:nvPr/>
          </p:nvSpPr>
          <p:spPr>
            <a:xfrm>
              <a:off x="1925333" y="1061863"/>
              <a:ext cx="7218666" cy="965330"/>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自然语言处理</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语言学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51" name="Google Shape;751;p7"/>
            <p:cNvSpPr/>
            <p:nvPr/>
          </p:nvSpPr>
          <p:spPr>
            <a:xfrm>
              <a:off x="96533" y="1158396"/>
              <a:ext cx="1828800" cy="772264"/>
            </a:xfrm>
            <a:prstGeom prst="roundRect">
              <a:avLst>
                <a:gd name="adj" fmla="val 10000"/>
              </a:avLst>
            </a:prstGeom>
            <a:blipFill rotWithShape="1">
              <a:blip r:embed="rId4">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7"/>
            <p:cNvSpPr/>
            <p:nvPr/>
          </p:nvSpPr>
          <p:spPr>
            <a:xfrm>
              <a:off x="0" y="2123726"/>
              <a:ext cx="9144000" cy="965330"/>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7"/>
            <p:cNvSpPr txBox="1"/>
            <p:nvPr/>
          </p:nvSpPr>
          <p:spPr>
            <a:xfrm>
              <a:off x="1925333" y="2123726"/>
              <a:ext cx="7218666" cy="965330"/>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强化学习</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博弈论</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18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心理学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54" name="Google Shape;754;p7"/>
            <p:cNvSpPr/>
            <p:nvPr/>
          </p:nvSpPr>
          <p:spPr>
            <a:xfrm>
              <a:off x="96533" y="2220259"/>
              <a:ext cx="1828800" cy="772264"/>
            </a:xfrm>
            <a:prstGeom prst="roundRect">
              <a:avLst>
                <a:gd name="adj" fmla="val 10000"/>
              </a:avLst>
            </a:prstGeom>
            <a:blipFill rotWithShape="1">
              <a:blip r:embed="rId5">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7"/>
            <p:cNvSpPr/>
            <p:nvPr/>
          </p:nvSpPr>
          <p:spPr>
            <a:xfrm>
              <a:off x="0" y="3185590"/>
              <a:ext cx="9144000" cy="965330"/>
            </a:xfrm>
            <a:prstGeom prst="roundRect">
              <a:avLst>
                <a:gd name="adj" fmla="val 10000"/>
              </a:avLst>
            </a:prstGeom>
            <a:solidFill>
              <a:srgbClr val="588A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7"/>
            <p:cNvSpPr txBox="1"/>
            <p:nvPr/>
          </p:nvSpPr>
          <p:spPr>
            <a:xfrm>
              <a:off x="1925333" y="3185590"/>
              <a:ext cx="7218666" cy="965330"/>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Microsoft Yahei"/>
                <a:buNone/>
              </a:pPr>
              <a:r>
                <a:rPr lang="zh-CN" altLang="en-US" sz="16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异常检测</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安全</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114300" marR="0" lvl="1" indent="-114300" algn="l" rtl="0">
                <a:lnSpc>
                  <a:spcPct val="90000"/>
                </a:lnSpc>
                <a:spcBef>
                  <a:spcPts val="180"/>
                </a:spcBef>
                <a:spcAft>
                  <a:spcPts val="0"/>
                </a:spcAft>
                <a:buClr>
                  <a:schemeClr val="lt1"/>
                </a:buClr>
                <a:buSzPts val="1200"/>
                <a:buFont typeface="Microsoft Yahei"/>
                <a:buChar char="•"/>
              </a:pPr>
              <a:r>
                <a:rPr lang="zh-CN" altLang="en-US" sz="1200" b="0" i="0" u="none" strike="noStrike" cap="none" dirty="0">
                  <a:solidFill>
                    <a:schemeClr val="lt1"/>
                  </a:solidFill>
                  <a:latin typeface="Trebuchet MS" panose="020B0603020202020204" pitchFamily="34" charset="0"/>
                  <a:ea typeface="黑体" panose="02010609060101010101" pitchFamily="49" charset="-122"/>
                  <a:cs typeface="Microsoft Yahei"/>
                  <a:sym typeface="Microsoft Yahei"/>
                </a:rPr>
                <a:t>医学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757" name="Google Shape;757;p7"/>
            <p:cNvSpPr/>
            <p:nvPr/>
          </p:nvSpPr>
          <p:spPr>
            <a:xfrm>
              <a:off x="96533" y="3282123"/>
              <a:ext cx="1828800" cy="772264"/>
            </a:xfrm>
            <a:prstGeom prst="roundRect">
              <a:avLst>
                <a:gd name="adj" fmla="val 10000"/>
              </a:avLst>
            </a:prstGeom>
            <a:blipFill rotWithShape="1">
              <a:blip r:embed="rId6">
                <a:alphaModFix/>
              </a:blip>
              <a:stretch>
                <a:fillRect t="-72989" b="-72989"/>
              </a:stretch>
            </a:blip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8"/>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自然语言处理</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79"/>
          <p:cNvSpPr/>
          <p:nvPr/>
        </p:nvSpPr>
        <p:spPr>
          <a:xfrm>
            <a:off x="5991225" y="1657350"/>
            <a:ext cx="4124325"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800"/>
              <a:buFont typeface="Arial"/>
              <a:buNone/>
            </a:pPr>
            <a:endParaRPr lang="zh-CN" altLang="en-US" sz="1800" b="0"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dirty="0">
                <a:solidFill>
                  <a:srgbClr val="000000"/>
                </a:solidFill>
                <a:latin typeface="Algerian"/>
                <a:ea typeface="黑体" panose="02010609060101010101" pitchFamily="49" charset="-122"/>
                <a:cs typeface="Algerian"/>
                <a:sym typeface="Algerian"/>
              </a:rPr>
              <a:t>字典</a:t>
            </a:r>
            <a:endParaRPr lang="zh-CN" altLang="en-US" dirty="0"/>
          </a:p>
          <a:p>
            <a:pPr marL="0" marR="0" lvl="0" indent="0" algn="ctr" rtl="0">
              <a:lnSpc>
                <a:spcPct val="100000"/>
              </a:lnSpc>
              <a:spcBef>
                <a:spcPts val="0"/>
              </a:spcBef>
              <a:spcAft>
                <a:spcPts val="0"/>
              </a:spcAft>
              <a:buClr>
                <a:schemeClr val="lt1"/>
              </a:buClr>
              <a:buSzPts val="2400"/>
              <a:buFont typeface="Arial"/>
              <a:buNone/>
            </a:pPr>
            <a:endParaRPr lang="zh-CN" altLang="en-US" sz="2400" b="0" i="0" u="none" strike="noStrike" cap="none" dirty="0">
              <a:solidFill>
                <a:srgbClr val="000000"/>
              </a:solidFill>
              <a:latin typeface="Algerian"/>
              <a:ea typeface="Algerian"/>
              <a:cs typeface="Algerian"/>
              <a:sym typeface="Algerian"/>
            </a:endParaRPr>
          </a:p>
        </p:txBody>
      </p:sp>
      <p:sp>
        <p:nvSpPr>
          <p:cNvPr id="770" name="Google Shape;770;p79"/>
          <p:cNvSpPr txBox="1"/>
          <p:nvPr/>
        </p:nvSpPr>
        <p:spPr>
          <a:xfrm>
            <a:off x="6337008" y="2029107"/>
            <a:ext cx="3426117" cy="4062610"/>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A</a:t>
            </a:r>
            <a:endParaRPr lang="zh-CN" altLang="en-US" dirty="0"/>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An</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And</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At</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Ate</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Bark</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Barked</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Cat</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Cats</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Dog</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Dogs</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Trebuchet MS"/>
              <a:buAutoNum type="arabicPeriod"/>
            </a:pPr>
            <a:r>
              <a:rPr lang="en-US" altLang="zh-CN" sz="2000" b="0" i="0" u="none" strike="noStrike" cap="none" dirty="0">
                <a:solidFill>
                  <a:srgbClr val="000000"/>
                </a:solidFill>
                <a:latin typeface="Algerian"/>
                <a:ea typeface="黑体" panose="02010609060101010101" pitchFamily="49" charset="-122"/>
                <a:cs typeface="Algerian"/>
                <a:sym typeface="Algerian"/>
              </a:rPr>
              <a:t>Eat</a:t>
            </a:r>
            <a:endParaRPr lang="zh-CN" altLang="en-US" sz="2000" b="0" i="0" u="none" strike="noStrike" cap="none" dirty="0">
              <a:solidFill>
                <a:srgbClr val="000000"/>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chemeClr val="lt1"/>
              </a:buClr>
              <a:buSzPts val="2000"/>
              <a:buFont typeface="Arial"/>
              <a:buNone/>
            </a:pPr>
            <a:endParaRPr lang="zh-CN" altLang="en-US" sz="2000" b="0" i="0" u="none" strike="noStrike" cap="none" dirty="0">
              <a:solidFill>
                <a:srgbClr val="000000"/>
              </a:solidFill>
              <a:latin typeface="Trebuchet MS"/>
              <a:ea typeface="Trebuchet MS"/>
              <a:cs typeface="Trebuchet MS"/>
              <a:sym typeface="Trebuchet MS"/>
            </a:endParaRPr>
          </a:p>
        </p:txBody>
      </p:sp>
      <p:sp>
        <p:nvSpPr>
          <p:cNvPr id="771" name="Google Shape;771;p79"/>
          <p:cNvSpPr txBox="1"/>
          <p:nvPr/>
        </p:nvSpPr>
        <p:spPr>
          <a:xfrm>
            <a:off x="771490" y="2666184"/>
            <a:ext cx="4300601"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800"/>
              <a:buFont typeface="Arial"/>
              <a:buNone/>
            </a:pPr>
            <a:r>
              <a:rPr lang="zh-CN" altLang="en-US" sz="28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a:t>
            </a:r>
            <a:r>
              <a:rPr lang="en-US" altLang="zh-CN" sz="28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A dog barked at a cat.”</a:t>
            </a:r>
            <a:endParaRPr lang="zh-CN" altLang="en-US" sz="28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772" name="Google Shape;772;p79"/>
          <p:cNvSpPr txBox="1"/>
          <p:nvPr/>
        </p:nvSpPr>
        <p:spPr>
          <a:xfrm>
            <a:off x="1275398" y="3543299"/>
            <a:ext cx="2954655"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800"/>
              <a:buFont typeface="Arial"/>
              <a:buNone/>
            </a:pPr>
            <a:r>
              <a:rPr lang="en-US" altLang="zh-CN" sz="28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 10, 7, 4, 1, 8]</a:t>
            </a:r>
            <a:endParaRPr lang="zh-CN" altLang="en-US" sz="28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773" name="Google Shape;773;p79"/>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将单词转换为数字</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10"/>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将单词转换为数字</a:t>
            </a:r>
            <a:endParaRPr lang="zh-CN" altLang="en-US" dirty="0">
              <a:latin typeface="Trebuchet MS" panose="020B0603020202020204" pitchFamily="34" charset="0"/>
              <a:ea typeface="黑体" panose="02010609060101010101" pitchFamily="49" charset="-122"/>
            </a:endParaRPr>
          </a:p>
        </p:txBody>
      </p:sp>
      <p:sp>
        <p:nvSpPr>
          <p:cNvPr id="780" name="Google Shape;780;p10"/>
          <p:cNvSpPr/>
          <p:nvPr/>
        </p:nvSpPr>
        <p:spPr>
          <a:xfrm>
            <a:off x="839583" y="1379042"/>
            <a:ext cx="1174249" cy="4826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781" name="Google Shape;781;p10"/>
          <p:cNvSpPr/>
          <p:nvPr/>
        </p:nvSpPr>
        <p:spPr>
          <a:xfrm>
            <a:off x="4173348" y="1379042"/>
            <a:ext cx="1174249" cy="4826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输出</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pic>
        <p:nvPicPr>
          <p:cNvPr id="782" name="Google Shape;782;p10"/>
          <p:cNvPicPr preferRelativeResize="0"/>
          <p:nvPr/>
        </p:nvPicPr>
        <p:blipFill rotWithShape="1">
          <a:blip r:embed="rId3">
            <a:alphaModFix/>
          </a:blip>
          <a:srcRect/>
          <a:stretch/>
        </p:blipFill>
        <p:spPr>
          <a:xfrm>
            <a:off x="533400" y="2014054"/>
            <a:ext cx="5086350" cy="3571875"/>
          </a:xfrm>
          <a:prstGeom prst="rect">
            <a:avLst/>
          </a:prstGeom>
          <a:noFill/>
          <a:ln>
            <a:noFill/>
          </a:ln>
        </p:spPr>
      </p:pic>
      <p:sp>
        <p:nvSpPr>
          <p:cNvPr id="783" name="Google Shape;783;p10"/>
          <p:cNvSpPr/>
          <p:nvPr/>
        </p:nvSpPr>
        <p:spPr>
          <a:xfrm>
            <a:off x="5991225" y="1657350"/>
            <a:ext cx="4124325" cy="3771900"/>
          </a:xfrm>
          <a:prstGeom prst="verticalScroll">
            <a:avLst>
              <a:gd name="adj" fmla="val 6500"/>
            </a:avLst>
          </a:prstGeom>
          <a:solidFill>
            <a:srgbClr val="EDE1A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800"/>
              <a:buFont typeface="Arial"/>
              <a:buNone/>
            </a:pPr>
            <a:endParaRPr lang="zh-CN" altLang="en-US" sz="1800" b="0" i="0" u="none" strike="noStrike" cap="none">
              <a:solidFill>
                <a:srgbClr val="FFFFFF"/>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rgbClr val="000000"/>
                </a:solidFill>
                <a:latin typeface="Algerian"/>
                <a:ea typeface="黑体" panose="02010609060101010101" pitchFamily="49" charset="-122"/>
                <a:cs typeface="Algerian"/>
                <a:sym typeface="Algerian"/>
              </a:rPr>
              <a:t>字典</a:t>
            </a:r>
            <a:endParaRPr lang="zh-CN" altLang="en-US"/>
          </a:p>
          <a:p>
            <a:pPr marL="0" marR="0" lvl="0" indent="0" algn="ctr" rtl="0">
              <a:lnSpc>
                <a:spcPct val="100000"/>
              </a:lnSpc>
              <a:spcBef>
                <a:spcPts val="0"/>
              </a:spcBef>
              <a:spcAft>
                <a:spcPts val="0"/>
              </a:spcAft>
              <a:buClr>
                <a:schemeClr val="lt1"/>
              </a:buClr>
              <a:buSzPts val="2400"/>
              <a:buFont typeface="Arial"/>
              <a:buNone/>
            </a:pPr>
            <a:endParaRPr lang="zh-CN" altLang="en-US" sz="2400" b="0" i="0" u="none" strike="noStrike" cap="none" dirty="0">
              <a:solidFill>
                <a:srgbClr val="000000"/>
              </a:solidFill>
              <a:latin typeface="Algerian"/>
              <a:ea typeface="Algerian"/>
              <a:cs typeface="Algerian"/>
              <a:sym typeface="Algerian"/>
            </a:endParaRPr>
          </a:p>
        </p:txBody>
      </p:sp>
      <p:sp>
        <p:nvSpPr>
          <p:cNvPr id="784" name="Google Shape;784;p10"/>
          <p:cNvSpPr txBox="1"/>
          <p:nvPr/>
        </p:nvSpPr>
        <p:spPr>
          <a:xfrm>
            <a:off x="6337008" y="2029107"/>
            <a:ext cx="3426117" cy="4062610"/>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a:t>
            </a:r>
            <a:endParaRPr lang="zh-CN" altLang="en-US"/>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An</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And</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Ate</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Bark</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Barked</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Cat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Cats</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Dog</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Dogs</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Eat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chemeClr val="lt1"/>
              </a:buClr>
              <a:buSzPts val="2000"/>
              <a:buFont typeface="Arial"/>
              <a:buNone/>
            </a:pPr>
            <a:endParaRPr lang="zh-CN" altLang="en-US" sz="2000" b="0" i="0" u="none" strike="noStrike" cap="none" dirty="0">
              <a:solidFill>
                <a:srgbClr val="000000"/>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1"/>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将单词转换为数字</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91" name="Google Shape;791;p11"/>
          <p:cNvGrpSpPr/>
          <p:nvPr/>
        </p:nvGrpSpPr>
        <p:grpSpPr>
          <a:xfrm>
            <a:off x="548381" y="2027764"/>
            <a:ext cx="5090419" cy="3496524"/>
            <a:chOff x="122961" y="1618451"/>
            <a:chExt cx="5620375" cy="3860542"/>
          </a:xfrm>
        </p:grpSpPr>
        <p:sp>
          <p:nvSpPr>
            <p:cNvPr id="792" name="Google Shape;792;p11"/>
            <p:cNvSpPr txBox="1"/>
            <p:nvPr/>
          </p:nvSpPr>
          <p:spPr>
            <a:xfrm flipH="1">
              <a:off x="4953811" y="3569656"/>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3" name="Google Shape;793;p11"/>
            <p:cNvSpPr txBox="1"/>
            <p:nvPr/>
          </p:nvSpPr>
          <p:spPr>
            <a:xfrm flipH="1">
              <a:off x="4953811" y="3244879"/>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4" name="Google Shape;794;p11"/>
            <p:cNvSpPr txBox="1"/>
            <p:nvPr/>
          </p:nvSpPr>
          <p:spPr>
            <a:xfrm flipH="1">
              <a:off x="4953811" y="2920102"/>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35%</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5" name="Google Shape;795;p11"/>
            <p:cNvSpPr txBox="1"/>
            <p:nvPr/>
          </p:nvSpPr>
          <p:spPr>
            <a:xfrm flipH="1">
              <a:off x="4953811" y="2270549"/>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6" name="Google Shape;796;p11"/>
            <p:cNvSpPr txBox="1"/>
            <p:nvPr/>
          </p:nvSpPr>
          <p:spPr>
            <a:xfrm flipH="1">
              <a:off x="4953811" y="2595325"/>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7" name="Google Shape;797;p11"/>
            <p:cNvSpPr txBox="1"/>
            <p:nvPr/>
          </p:nvSpPr>
          <p:spPr>
            <a:xfrm flipH="1">
              <a:off x="4953811" y="1945771"/>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8" name="Google Shape;798;p11"/>
            <p:cNvSpPr txBox="1"/>
            <p:nvPr/>
          </p:nvSpPr>
          <p:spPr>
            <a:xfrm flipH="1">
              <a:off x="4953811" y="1620994"/>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799" name="Google Shape;799;p11"/>
            <p:cNvSpPr txBox="1"/>
            <p:nvPr/>
          </p:nvSpPr>
          <p:spPr>
            <a:xfrm flipH="1">
              <a:off x="4953811" y="3894433"/>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00" name="Google Shape;800;p11"/>
            <p:cNvSpPr txBox="1"/>
            <p:nvPr/>
          </p:nvSpPr>
          <p:spPr>
            <a:xfrm flipH="1">
              <a:off x="4953811" y="4219210"/>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01" name="Google Shape;801;p11"/>
            <p:cNvSpPr txBox="1"/>
            <p:nvPr/>
          </p:nvSpPr>
          <p:spPr>
            <a:xfrm flipH="1">
              <a:off x="4953811" y="4543988"/>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02" name="Google Shape;802;p11"/>
            <p:cNvSpPr txBox="1"/>
            <p:nvPr/>
          </p:nvSpPr>
          <p:spPr>
            <a:xfrm flipH="1">
              <a:off x="4953811" y="4868764"/>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03" name="Google Shape;803;p11"/>
            <p:cNvSpPr txBox="1"/>
            <p:nvPr/>
          </p:nvSpPr>
          <p:spPr>
            <a:xfrm flipH="1">
              <a:off x="4953811" y="5193546"/>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grpSp>
          <p:nvGrpSpPr>
            <p:cNvPr id="804" name="Google Shape;804;p11"/>
            <p:cNvGrpSpPr/>
            <p:nvPr/>
          </p:nvGrpSpPr>
          <p:grpSpPr>
            <a:xfrm>
              <a:off x="122961" y="1618451"/>
              <a:ext cx="4797133" cy="3860542"/>
              <a:chOff x="122961" y="1618451"/>
              <a:chExt cx="4797133" cy="3860542"/>
            </a:xfrm>
          </p:grpSpPr>
          <p:sp>
            <p:nvSpPr>
              <p:cNvPr id="805" name="Google Shape;805;p11"/>
              <p:cNvSpPr txBox="1"/>
              <p:nvPr/>
            </p:nvSpPr>
            <p:spPr>
              <a:xfrm>
                <a:off x="122961" y="3569656"/>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806" name="Google Shape;806;p11"/>
              <p:cNvCxnSpPr>
                <a:stCxn id="807" idx="6"/>
                <a:endCxn id="808" idx="2"/>
              </p:cNvCxnSpPr>
              <p:nvPr/>
            </p:nvCxnSpPr>
            <p:spPr>
              <a:xfrm rot="10800000" flipH="1">
                <a:off x="1256634" y="4738933"/>
                <a:ext cx="1526400" cy="594900"/>
              </a:xfrm>
              <a:prstGeom prst="straightConnector1">
                <a:avLst/>
              </a:prstGeom>
              <a:noFill/>
              <a:ln w="9525" cap="flat" cmpd="sng">
                <a:solidFill>
                  <a:srgbClr val="868686"/>
                </a:solidFill>
                <a:prstDash val="solid"/>
                <a:round/>
                <a:headEnd type="none" w="sm" len="sm"/>
                <a:tailEnd type="none" w="sm" len="sm"/>
              </a:ln>
            </p:spPr>
          </p:cxnSp>
          <p:cxnSp>
            <p:nvCxnSpPr>
              <p:cNvPr id="809" name="Google Shape;809;p11"/>
              <p:cNvCxnSpPr>
                <a:stCxn id="810" idx="6"/>
                <a:endCxn id="808" idx="2"/>
              </p:cNvCxnSpPr>
              <p:nvPr/>
            </p:nvCxnSpPr>
            <p:spPr>
              <a:xfrm rot="10800000" flipH="1">
                <a:off x="1256634" y="4738801"/>
                <a:ext cx="1526400" cy="268800"/>
              </a:xfrm>
              <a:prstGeom prst="straightConnector1">
                <a:avLst/>
              </a:prstGeom>
              <a:noFill/>
              <a:ln w="9525" cap="flat" cmpd="sng">
                <a:solidFill>
                  <a:srgbClr val="868686"/>
                </a:solidFill>
                <a:prstDash val="solid"/>
                <a:round/>
                <a:headEnd type="none" w="sm" len="sm"/>
                <a:tailEnd type="none" w="sm" len="sm"/>
              </a:ln>
            </p:spPr>
          </p:cxnSp>
          <p:cxnSp>
            <p:nvCxnSpPr>
              <p:cNvPr id="811" name="Google Shape;811;p11"/>
              <p:cNvCxnSpPr>
                <a:stCxn id="812" idx="6"/>
                <a:endCxn id="808" idx="2"/>
              </p:cNvCxnSpPr>
              <p:nvPr/>
            </p:nvCxnSpPr>
            <p:spPr>
              <a:xfrm>
                <a:off x="1256634" y="4681369"/>
                <a:ext cx="1526400" cy="57600"/>
              </a:xfrm>
              <a:prstGeom prst="straightConnector1">
                <a:avLst/>
              </a:prstGeom>
              <a:noFill/>
              <a:ln w="9525" cap="flat" cmpd="sng">
                <a:solidFill>
                  <a:srgbClr val="868686"/>
                </a:solidFill>
                <a:prstDash val="solid"/>
                <a:round/>
                <a:headEnd type="none" w="sm" len="sm"/>
                <a:tailEnd type="none" w="sm" len="sm"/>
              </a:ln>
            </p:spPr>
          </p:cxnSp>
          <p:cxnSp>
            <p:nvCxnSpPr>
              <p:cNvPr id="813" name="Google Shape;813;p11"/>
              <p:cNvCxnSpPr>
                <a:stCxn id="814" idx="6"/>
                <a:endCxn id="808" idx="2"/>
              </p:cNvCxnSpPr>
              <p:nvPr/>
            </p:nvCxnSpPr>
            <p:spPr>
              <a:xfrm>
                <a:off x="1256634" y="4355136"/>
                <a:ext cx="1526400" cy="383700"/>
              </a:xfrm>
              <a:prstGeom prst="straightConnector1">
                <a:avLst/>
              </a:prstGeom>
              <a:noFill/>
              <a:ln w="9525" cap="flat" cmpd="sng">
                <a:solidFill>
                  <a:srgbClr val="868686"/>
                </a:solidFill>
                <a:prstDash val="solid"/>
                <a:round/>
                <a:headEnd type="none" w="sm" len="sm"/>
                <a:tailEnd type="none" w="sm" len="sm"/>
              </a:ln>
            </p:spPr>
          </p:cxnSp>
          <p:cxnSp>
            <p:nvCxnSpPr>
              <p:cNvPr id="815" name="Google Shape;815;p11"/>
              <p:cNvCxnSpPr>
                <a:stCxn id="816" idx="6"/>
                <a:endCxn id="808" idx="2"/>
              </p:cNvCxnSpPr>
              <p:nvPr/>
            </p:nvCxnSpPr>
            <p:spPr>
              <a:xfrm>
                <a:off x="1247945" y="4028904"/>
                <a:ext cx="1535100" cy="710100"/>
              </a:xfrm>
              <a:prstGeom prst="straightConnector1">
                <a:avLst/>
              </a:prstGeom>
              <a:noFill/>
              <a:ln w="9525" cap="flat" cmpd="sng">
                <a:solidFill>
                  <a:srgbClr val="868686"/>
                </a:solidFill>
                <a:prstDash val="solid"/>
                <a:round/>
                <a:headEnd type="none" w="sm" len="sm"/>
                <a:tailEnd type="none" w="sm" len="sm"/>
              </a:ln>
            </p:spPr>
          </p:cxnSp>
          <p:cxnSp>
            <p:nvCxnSpPr>
              <p:cNvPr id="817" name="Google Shape;817;p11"/>
              <p:cNvCxnSpPr>
                <a:stCxn id="818" idx="6"/>
                <a:endCxn id="808" idx="2"/>
              </p:cNvCxnSpPr>
              <p:nvPr/>
            </p:nvCxnSpPr>
            <p:spPr>
              <a:xfrm>
                <a:off x="1247944" y="3702671"/>
                <a:ext cx="1535100" cy="1036200"/>
              </a:xfrm>
              <a:prstGeom prst="straightConnector1">
                <a:avLst/>
              </a:prstGeom>
              <a:noFill/>
              <a:ln w="9525" cap="flat" cmpd="sng">
                <a:solidFill>
                  <a:srgbClr val="868686"/>
                </a:solidFill>
                <a:prstDash val="solid"/>
                <a:round/>
                <a:headEnd type="none" w="sm" len="sm"/>
                <a:tailEnd type="none" w="sm" len="sm"/>
              </a:ln>
            </p:spPr>
          </p:cxnSp>
          <p:cxnSp>
            <p:nvCxnSpPr>
              <p:cNvPr id="819" name="Google Shape;819;p11"/>
              <p:cNvCxnSpPr>
                <a:stCxn id="820" idx="6"/>
                <a:endCxn id="808" idx="2"/>
              </p:cNvCxnSpPr>
              <p:nvPr/>
            </p:nvCxnSpPr>
            <p:spPr>
              <a:xfrm>
                <a:off x="1247944" y="3376439"/>
                <a:ext cx="1535100" cy="1362600"/>
              </a:xfrm>
              <a:prstGeom prst="straightConnector1">
                <a:avLst/>
              </a:prstGeom>
              <a:noFill/>
              <a:ln w="9525" cap="flat" cmpd="sng">
                <a:solidFill>
                  <a:srgbClr val="868686"/>
                </a:solidFill>
                <a:prstDash val="solid"/>
                <a:round/>
                <a:headEnd type="none" w="sm" len="sm"/>
                <a:tailEnd type="none" w="sm" len="sm"/>
              </a:ln>
            </p:spPr>
          </p:cxnSp>
          <p:cxnSp>
            <p:nvCxnSpPr>
              <p:cNvPr id="821" name="Google Shape;821;p11"/>
              <p:cNvCxnSpPr>
                <a:stCxn id="822" idx="6"/>
                <a:endCxn id="808" idx="2"/>
              </p:cNvCxnSpPr>
              <p:nvPr/>
            </p:nvCxnSpPr>
            <p:spPr>
              <a:xfrm>
                <a:off x="1247944" y="3050207"/>
                <a:ext cx="1535100" cy="1688700"/>
              </a:xfrm>
              <a:prstGeom prst="straightConnector1">
                <a:avLst/>
              </a:prstGeom>
              <a:noFill/>
              <a:ln w="9525" cap="flat" cmpd="sng">
                <a:solidFill>
                  <a:srgbClr val="868686"/>
                </a:solidFill>
                <a:prstDash val="solid"/>
                <a:round/>
                <a:headEnd type="none" w="sm" len="sm"/>
                <a:tailEnd type="none" w="sm" len="sm"/>
              </a:ln>
            </p:spPr>
          </p:cxnSp>
          <p:cxnSp>
            <p:nvCxnSpPr>
              <p:cNvPr id="823" name="Google Shape;823;p11"/>
              <p:cNvCxnSpPr>
                <a:stCxn id="824" idx="6"/>
                <a:endCxn id="808" idx="2"/>
              </p:cNvCxnSpPr>
              <p:nvPr/>
            </p:nvCxnSpPr>
            <p:spPr>
              <a:xfrm>
                <a:off x="1247944" y="2723975"/>
                <a:ext cx="1535100" cy="2014800"/>
              </a:xfrm>
              <a:prstGeom prst="straightConnector1">
                <a:avLst/>
              </a:prstGeom>
              <a:noFill/>
              <a:ln w="9525" cap="flat" cmpd="sng">
                <a:solidFill>
                  <a:srgbClr val="868686"/>
                </a:solidFill>
                <a:prstDash val="solid"/>
                <a:round/>
                <a:headEnd type="none" w="sm" len="sm"/>
                <a:tailEnd type="none" w="sm" len="sm"/>
              </a:ln>
            </p:spPr>
          </p:cxnSp>
          <p:cxnSp>
            <p:nvCxnSpPr>
              <p:cNvPr id="825" name="Google Shape;825;p11"/>
              <p:cNvCxnSpPr>
                <a:stCxn id="826" idx="6"/>
                <a:endCxn id="808" idx="2"/>
              </p:cNvCxnSpPr>
              <p:nvPr/>
            </p:nvCxnSpPr>
            <p:spPr>
              <a:xfrm>
                <a:off x="1247944" y="2397742"/>
                <a:ext cx="1535100" cy="2341200"/>
              </a:xfrm>
              <a:prstGeom prst="straightConnector1">
                <a:avLst/>
              </a:prstGeom>
              <a:noFill/>
              <a:ln w="9525" cap="flat" cmpd="sng">
                <a:solidFill>
                  <a:srgbClr val="868686"/>
                </a:solidFill>
                <a:prstDash val="solid"/>
                <a:round/>
                <a:headEnd type="none" w="sm" len="sm"/>
                <a:tailEnd type="none" w="sm" len="sm"/>
              </a:ln>
            </p:spPr>
          </p:cxnSp>
          <p:cxnSp>
            <p:nvCxnSpPr>
              <p:cNvPr id="827" name="Google Shape;827;p11"/>
              <p:cNvCxnSpPr>
                <a:stCxn id="828" idx="6"/>
                <a:endCxn id="808" idx="2"/>
              </p:cNvCxnSpPr>
              <p:nvPr/>
            </p:nvCxnSpPr>
            <p:spPr>
              <a:xfrm>
                <a:off x="1239256" y="2071510"/>
                <a:ext cx="1543800" cy="2667300"/>
              </a:xfrm>
              <a:prstGeom prst="straightConnector1">
                <a:avLst/>
              </a:prstGeom>
              <a:noFill/>
              <a:ln w="9525" cap="flat" cmpd="sng">
                <a:solidFill>
                  <a:srgbClr val="868686"/>
                </a:solidFill>
                <a:prstDash val="solid"/>
                <a:round/>
                <a:headEnd type="none" w="sm" len="sm"/>
                <a:tailEnd type="none" w="sm" len="sm"/>
              </a:ln>
            </p:spPr>
          </p:cxnSp>
          <p:cxnSp>
            <p:nvCxnSpPr>
              <p:cNvPr id="829" name="Google Shape;829;p11"/>
              <p:cNvCxnSpPr>
                <a:stCxn id="830" idx="6"/>
                <a:endCxn id="808" idx="2"/>
              </p:cNvCxnSpPr>
              <p:nvPr/>
            </p:nvCxnSpPr>
            <p:spPr>
              <a:xfrm>
                <a:off x="1239255" y="1745279"/>
                <a:ext cx="1543800" cy="2993700"/>
              </a:xfrm>
              <a:prstGeom prst="straightConnector1">
                <a:avLst/>
              </a:prstGeom>
              <a:noFill/>
              <a:ln w="9525" cap="flat" cmpd="sng">
                <a:solidFill>
                  <a:srgbClr val="868686"/>
                </a:solidFill>
                <a:prstDash val="solid"/>
                <a:round/>
                <a:headEnd type="none" w="sm" len="sm"/>
                <a:tailEnd type="none" w="sm" len="sm"/>
              </a:ln>
            </p:spPr>
          </p:cxnSp>
          <p:cxnSp>
            <p:nvCxnSpPr>
              <p:cNvPr id="831" name="Google Shape;831;p11"/>
              <p:cNvCxnSpPr>
                <a:stCxn id="807" idx="6"/>
                <a:endCxn id="832" idx="2"/>
              </p:cNvCxnSpPr>
              <p:nvPr/>
            </p:nvCxnSpPr>
            <p:spPr>
              <a:xfrm rot="10800000" flipH="1">
                <a:off x="1256634" y="4281733"/>
                <a:ext cx="1526400" cy="1052100"/>
              </a:xfrm>
              <a:prstGeom prst="straightConnector1">
                <a:avLst/>
              </a:prstGeom>
              <a:noFill/>
              <a:ln w="9525" cap="flat" cmpd="sng">
                <a:solidFill>
                  <a:srgbClr val="868686"/>
                </a:solidFill>
                <a:prstDash val="solid"/>
                <a:round/>
                <a:headEnd type="none" w="sm" len="sm"/>
                <a:tailEnd type="none" w="sm" len="sm"/>
              </a:ln>
            </p:spPr>
          </p:cxnSp>
          <p:cxnSp>
            <p:nvCxnSpPr>
              <p:cNvPr id="833" name="Google Shape;833;p11"/>
              <p:cNvCxnSpPr>
                <a:stCxn id="810" idx="6"/>
                <a:endCxn id="832" idx="2"/>
              </p:cNvCxnSpPr>
              <p:nvPr/>
            </p:nvCxnSpPr>
            <p:spPr>
              <a:xfrm rot="10800000" flipH="1">
                <a:off x="1256634" y="4281901"/>
                <a:ext cx="1526400" cy="725700"/>
              </a:xfrm>
              <a:prstGeom prst="straightConnector1">
                <a:avLst/>
              </a:prstGeom>
              <a:noFill/>
              <a:ln w="9525" cap="flat" cmpd="sng">
                <a:solidFill>
                  <a:srgbClr val="868686"/>
                </a:solidFill>
                <a:prstDash val="solid"/>
                <a:round/>
                <a:headEnd type="none" w="sm" len="sm"/>
                <a:tailEnd type="none" w="sm" len="sm"/>
              </a:ln>
            </p:spPr>
          </p:cxnSp>
          <p:cxnSp>
            <p:nvCxnSpPr>
              <p:cNvPr id="834" name="Google Shape;834;p11"/>
              <p:cNvCxnSpPr>
                <a:stCxn id="812" idx="6"/>
                <a:endCxn id="832" idx="2"/>
              </p:cNvCxnSpPr>
              <p:nvPr/>
            </p:nvCxnSpPr>
            <p:spPr>
              <a:xfrm rot="10800000" flipH="1">
                <a:off x="1256634" y="4281769"/>
                <a:ext cx="1526400" cy="399600"/>
              </a:xfrm>
              <a:prstGeom prst="straightConnector1">
                <a:avLst/>
              </a:prstGeom>
              <a:noFill/>
              <a:ln w="9525" cap="flat" cmpd="sng">
                <a:solidFill>
                  <a:srgbClr val="868686"/>
                </a:solidFill>
                <a:prstDash val="solid"/>
                <a:round/>
                <a:headEnd type="none" w="sm" len="sm"/>
                <a:tailEnd type="none" w="sm" len="sm"/>
              </a:ln>
            </p:spPr>
          </p:cxnSp>
          <p:cxnSp>
            <p:nvCxnSpPr>
              <p:cNvPr id="835" name="Google Shape;835;p11"/>
              <p:cNvCxnSpPr>
                <a:stCxn id="814" idx="6"/>
                <a:endCxn id="832" idx="2"/>
              </p:cNvCxnSpPr>
              <p:nvPr/>
            </p:nvCxnSpPr>
            <p:spPr>
              <a:xfrm rot="10800000" flipH="1">
                <a:off x="1256634" y="4281936"/>
                <a:ext cx="1526400" cy="73200"/>
              </a:xfrm>
              <a:prstGeom prst="straightConnector1">
                <a:avLst/>
              </a:prstGeom>
              <a:noFill/>
              <a:ln w="9525" cap="flat" cmpd="sng">
                <a:solidFill>
                  <a:srgbClr val="868686"/>
                </a:solidFill>
                <a:prstDash val="solid"/>
                <a:round/>
                <a:headEnd type="none" w="sm" len="sm"/>
                <a:tailEnd type="none" w="sm" len="sm"/>
              </a:ln>
            </p:spPr>
          </p:cxnSp>
          <p:cxnSp>
            <p:nvCxnSpPr>
              <p:cNvPr id="836" name="Google Shape;836;p11"/>
              <p:cNvCxnSpPr>
                <a:stCxn id="816" idx="6"/>
                <a:endCxn id="832" idx="2"/>
              </p:cNvCxnSpPr>
              <p:nvPr/>
            </p:nvCxnSpPr>
            <p:spPr>
              <a:xfrm>
                <a:off x="1247945" y="4028904"/>
                <a:ext cx="1535100" cy="252900"/>
              </a:xfrm>
              <a:prstGeom prst="straightConnector1">
                <a:avLst/>
              </a:prstGeom>
              <a:noFill/>
              <a:ln w="9525" cap="flat" cmpd="sng">
                <a:solidFill>
                  <a:srgbClr val="868686"/>
                </a:solidFill>
                <a:prstDash val="solid"/>
                <a:round/>
                <a:headEnd type="none" w="sm" len="sm"/>
                <a:tailEnd type="none" w="sm" len="sm"/>
              </a:ln>
            </p:spPr>
          </p:cxnSp>
          <p:cxnSp>
            <p:nvCxnSpPr>
              <p:cNvPr id="837" name="Google Shape;837;p11"/>
              <p:cNvCxnSpPr>
                <a:stCxn id="818" idx="6"/>
                <a:endCxn id="832" idx="2"/>
              </p:cNvCxnSpPr>
              <p:nvPr/>
            </p:nvCxnSpPr>
            <p:spPr>
              <a:xfrm>
                <a:off x="1247944" y="3702671"/>
                <a:ext cx="1535100" cy="579300"/>
              </a:xfrm>
              <a:prstGeom prst="straightConnector1">
                <a:avLst/>
              </a:prstGeom>
              <a:noFill/>
              <a:ln w="9525" cap="flat" cmpd="sng">
                <a:solidFill>
                  <a:srgbClr val="868686"/>
                </a:solidFill>
                <a:prstDash val="solid"/>
                <a:round/>
                <a:headEnd type="none" w="sm" len="sm"/>
                <a:tailEnd type="none" w="sm" len="sm"/>
              </a:ln>
            </p:spPr>
          </p:cxnSp>
          <p:cxnSp>
            <p:nvCxnSpPr>
              <p:cNvPr id="838" name="Google Shape;838;p11"/>
              <p:cNvCxnSpPr>
                <a:stCxn id="820" idx="6"/>
                <a:endCxn id="832" idx="2"/>
              </p:cNvCxnSpPr>
              <p:nvPr/>
            </p:nvCxnSpPr>
            <p:spPr>
              <a:xfrm>
                <a:off x="1247944" y="3376439"/>
                <a:ext cx="1535100" cy="905400"/>
              </a:xfrm>
              <a:prstGeom prst="straightConnector1">
                <a:avLst/>
              </a:prstGeom>
              <a:noFill/>
              <a:ln w="9525" cap="flat" cmpd="sng">
                <a:solidFill>
                  <a:srgbClr val="868686"/>
                </a:solidFill>
                <a:prstDash val="solid"/>
                <a:round/>
                <a:headEnd type="none" w="sm" len="sm"/>
                <a:tailEnd type="none" w="sm" len="sm"/>
              </a:ln>
            </p:spPr>
          </p:cxnSp>
          <p:cxnSp>
            <p:nvCxnSpPr>
              <p:cNvPr id="839" name="Google Shape;839;p11"/>
              <p:cNvCxnSpPr>
                <a:stCxn id="822" idx="6"/>
                <a:endCxn id="832" idx="2"/>
              </p:cNvCxnSpPr>
              <p:nvPr/>
            </p:nvCxnSpPr>
            <p:spPr>
              <a:xfrm>
                <a:off x="1247944" y="3050207"/>
                <a:ext cx="1535100" cy="1231500"/>
              </a:xfrm>
              <a:prstGeom prst="straightConnector1">
                <a:avLst/>
              </a:prstGeom>
              <a:noFill/>
              <a:ln w="9525" cap="flat" cmpd="sng">
                <a:solidFill>
                  <a:srgbClr val="868686"/>
                </a:solidFill>
                <a:prstDash val="solid"/>
                <a:round/>
                <a:headEnd type="none" w="sm" len="sm"/>
                <a:tailEnd type="none" w="sm" len="sm"/>
              </a:ln>
            </p:spPr>
          </p:cxnSp>
          <p:cxnSp>
            <p:nvCxnSpPr>
              <p:cNvPr id="840" name="Google Shape;840;p11"/>
              <p:cNvCxnSpPr>
                <a:stCxn id="824" idx="6"/>
                <a:endCxn id="832" idx="2"/>
              </p:cNvCxnSpPr>
              <p:nvPr/>
            </p:nvCxnSpPr>
            <p:spPr>
              <a:xfrm>
                <a:off x="1247944" y="2723975"/>
                <a:ext cx="1535100" cy="1557900"/>
              </a:xfrm>
              <a:prstGeom prst="straightConnector1">
                <a:avLst/>
              </a:prstGeom>
              <a:noFill/>
              <a:ln w="9525" cap="flat" cmpd="sng">
                <a:solidFill>
                  <a:srgbClr val="868686"/>
                </a:solidFill>
                <a:prstDash val="solid"/>
                <a:round/>
                <a:headEnd type="none" w="sm" len="sm"/>
                <a:tailEnd type="none" w="sm" len="sm"/>
              </a:ln>
            </p:spPr>
          </p:cxnSp>
          <p:cxnSp>
            <p:nvCxnSpPr>
              <p:cNvPr id="841" name="Google Shape;841;p11"/>
              <p:cNvCxnSpPr>
                <a:stCxn id="826" idx="6"/>
                <a:endCxn id="832" idx="2"/>
              </p:cNvCxnSpPr>
              <p:nvPr/>
            </p:nvCxnSpPr>
            <p:spPr>
              <a:xfrm>
                <a:off x="1247944" y="2397742"/>
                <a:ext cx="1535100" cy="1884000"/>
              </a:xfrm>
              <a:prstGeom prst="straightConnector1">
                <a:avLst/>
              </a:prstGeom>
              <a:noFill/>
              <a:ln w="9525" cap="flat" cmpd="sng">
                <a:solidFill>
                  <a:srgbClr val="868686"/>
                </a:solidFill>
                <a:prstDash val="solid"/>
                <a:round/>
                <a:headEnd type="none" w="sm" len="sm"/>
                <a:tailEnd type="none" w="sm" len="sm"/>
              </a:ln>
            </p:spPr>
          </p:cxnSp>
          <p:cxnSp>
            <p:nvCxnSpPr>
              <p:cNvPr id="842" name="Google Shape;842;p11"/>
              <p:cNvCxnSpPr>
                <a:stCxn id="828" idx="6"/>
                <a:endCxn id="832" idx="2"/>
              </p:cNvCxnSpPr>
              <p:nvPr/>
            </p:nvCxnSpPr>
            <p:spPr>
              <a:xfrm>
                <a:off x="1239256" y="2071510"/>
                <a:ext cx="1543800" cy="2210400"/>
              </a:xfrm>
              <a:prstGeom prst="straightConnector1">
                <a:avLst/>
              </a:prstGeom>
              <a:noFill/>
              <a:ln w="9525" cap="flat" cmpd="sng">
                <a:solidFill>
                  <a:srgbClr val="868686"/>
                </a:solidFill>
                <a:prstDash val="solid"/>
                <a:round/>
                <a:headEnd type="none" w="sm" len="sm"/>
                <a:tailEnd type="none" w="sm" len="sm"/>
              </a:ln>
            </p:spPr>
          </p:cxnSp>
          <p:cxnSp>
            <p:nvCxnSpPr>
              <p:cNvPr id="843" name="Google Shape;843;p11"/>
              <p:cNvCxnSpPr>
                <a:stCxn id="830" idx="6"/>
                <a:endCxn id="832" idx="2"/>
              </p:cNvCxnSpPr>
              <p:nvPr/>
            </p:nvCxnSpPr>
            <p:spPr>
              <a:xfrm>
                <a:off x="1239255" y="1745279"/>
                <a:ext cx="1543800" cy="2536500"/>
              </a:xfrm>
              <a:prstGeom prst="straightConnector1">
                <a:avLst/>
              </a:prstGeom>
              <a:noFill/>
              <a:ln w="9525" cap="flat" cmpd="sng">
                <a:solidFill>
                  <a:srgbClr val="868686"/>
                </a:solidFill>
                <a:prstDash val="solid"/>
                <a:round/>
                <a:headEnd type="none" w="sm" len="sm"/>
                <a:tailEnd type="none" w="sm" len="sm"/>
              </a:ln>
            </p:spPr>
          </p:cxnSp>
          <p:cxnSp>
            <p:nvCxnSpPr>
              <p:cNvPr id="844" name="Google Shape;844;p11"/>
              <p:cNvCxnSpPr>
                <a:stCxn id="807" idx="6"/>
                <a:endCxn id="845" idx="2"/>
              </p:cNvCxnSpPr>
              <p:nvPr/>
            </p:nvCxnSpPr>
            <p:spPr>
              <a:xfrm rot="10800000" flipH="1">
                <a:off x="1256634" y="3824833"/>
                <a:ext cx="1526400" cy="1509000"/>
              </a:xfrm>
              <a:prstGeom prst="straightConnector1">
                <a:avLst/>
              </a:prstGeom>
              <a:noFill/>
              <a:ln w="9525" cap="flat" cmpd="sng">
                <a:solidFill>
                  <a:srgbClr val="868686"/>
                </a:solidFill>
                <a:prstDash val="solid"/>
                <a:round/>
                <a:headEnd type="none" w="sm" len="sm"/>
                <a:tailEnd type="none" w="sm" len="sm"/>
              </a:ln>
            </p:spPr>
          </p:cxnSp>
          <p:cxnSp>
            <p:nvCxnSpPr>
              <p:cNvPr id="846" name="Google Shape;846;p11"/>
              <p:cNvCxnSpPr>
                <a:stCxn id="810" idx="6"/>
                <a:endCxn id="845" idx="2"/>
              </p:cNvCxnSpPr>
              <p:nvPr/>
            </p:nvCxnSpPr>
            <p:spPr>
              <a:xfrm rot="10800000" flipH="1">
                <a:off x="1256634" y="3824701"/>
                <a:ext cx="1526400" cy="1182900"/>
              </a:xfrm>
              <a:prstGeom prst="straightConnector1">
                <a:avLst/>
              </a:prstGeom>
              <a:noFill/>
              <a:ln w="9525" cap="flat" cmpd="sng">
                <a:solidFill>
                  <a:srgbClr val="868686"/>
                </a:solidFill>
                <a:prstDash val="solid"/>
                <a:round/>
                <a:headEnd type="none" w="sm" len="sm"/>
                <a:tailEnd type="none" w="sm" len="sm"/>
              </a:ln>
            </p:spPr>
          </p:cxnSp>
          <p:cxnSp>
            <p:nvCxnSpPr>
              <p:cNvPr id="847" name="Google Shape;847;p11"/>
              <p:cNvCxnSpPr>
                <a:stCxn id="812" idx="6"/>
                <a:endCxn id="845" idx="2"/>
              </p:cNvCxnSpPr>
              <p:nvPr/>
            </p:nvCxnSpPr>
            <p:spPr>
              <a:xfrm rot="10800000" flipH="1">
                <a:off x="1256634" y="3824869"/>
                <a:ext cx="1526400" cy="856500"/>
              </a:xfrm>
              <a:prstGeom prst="straightConnector1">
                <a:avLst/>
              </a:prstGeom>
              <a:noFill/>
              <a:ln w="9525" cap="flat" cmpd="sng">
                <a:solidFill>
                  <a:srgbClr val="868686"/>
                </a:solidFill>
                <a:prstDash val="solid"/>
                <a:round/>
                <a:headEnd type="none" w="sm" len="sm"/>
                <a:tailEnd type="none" w="sm" len="sm"/>
              </a:ln>
            </p:spPr>
          </p:cxnSp>
          <p:cxnSp>
            <p:nvCxnSpPr>
              <p:cNvPr id="848" name="Google Shape;848;p11"/>
              <p:cNvCxnSpPr>
                <a:stCxn id="814" idx="6"/>
                <a:endCxn id="845" idx="2"/>
              </p:cNvCxnSpPr>
              <p:nvPr/>
            </p:nvCxnSpPr>
            <p:spPr>
              <a:xfrm rot="10800000" flipH="1">
                <a:off x="1256634" y="3824736"/>
                <a:ext cx="1526400" cy="530400"/>
              </a:xfrm>
              <a:prstGeom prst="straightConnector1">
                <a:avLst/>
              </a:prstGeom>
              <a:noFill/>
              <a:ln w="9525" cap="flat" cmpd="sng">
                <a:solidFill>
                  <a:srgbClr val="868686"/>
                </a:solidFill>
                <a:prstDash val="solid"/>
                <a:round/>
                <a:headEnd type="none" w="sm" len="sm"/>
                <a:tailEnd type="none" w="sm" len="sm"/>
              </a:ln>
            </p:spPr>
          </p:cxnSp>
          <p:cxnSp>
            <p:nvCxnSpPr>
              <p:cNvPr id="849" name="Google Shape;849;p11"/>
              <p:cNvCxnSpPr>
                <a:stCxn id="816" idx="6"/>
                <a:endCxn id="845" idx="2"/>
              </p:cNvCxnSpPr>
              <p:nvPr/>
            </p:nvCxnSpPr>
            <p:spPr>
              <a:xfrm rot="10800000" flipH="1">
                <a:off x="1247945" y="3824904"/>
                <a:ext cx="1535100" cy="204000"/>
              </a:xfrm>
              <a:prstGeom prst="straightConnector1">
                <a:avLst/>
              </a:prstGeom>
              <a:noFill/>
              <a:ln w="9525" cap="flat" cmpd="sng">
                <a:solidFill>
                  <a:srgbClr val="868686"/>
                </a:solidFill>
                <a:prstDash val="solid"/>
                <a:round/>
                <a:headEnd type="none" w="sm" len="sm"/>
                <a:tailEnd type="none" w="sm" len="sm"/>
              </a:ln>
            </p:spPr>
          </p:cxnSp>
          <p:cxnSp>
            <p:nvCxnSpPr>
              <p:cNvPr id="850" name="Google Shape;850;p11"/>
              <p:cNvCxnSpPr>
                <a:stCxn id="818" idx="6"/>
                <a:endCxn id="845" idx="2"/>
              </p:cNvCxnSpPr>
              <p:nvPr/>
            </p:nvCxnSpPr>
            <p:spPr>
              <a:xfrm>
                <a:off x="1247944" y="3702671"/>
                <a:ext cx="1535100" cy="122100"/>
              </a:xfrm>
              <a:prstGeom prst="straightConnector1">
                <a:avLst/>
              </a:prstGeom>
              <a:noFill/>
              <a:ln w="9525" cap="flat" cmpd="sng">
                <a:solidFill>
                  <a:srgbClr val="868686"/>
                </a:solidFill>
                <a:prstDash val="solid"/>
                <a:round/>
                <a:headEnd type="none" w="sm" len="sm"/>
                <a:tailEnd type="none" w="sm" len="sm"/>
              </a:ln>
            </p:spPr>
          </p:cxnSp>
          <p:cxnSp>
            <p:nvCxnSpPr>
              <p:cNvPr id="851" name="Google Shape;851;p11"/>
              <p:cNvCxnSpPr>
                <a:stCxn id="820" idx="6"/>
                <a:endCxn id="845" idx="2"/>
              </p:cNvCxnSpPr>
              <p:nvPr/>
            </p:nvCxnSpPr>
            <p:spPr>
              <a:xfrm>
                <a:off x="1247944" y="3376439"/>
                <a:ext cx="1535100" cy="448200"/>
              </a:xfrm>
              <a:prstGeom prst="straightConnector1">
                <a:avLst/>
              </a:prstGeom>
              <a:noFill/>
              <a:ln w="9525" cap="flat" cmpd="sng">
                <a:solidFill>
                  <a:srgbClr val="868686"/>
                </a:solidFill>
                <a:prstDash val="solid"/>
                <a:round/>
                <a:headEnd type="none" w="sm" len="sm"/>
                <a:tailEnd type="none" w="sm" len="sm"/>
              </a:ln>
            </p:spPr>
          </p:cxnSp>
          <p:cxnSp>
            <p:nvCxnSpPr>
              <p:cNvPr id="852" name="Google Shape;852;p11"/>
              <p:cNvCxnSpPr>
                <a:stCxn id="822" idx="6"/>
                <a:endCxn id="845" idx="2"/>
              </p:cNvCxnSpPr>
              <p:nvPr/>
            </p:nvCxnSpPr>
            <p:spPr>
              <a:xfrm>
                <a:off x="1247944" y="3050207"/>
                <a:ext cx="1535100" cy="774600"/>
              </a:xfrm>
              <a:prstGeom prst="straightConnector1">
                <a:avLst/>
              </a:prstGeom>
              <a:noFill/>
              <a:ln w="9525" cap="flat" cmpd="sng">
                <a:solidFill>
                  <a:srgbClr val="868686"/>
                </a:solidFill>
                <a:prstDash val="solid"/>
                <a:round/>
                <a:headEnd type="none" w="sm" len="sm"/>
                <a:tailEnd type="none" w="sm" len="sm"/>
              </a:ln>
            </p:spPr>
          </p:cxnSp>
          <p:cxnSp>
            <p:nvCxnSpPr>
              <p:cNvPr id="853" name="Google Shape;853;p11"/>
              <p:cNvCxnSpPr>
                <a:stCxn id="824" idx="6"/>
                <a:endCxn id="845" idx="2"/>
              </p:cNvCxnSpPr>
              <p:nvPr/>
            </p:nvCxnSpPr>
            <p:spPr>
              <a:xfrm>
                <a:off x="1247944" y="2723975"/>
                <a:ext cx="1535100" cy="1100700"/>
              </a:xfrm>
              <a:prstGeom prst="straightConnector1">
                <a:avLst/>
              </a:prstGeom>
              <a:noFill/>
              <a:ln w="9525" cap="flat" cmpd="sng">
                <a:solidFill>
                  <a:srgbClr val="868686"/>
                </a:solidFill>
                <a:prstDash val="solid"/>
                <a:round/>
                <a:headEnd type="none" w="sm" len="sm"/>
                <a:tailEnd type="none" w="sm" len="sm"/>
              </a:ln>
            </p:spPr>
          </p:cxnSp>
          <p:cxnSp>
            <p:nvCxnSpPr>
              <p:cNvPr id="854" name="Google Shape;854;p11"/>
              <p:cNvCxnSpPr>
                <a:stCxn id="826" idx="6"/>
                <a:endCxn id="845" idx="2"/>
              </p:cNvCxnSpPr>
              <p:nvPr/>
            </p:nvCxnSpPr>
            <p:spPr>
              <a:xfrm>
                <a:off x="1247944" y="2397742"/>
                <a:ext cx="1535100" cy="1427100"/>
              </a:xfrm>
              <a:prstGeom prst="straightConnector1">
                <a:avLst/>
              </a:prstGeom>
              <a:noFill/>
              <a:ln w="9525" cap="flat" cmpd="sng">
                <a:solidFill>
                  <a:srgbClr val="868686"/>
                </a:solidFill>
                <a:prstDash val="solid"/>
                <a:round/>
                <a:headEnd type="none" w="sm" len="sm"/>
                <a:tailEnd type="none" w="sm" len="sm"/>
              </a:ln>
            </p:spPr>
          </p:cxnSp>
          <p:cxnSp>
            <p:nvCxnSpPr>
              <p:cNvPr id="855" name="Google Shape;855;p11"/>
              <p:cNvCxnSpPr>
                <a:stCxn id="828" idx="6"/>
                <a:endCxn id="845" idx="2"/>
              </p:cNvCxnSpPr>
              <p:nvPr/>
            </p:nvCxnSpPr>
            <p:spPr>
              <a:xfrm>
                <a:off x="1239256" y="2071510"/>
                <a:ext cx="1543800" cy="1753200"/>
              </a:xfrm>
              <a:prstGeom prst="straightConnector1">
                <a:avLst/>
              </a:prstGeom>
              <a:noFill/>
              <a:ln w="9525" cap="flat" cmpd="sng">
                <a:solidFill>
                  <a:srgbClr val="868686"/>
                </a:solidFill>
                <a:prstDash val="solid"/>
                <a:round/>
                <a:headEnd type="none" w="sm" len="sm"/>
                <a:tailEnd type="none" w="sm" len="sm"/>
              </a:ln>
            </p:spPr>
          </p:cxnSp>
          <p:cxnSp>
            <p:nvCxnSpPr>
              <p:cNvPr id="856" name="Google Shape;856;p11"/>
              <p:cNvCxnSpPr>
                <a:stCxn id="830" idx="6"/>
                <a:endCxn id="845" idx="2"/>
              </p:cNvCxnSpPr>
              <p:nvPr/>
            </p:nvCxnSpPr>
            <p:spPr>
              <a:xfrm>
                <a:off x="1239255" y="1745279"/>
                <a:ext cx="1543800" cy="2079600"/>
              </a:xfrm>
              <a:prstGeom prst="straightConnector1">
                <a:avLst/>
              </a:prstGeom>
              <a:noFill/>
              <a:ln w="9525" cap="flat" cmpd="sng">
                <a:solidFill>
                  <a:srgbClr val="868686"/>
                </a:solidFill>
                <a:prstDash val="solid"/>
                <a:round/>
                <a:headEnd type="none" w="sm" len="sm"/>
                <a:tailEnd type="none" w="sm" len="sm"/>
              </a:ln>
            </p:spPr>
          </p:cxnSp>
          <p:cxnSp>
            <p:nvCxnSpPr>
              <p:cNvPr id="857" name="Google Shape;857;p11"/>
              <p:cNvCxnSpPr>
                <a:stCxn id="807" idx="6"/>
                <a:endCxn id="858" idx="2"/>
              </p:cNvCxnSpPr>
              <p:nvPr/>
            </p:nvCxnSpPr>
            <p:spPr>
              <a:xfrm rot="10800000" flipH="1">
                <a:off x="1256634" y="3367633"/>
                <a:ext cx="1526400" cy="1966200"/>
              </a:xfrm>
              <a:prstGeom prst="straightConnector1">
                <a:avLst/>
              </a:prstGeom>
              <a:noFill/>
              <a:ln w="9525" cap="flat" cmpd="sng">
                <a:solidFill>
                  <a:srgbClr val="868686"/>
                </a:solidFill>
                <a:prstDash val="solid"/>
                <a:round/>
                <a:headEnd type="none" w="sm" len="sm"/>
                <a:tailEnd type="none" w="sm" len="sm"/>
              </a:ln>
            </p:spPr>
          </p:cxnSp>
          <p:cxnSp>
            <p:nvCxnSpPr>
              <p:cNvPr id="859" name="Google Shape;859;p11"/>
              <p:cNvCxnSpPr>
                <a:stCxn id="810" idx="6"/>
                <a:endCxn id="858" idx="2"/>
              </p:cNvCxnSpPr>
              <p:nvPr/>
            </p:nvCxnSpPr>
            <p:spPr>
              <a:xfrm rot="10800000" flipH="1">
                <a:off x="1256634" y="3367801"/>
                <a:ext cx="1526400" cy="1639800"/>
              </a:xfrm>
              <a:prstGeom prst="straightConnector1">
                <a:avLst/>
              </a:prstGeom>
              <a:noFill/>
              <a:ln w="9525" cap="flat" cmpd="sng">
                <a:solidFill>
                  <a:srgbClr val="868686"/>
                </a:solidFill>
                <a:prstDash val="solid"/>
                <a:round/>
                <a:headEnd type="none" w="sm" len="sm"/>
                <a:tailEnd type="none" w="sm" len="sm"/>
              </a:ln>
            </p:spPr>
          </p:cxnSp>
          <p:cxnSp>
            <p:nvCxnSpPr>
              <p:cNvPr id="860" name="Google Shape;860;p11"/>
              <p:cNvCxnSpPr>
                <a:stCxn id="812" idx="6"/>
                <a:endCxn id="858" idx="2"/>
              </p:cNvCxnSpPr>
              <p:nvPr/>
            </p:nvCxnSpPr>
            <p:spPr>
              <a:xfrm rot="10800000" flipH="1">
                <a:off x="1256634" y="3367669"/>
                <a:ext cx="1526400" cy="1313700"/>
              </a:xfrm>
              <a:prstGeom prst="straightConnector1">
                <a:avLst/>
              </a:prstGeom>
              <a:noFill/>
              <a:ln w="9525" cap="flat" cmpd="sng">
                <a:solidFill>
                  <a:srgbClr val="868686"/>
                </a:solidFill>
                <a:prstDash val="solid"/>
                <a:round/>
                <a:headEnd type="none" w="sm" len="sm"/>
                <a:tailEnd type="none" w="sm" len="sm"/>
              </a:ln>
            </p:spPr>
          </p:cxnSp>
          <p:cxnSp>
            <p:nvCxnSpPr>
              <p:cNvPr id="861" name="Google Shape;861;p11"/>
              <p:cNvCxnSpPr>
                <a:stCxn id="814" idx="6"/>
                <a:endCxn id="858" idx="2"/>
              </p:cNvCxnSpPr>
              <p:nvPr/>
            </p:nvCxnSpPr>
            <p:spPr>
              <a:xfrm rot="10800000" flipH="1">
                <a:off x="1256634" y="3367836"/>
                <a:ext cx="1526400" cy="987300"/>
              </a:xfrm>
              <a:prstGeom prst="straightConnector1">
                <a:avLst/>
              </a:prstGeom>
              <a:noFill/>
              <a:ln w="9525" cap="flat" cmpd="sng">
                <a:solidFill>
                  <a:srgbClr val="868686"/>
                </a:solidFill>
                <a:prstDash val="solid"/>
                <a:round/>
                <a:headEnd type="none" w="sm" len="sm"/>
                <a:tailEnd type="none" w="sm" len="sm"/>
              </a:ln>
            </p:spPr>
          </p:cxnSp>
          <p:cxnSp>
            <p:nvCxnSpPr>
              <p:cNvPr id="862" name="Google Shape;862;p11"/>
              <p:cNvCxnSpPr>
                <a:stCxn id="816" idx="6"/>
                <a:endCxn id="858" idx="2"/>
              </p:cNvCxnSpPr>
              <p:nvPr/>
            </p:nvCxnSpPr>
            <p:spPr>
              <a:xfrm rot="10800000" flipH="1">
                <a:off x="1247945" y="3367704"/>
                <a:ext cx="1535100" cy="661200"/>
              </a:xfrm>
              <a:prstGeom prst="straightConnector1">
                <a:avLst/>
              </a:prstGeom>
              <a:noFill/>
              <a:ln w="9525" cap="flat" cmpd="sng">
                <a:solidFill>
                  <a:srgbClr val="868686"/>
                </a:solidFill>
                <a:prstDash val="solid"/>
                <a:round/>
                <a:headEnd type="none" w="sm" len="sm"/>
                <a:tailEnd type="none" w="sm" len="sm"/>
              </a:ln>
            </p:spPr>
          </p:cxnSp>
          <p:cxnSp>
            <p:nvCxnSpPr>
              <p:cNvPr id="863" name="Google Shape;863;p11"/>
              <p:cNvCxnSpPr>
                <a:stCxn id="818" idx="6"/>
                <a:endCxn id="858" idx="2"/>
              </p:cNvCxnSpPr>
              <p:nvPr/>
            </p:nvCxnSpPr>
            <p:spPr>
              <a:xfrm rot="10800000" flipH="1">
                <a:off x="1247944" y="3367571"/>
                <a:ext cx="1535100" cy="335100"/>
              </a:xfrm>
              <a:prstGeom prst="straightConnector1">
                <a:avLst/>
              </a:prstGeom>
              <a:noFill/>
              <a:ln w="9525" cap="flat" cmpd="sng">
                <a:solidFill>
                  <a:srgbClr val="868686"/>
                </a:solidFill>
                <a:prstDash val="solid"/>
                <a:round/>
                <a:headEnd type="none" w="sm" len="sm"/>
                <a:tailEnd type="none" w="sm" len="sm"/>
              </a:ln>
            </p:spPr>
          </p:cxnSp>
          <p:cxnSp>
            <p:nvCxnSpPr>
              <p:cNvPr id="864" name="Google Shape;864;p11"/>
              <p:cNvCxnSpPr>
                <a:stCxn id="820" idx="6"/>
                <a:endCxn id="858" idx="2"/>
              </p:cNvCxnSpPr>
              <p:nvPr/>
            </p:nvCxnSpPr>
            <p:spPr>
              <a:xfrm rot="10800000" flipH="1">
                <a:off x="1247944" y="3367739"/>
                <a:ext cx="1535100" cy="8700"/>
              </a:xfrm>
              <a:prstGeom prst="straightConnector1">
                <a:avLst/>
              </a:prstGeom>
              <a:noFill/>
              <a:ln w="9525" cap="flat" cmpd="sng">
                <a:solidFill>
                  <a:srgbClr val="868686"/>
                </a:solidFill>
                <a:prstDash val="solid"/>
                <a:round/>
                <a:headEnd type="none" w="sm" len="sm"/>
                <a:tailEnd type="none" w="sm" len="sm"/>
              </a:ln>
            </p:spPr>
          </p:cxnSp>
          <p:cxnSp>
            <p:nvCxnSpPr>
              <p:cNvPr id="865" name="Google Shape;865;p11"/>
              <p:cNvCxnSpPr>
                <a:stCxn id="822" idx="6"/>
                <a:endCxn id="858" idx="2"/>
              </p:cNvCxnSpPr>
              <p:nvPr/>
            </p:nvCxnSpPr>
            <p:spPr>
              <a:xfrm>
                <a:off x="1247944" y="3050207"/>
                <a:ext cx="1535100" cy="317400"/>
              </a:xfrm>
              <a:prstGeom prst="straightConnector1">
                <a:avLst/>
              </a:prstGeom>
              <a:noFill/>
              <a:ln w="9525" cap="flat" cmpd="sng">
                <a:solidFill>
                  <a:srgbClr val="868686"/>
                </a:solidFill>
                <a:prstDash val="solid"/>
                <a:round/>
                <a:headEnd type="none" w="sm" len="sm"/>
                <a:tailEnd type="none" w="sm" len="sm"/>
              </a:ln>
            </p:spPr>
          </p:cxnSp>
          <p:cxnSp>
            <p:nvCxnSpPr>
              <p:cNvPr id="866" name="Google Shape;866;p11"/>
              <p:cNvCxnSpPr>
                <a:stCxn id="824" idx="6"/>
                <a:endCxn id="858" idx="2"/>
              </p:cNvCxnSpPr>
              <p:nvPr/>
            </p:nvCxnSpPr>
            <p:spPr>
              <a:xfrm>
                <a:off x="1247944" y="2723975"/>
                <a:ext cx="1535100" cy="643800"/>
              </a:xfrm>
              <a:prstGeom prst="straightConnector1">
                <a:avLst/>
              </a:prstGeom>
              <a:noFill/>
              <a:ln w="9525" cap="flat" cmpd="sng">
                <a:solidFill>
                  <a:srgbClr val="868686"/>
                </a:solidFill>
                <a:prstDash val="solid"/>
                <a:round/>
                <a:headEnd type="none" w="sm" len="sm"/>
                <a:tailEnd type="none" w="sm" len="sm"/>
              </a:ln>
            </p:spPr>
          </p:cxnSp>
          <p:cxnSp>
            <p:nvCxnSpPr>
              <p:cNvPr id="867" name="Google Shape;867;p11"/>
              <p:cNvCxnSpPr>
                <a:stCxn id="826" idx="6"/>
                <a:endCxn id="858" idx="2"/>
              </p:cNvCxnSpPr>
              <p:nvPr/>
            </p:nvCxnSpPr>
            <p:spPr>
              <a:xfrm>
                <a:off x="1247944" y="2397742"/>
                <a:ext cx="1535100" cy="969900"/>
              </a:xfrm>
              <a:prstGeom prst="straightConnector1">
                <a:avLst/>
              </a:prstGeom>
              <a:noFill/>
              <a:ln w="9525" cap="flat" cmpd="sng">
                <a:solidFill>
                  <a:srgbClr val="868686"/>
                </a:solidFill>
                <a:prstDash val="solid"/>
                <a:round/>
                <a:headEnd type="none" w="sm" len="sm"/>
                <a:tailEnd type="none" w="sm" len="sm"/>
              </a:ln>
            </p:spPr>
          </p:cxnSp>
          <p:cxnSp>
            <p:nvCxnSpPr>
              <p:cNvPr id="868" name="Google Shape;868;p11"/>
              <p:cNvCxnSpPr>
                <a:stCxn id="826" idx="6"/>
                <a:endCxn id="858" idx="2"/>
              </p:cNvCxnSpPr>
              <p:nvPr/>
            </p:nvCxnSpPr>
            <p:spPr>
              <a:xfrm>
                <a:off x="1247944" y="2397742"/>
                <a:ext cx="1535100" cy="969900"/>
              </a:xfrm>
              <a:prstGeom prst="straightConnector1">
                <a:avLst/>
              </a:prstGeom>
              <a:noFill/>
              <a:ln w="9525" cap="flat" cmpd="sng">
                <a:solidFill>
                  <a:srgbClr val="868686"/>
                </a:solidFill>
                <a:prstDash val="solid"/>
                <a:round/>
                <a:headEnd type="none" w="sm" len="sm"/>
                <a:tailEnd type="none" w="sm" len="sm"/>
              </a:ln>
            </p:spPr>
          </p:cxnSp>
          <p:cxnSp>
            <p:nvCxnSpPr>
              <p:cNvPr id="869" name="Google Shape;869;p11"/>
              <p:cNvCxnSpPr>
                <a:stCxn id="828" idx="6"/>
                <a:endCxn id="858" idx="2"/>
              </p:cNvCxnSpPr>
              <p:nvPr/>
            </p:nvCxnSpPr>
            <p:spPr>
              <a:xfrm>
                <a:off x="1239256" y="2071510"/>
                <a:ext cx="1543800" cy="1296300"/>
              </a:xfrm>
              <a:prstGeom prst="straightConnector1">
                <a:avLst/>
              </a:prstGeom>
              <a:noFill/>
              <a:ln w="9525" cap="flat" cmpd="sng">
                <a:solidFill>
                  <a:srgbClr val="868686"/>
                </a:solidFill>
                <a:prstDash val="solid"/>
                <a:round/>
                <a:headEnd type="none" w="sm" len="sm"/>
                <a:tailEnd type="none" w="sm" len="sm"/>
              </a:ln>
            </p:spPr>
          </p:cxnSp>
          <p:cxnSp>
            <p:nvCxnSpPr>
              <p:cNvPr id="870" name="Google Shape;870;p11"/>
              <p:cNvCxnSpPr>
                <a:stCxn id="830" idx="6"/>
                <a:endCxn id="858" idx="2"/>
              </p:cNvCxnSpPr>
              <p:nvPr/>
            </p:nvCxnSpPr>
            <p:spPr>
              <a:xfrm>
                <a:off x="1239255" y="1745279"/>
                <a:ext cx="1543800" cy="1622400"/>
              </a:xfrm>
              <a:prstGeom prst="straightConnector1">
                <a:avLst/>
              </a:prstGeom>
              <a:noFill/>
              <a:ln w="9525" cap="flat" cmpd="sng">
                <a:solidFill>
                  <a:srgbClr val="868686"/>
                </a:solidFill>
                <a:prstDash val="solid"/>
                <a:round/>
                <a:headEnd type="none" w="sm" len="sm"/>
                <a:tailEnd type="none" w="sm" len="sm"/>
              </a:ln>
            </p:spPr>
          </p:cxnSp>
          <p:cxnSp>
            <p:nvCxnSpPr>
              <p:cNvPr id="871" name="Google Shape;871;p11"/>
              <p:cNvCxnSpPr>
                <a:stCxn id="807" idx="6"/>
                <a:endCxn id="872" idx="2"/>
              </p:cNvCxnSpPr>
              <p:nvPr/>
            </p:nvCxnSpPr>
            <p:spPr>
              <a:xfrm rot="10800000" flipH="1">
                <a:off x="1256634" y="2910733"/>
                <a:ext cx="1526400" cy="2423100"/>
              </a:xfrm>
              <a:prstGeom prst="straightConnector1">
                <a:avLst/>
              </a:prstGeom>
              <a:noFill/>
              <a:ln w="9525" cap="flat" cmpd="sng">
                <a:solidFill>
                  <a:srgbClr val="868686"/>
                </a:solidFill>
                <a:prstDash val="solid"/>
                <a:round/>
                <a:headEnd type="none" w="sm" len="sm"/>
                <a:tailEnd type="none" w="sm" len="sm"/>
              </a:ln>
            </p:spPr>
          </p:cxnSp>
          <p:cxnSp>
            <p:nvCxnSpPr>
              <p:cNvPr id="873" name="Google Shape;873;p11"/>
              <p:cNvCxnSpPr>
                <a:stCxn id="810" idx="6"/>
                <a:endCxn id="872" idx="2"/>
              </p:cNvCxnSpPr>
              <p:nvPr/>
            </p:nvCxnSpPr>
            <p:spPr>
              <a:xfrm rot="10800000" flipH="1">
                <a:off x="1256634" y="2910601"/>
                <a:ext cx="1526400" cy="2097000"/>
              </a:xfrm>
              <a:prstGeom prst="straightConnector1">
                <a:avLst/>
              </a:prstGeom>
              <a:noFill/>
              <a:ln w="9525" cap="flat" cmpd="sng">
                <a:solidFill>
                  <a:srgbClr val="868686"/>
                </a:solidFill>
                <a:prstDash val="solid"/>
                <a:round/>
                <a:headEnd type="none" w="sm" len="sm"/>
                <a:tailEnd type="none" w="sm" len="sm"/>
              </a:ln>
            </p:spPr>
          </p:cxnSp>
          <p:cxnSp>
            <p:nvCxnSpPr>
              <p:cNvPr id="874" name="Google Shape;874;p11"/>
              <p:cNvCxnSpPr>
                <a:stCxn id="812" idx="6"/>
                <a:endCxn id="872" idx="2"/>
              </p:cNvCxnSpPr>
              <p:nvPr/>
            </p:nvCxnSpPr>
            <p:spPr>
              <a:xfrm rot="10800000" flipH="1">
                <a:off x="1256634" y="2910769"/>
                <a:ext cx="1526400" cy="1770600"/>
              </a:xfrm>
              <a:prstGeom prst="straightConnector1">
                <a:avLst/>
              </a:prstGeom>
              <a:noFill/>
              <a:ln w="9525" cap="flat" cmpd="sng">
                <a:solidFill>
                  <a:srgbClr val="868686"/>
                </a:solidFill>
                <a:prstDash val="solid"/>
                <a:round/>
                <a:headEnd type="none" w="sm" len="sm"/>
                <a:tailEnd type="none" w="sm" len="sm"/>
              </a:ln>
            </p:spPr>
          </p:cxnSp>
          <p:cxnSp>
            <p:nvCxnSpPr>
              <p:cNvPr id="875" name="Google Shape;875;p11"/>
              <p:cNvCxnSpPr>
                <a:stCxn id="814" idx="6"/>
                <a:endCxn id="872" idx="2"/>
              </p:cNvCxnSpPr>
              <p:nvPr/>
            </p:nvCxnSpPr>
            <p:spPr>
              <a:xfrm rot="10800000" flipH="1">
                <a:off x="1256634" y="2910636"/>
                <a:ext cx="1526400" cy="1444500"/>
              </a:xfrm>
              <a:prstGeom prst="straightConnector1">
                <a:avLst/>
              </a:prstGeom>
              <a:noFill/>
              <a:ln w="9525" cap="flat" cmpd="sng">
                <a:solidFill>
                  <a:srgbClr val="868686"/>
                </a:solidFill>
                <a:prstDash val="solid"/>
                <a:round/>
                <a:headEnd type="none" w="sm" len="sm"/>
                <a:tailEnd type="none" w="sm" len="sm"/>
              </a:ln>
            </p:spPr>
          </p:cxnSp>
          <p:cxnSp>
            <p:nvCxnSpPr>
              <p:cNvPr id="876" name="Google Shape;876;p11"/>
              <p:cNvCxnSpPr>
                <a:stCxn id="816" idx="6"/>
                <a:endCxn id="872" idx="2"/>
              </p:cNvCxnSpPr>
              <p:nvPr/>
            </p:nvCxnSpPr>
            <p:spPr>
              <a:xfrm rot="10800000" flipH="1">
                <a:off x="1247945" y="2910504"/>
                <a:ext cx="1535100" cy="1118400"/>
              </a:xfrm>
              <a:prstGeom prst="straightConnector1">
                <a:avLst/>
              </a:prstGeom>
              <a:noFill/>
              <a:ln w="9525" cap="flat" cmpd="sng">
                <a:solidFill>
                  <a:srgbClr val="868686"/>
                </a:solidFill>
                <a:prstDash val="solid"/>
                <a:round/>
                <a:headEnd type="none" w="sm" len="sm"/>
                <a:tailEnd type="none" w="sm" len="sm"/>
              </a:ln>
            </p:spPr>
          </p:cxnSp>
          <p:cxnSp>
            <p:nvCxnSpPr>
              <p:cNvPr id="877" name="Google Shape;877;p11"/>
              <p:cNvCxnSpPr>
                <a:stCxn id="818" idx="6"/>
                <a:endCxn id="872" idx="2"/>
              </p:cNvCxnSpPr>
              <p:nvPr/>
            </p:nvCxnSpPr>
            <p:spPr>
              <a:xfrm rot="10800000" flipH="1">
                <a:off x="1247944" y="2910671"/>
                <a:ext cx="1535100" cy="792000"/>
              </a:xfrm>
              <a:prstGeom prst="straightConnector1">
                <a:avLst/>
              </a:prstGeom>
              <a:noFill/>
              <a:ln w="9525" cap="flat" cmpd="sng">
                <a:solidFill>
                  <a:srgbClr val="868686"/>
                </a:solidFill>
                <a:prstDash val="solid"/>
                <a:round/>
                <a:headEnd type="none" w="sm" len="sm"/>
                <a:tailEnd type="none" w="sm" len="sm"/>
              </a:ln>
            </p:spPr>
          </p:cxnSp>
          <p:cxnSp>
            <p:nvCxnSpPr>
              <p:cNvPr id="878" name="Google Shape;878;p11"/>
              <p:cNvCxnSpPr>
                <a:stCxn id="820" idx="6"/>
                <a:endCxn id="872" idx="2"/>
              </p:cNvCxnSpPr>
              <p:nvPr/>
            </p:nvCxnSpPr>
            <p:spPr>
              <a:xfrm rot="10800000" flipH="1">
                <a:off x="1247944" y="2910539"/>
                <a:ext cx="1535100" cy="465900"/>
              </a:xfrm>
              <a:prstGeom prst="straightConnector1">
                <a:avLst/>
              </a:prstGeom>
              <a:noFill/>
              <a:ln w="9525" cap="flat" cmpd="sng">
                <a:solidFill>
                  <a:srgbClr val="868686"/>
                </a:solidFill>
                <a:prstDash val="solid"/>
                <a:round/>
                <a:headEnd type="none" w="sm" len="sm"/>
                <a:tailEnd type="none" w="sm" len="sm"/>
              </a:ln>
            </p:spPr>
          </p:cxnSp>
          <p:cxnSp>
            <p:nvCxnSpPr>
              <p:cNvPr id="879" name="Google Shape;879;p11"/>
              <p:cNvCxnSpPr>
                <a:stCxn id="822" idx="6"/>
                <a:endCxn id="872" idx="2"/>
              </p:cNvCxnSpPr>
              <p:nvPr/>
            </p:nvCxnSpPr>
            <p:spPr>
              <a:xfrm rot="10800000" flipH="1">
                <a:off x="1247944" y="2910707"/>
                <a:ext cx="1535100" cy="139500"/>
              </a:xfrm>
              <a:prstGeom prst="straightConnector1">
                <a:avLst/>
              </a:prstGeom>
              <a:noFill/>
              <a:ln w="9525" cap="flat" cmpd="sng">
                <a:solidFill>
                  <a:srgbClr val="868686"/>
                </a:solidFill>
                <a:prstDash val="solid"/>
                <a:round/>
                <a:headEnd type="none" w="sm" len="sm"/>
                <a:tailEnd type="none" w="sm" len="sm"/>
              </a:ln>
            </p:spPr>
          </p:cxnSp>
          <p:cxnSp>
            <p:nvCxnSpPr>
              <p:cNvPr id="880" name="Google Shape;880;p11"/>
              <p:cNvCxnSpPr>
                <a:stCxn id="824" idx="6"/>
                <a:endCxn id="872" idx="2"/>
              </p:cNvCxnSpPr>
              <p:nvPr/>
            </p:nvCxnSpPr>
            <p:spPr>
              <a:xfrm>
                <a:off x="1247944" y="2723975"/>
                <a:ext cx="1535100" cy="186600"/>
              </a:xfrm>
              <a:prstGeom prst="straightConnector1">
                <a:avLst/>
              </a:prstGeom>
              <a:noFill/>
              <a:ln w="9525" cap="flat" cmpd="sng">
                <a:solidFill>
                  <a:srgbClr val="868686"/>
                </a:solidFill>
                <a:prstDash val="solid"/>
                <a:round/>
                <a:headEnd type="none" w="sm" len="sm"/>
                <a:tailEnd type="none" w="sm" len="sm"/>
              </a:ln>
            </p:spPr>
          </p:cxnSp>
          <p:cxnSp>
            <p:nvCxnSpPr>
              <p:cNvPr id="881" name="Google Shape;881;p11"/>
              <p:cNvCxnSpPr>
                <a:stCxn id="826" idx="6"/>
                <a:endCxn id="872" idx="2"/>
              </p:cNvCxnSpPr>
              <p:nvPr/>
            </p:nvCxnSpPr>
            <p:spPr>
              <a:xfrm>
                <a:off x="1247944" y="2397742"/>
                <a:ext cx="1535100" cy="513000"/>
              </a:xfrm>
              <a:prstGeom prst="straightConnector1">
                <a:avLst/>
              </a:prstGeom>
              <a:noFill/>
              <a:ln w="9525" cap="flat" cmpd="sng">
                <a:solidFill>
                  <a:srgbClr val="868686"/>
                </a:solidFill>
                <a:prstDash val="solid"/>
                <a:round/>
                <a:headEnd type="none" w="sm" len="sm"/>
                <a:tailEnd type="none" w="sm" len="sm"/>
              </a:ln>
            </p:spPr>
          </p:cxnSp>
          <p:cxnSp>
            <p:nvCxnSpPr>
              <p:cNvPr id="882" name="Google Shape;882;p11"/>
              <p:cNvCxnSpPr>
                <a:stCxn id="828" idx="6"/>
                <a:endCxn id="872" idx="2"/>
              </p:cNvCxnSpPr>
              <p:nvPr/>
            </p:nvCxnSpPr>
            <p:spPr>
              <a:xfrm>
                <a:off x="1239256" y="2071510"/>
                <a:ext cx="1543800" cy="839100"/>
              </a:xfrm>
              <a:prstGeom prst="straightConnector1">
                <a:avLst/>
              </a:prstGeom>
              <a:noFill/>
              <a:ln w="9525" cap="flat" cmpd="sng">
                <a:solidFill>
                  <a:srgbClr val="868686"/>
                </a:solidFill>
                <a:prstDash val="solid"/>
                <a:round/>
                <a:headEnd type="none" w="sm" len="sm"/>
                <a:tailEnd type="none" w="sm" len="sm"/>
              </a:ln>
            </p:spPr>
          </p:cxnSp>
          <p:cxnSp>
            <p:nvCxnSpPr>
              <p:cNvPr id="883" name="Google Shape;883;p11"/>
              <p:cNvCxnSpPr>
                <a:stCxn id="830" idx="6"/>
                <a:endCxn id="872" idx="2"/>
              </p:cNvCxnSpPr>
              <p:nvPr/>
            </p:nvCxnSpPr>
            <p:spPr>
              <a:xfrm>
                <a:off x="1239255" y="1745279"/>
                <a:ext cx="1543800" cy="1165500"/>
              </a:xfrm>
              <a:prstGeom prst="straightConnector1">
                <a:avLst/>
              </a:prstGeom>
              <a:noFill/>
              <a:ln w="9525" cap="flat" cmpd="sng">
                <a:solidFill>
                  <a:srgbClr val="868686"/>
                </a:solidFill>
                <a:prstDash val="solid"/>
                <a:round/>
                <a:headEnd type="none" w="sm" len="sm"/>
                <a:tailEnd type="none" w="sm" len="sm"/>
              </a:ln>
            </p:spPr>
          </p:cxnSp>
          <p:cxnSp>
            <p:nvCxnSpPr>
              <p:cNvPr id="884" name="Google Shape;884;p11"/>
              <p:cNvCxnSpPr>
                <a:stCxn id="807" idx="6"/>
                <a:endCxn id="885" idx="2"/>
              </p:cNvCxnSpPr>
              <p:nvPr/>
            </p:nvCxnSpPr>
            <p:spPr>
              <a:xfrm rot="10800000" flipH="1">
                <a:off x="1256634" y="2453533"/>
                <a:ext cx="1526400" cy="2880300"/>
              </a:xfrm>
              <a:prstGeom prst="straightConnector1">
                <a:avLst/>
              </a:prstGeom>
              <a:noFill/>
              <a:ln w="9525" cap="flat" cmpd="sng">
                <a:solidFill>
                  <a:srgbClr val="868686"/>
                </a:solidFill>
                <a:prstDash val="solid"/>
                <a:round/>
                <a:headEnd type="none" w="sm" len="sm"/>
                <a:tailEnd type="none" w="sm" len="sm"/>
              </a:ln>
            </p:spPr>
          </p:cxnSp>
          <p:cxnSp>
            <p:nvCxnSpPr>
              <p:cNvPr id="886" name="Google Shape;886;p11"/>
              <p:cNvCxnSpPr>
                <a:stCxn id="810" idx="6"/>
                <a:endCxn id="885" idx="2"/>
              </p:cNvCxnSpPr>
              <p:nvPr/>
            </p:nvCxnSpPr>
            <p:spPr>
              <a:xfrm rot="10800000" flipH="1">
                <a:off x="1256634" y="2453701"/>
                <a:ext cx="1526400" cy="2553900"/>
              </a:xfrm>
              <a:prstGeom prst="straightConnector1">
                <a:avLst/>
              </a:prstGeom>
              <a:noFill/>
              <a:ln w="9525" cap="flat" cmpd="sng">
                <a:solidFill>
                  <a:srgbClr val="868686"/>
                </a:solidFill>
                <a:prstDash val="solid"/>
                <a:round/>
                <a:headEnd type="none" w="sm" len="sm"/>
                <a:tailEnd type="none" w="sm" len="sm"/>
              </a:ln>
            </p:spPr>
          </p:cxnSp>
          <p:cxnSp>
            <p:nvCxnSpPr>
              <p:cNvPr id="887" name="Google Shape;887;p11"/>
              <p:cNvCxnSpPr>
                <a:stCxn id="812" idx="6"/>
                <a:endCxn id="885" idx="2"/>
              </p:cNvCxnSpPr>
              <p:nvPr/>
            </p:nvCxnSpPr>
            <p:spPr>
              <a:xfrm rot="10800000" flipH="1">
                <a:off x="1256634" y="2453569"/>
                <a:ext cx="1526400" cy="2227800"/>
              </a:xfrm>
              <a:prstGeom prst="straightConnector1">
                <a:avLst/>
              </a:prstGeom>
              <a:noFill/>
              <a:ln w="9525" cap="flat" cmpd="sng">
                <a:solidFill>
                  <a:srgbClr val="868686"/>
                </a:solidFill>
                <a:prstDash val="solid"/>
                <a:round/>
                <a:headEnd type="none" w="sm" len="sm"/>
                <a:tailEnd type="none" w="sm" len="sm"/>
              </a:ln>
            </p:spPr>
          </p:cxnSp>
          <p:cxnSp>
            <p:nvCxnSpPr>
              <p:cNvPr id="888" name="Google Shape;888;p11"/>
              <p:cNvCxnSpPr>
                <a:stCxn id="814" idx="6"/>
                <a:endCxn id="885" idx="2"/>
              </p:cNvCxnSpPr>
              <p:nvPr/>
            </p:nvCxnSpPr>
            <p:spPr>
              <a:xfrm rot="10800000" flipH="1">
                <a:off x="1256634" y="2453436"/>
                <a:ext cx="1526400" cy="1901700"/>
              </a:xfrm>
              <a:prstGeom prst="straightConnector1">
                <a:avLst/>
              </a:prstGeom>
              <a:noFill/>
              <a:ln w="9525" cap="flat" cmpd="sng">
                <a:solidFill>
                  <a:srgbClr val="868686"/>
                </a:solidFill>
                <a:prstDash val="solid"/>
                <a:round/>
                <a:headEnd type="none" w="sm" len="sm"/>
                <a:tailEnd type="none" w="sm" len="sm"/>
              </a:ln>
            </p:spPr>
          </p:cxnSp>
          <p:cxnSp>
            <p:nvCxnSpPr>
              <p:cNvPr id="889" name="Google Shape;889;p11"/>
              <p:cNvCxnSpPr>
                <a:stCxn id="816" idx="6"/>
                <a:endCxn id="885" idx="2"/>
              </p:cNvCxnSpPr>
              <p:nvPr/>
            </p:nvCxnSpPr>
            <p:spPr>
              <a:xfrm rot="10800000" flipH="1">
                <a:off x="1247945" y="2453604"/>
                <a:ext cx="1535100" cy="1575300"/>
              </a:xfrm>
              <a:prstGeom prst="straightConnector1">
                <a:avLst/>
              </a:prstGeom>
              <a:noFill/>
              <a:ln w="9525" cap="flat" cmpd="sng">
                <a:solidFill>
                  <a:srgbClr val="868686"/>
                </a:solidFill>
                <a:prstDash val="solid"/>
                <a:round/>
                <a:headEnd type="none" w="sm" len="sm"/>
                <a:tailEnd type="none" w="sm" len="sm"/>
              </a:ln>
            </p:spPr>
          </p:cxnSp>
          <p:cxnSp>
            <p:nvCxnSpPr>
              <p:cNvPr id="890" name="Google Shape;890;p11"/>
              <p:cNvCxnSpPr>
                <a:stCxn id="818" idx="6"/>
                <a:endCxn id="885" idx="2"/>
              </p:cNvCxnSpPr>
              <p:nvPr/>
            </p:nvCxnSpPr>
            <p:spPr>
              <a:xfrm rot="10800000" flipH="1">
                <a:off x="1247944" y="2453471"/>
                <a:ext cx="1535100" cy="1249200"/>
              </a:xfrm>
              <a:prstGeom prst="straightConnector1">
                <a:avLst/>
              </a:prstGeom>
              <a:noFill/>
              <a:ln w="9525" cap="flat" cmpd="sng">
                <a:solidFill>
                  <a:srgbClr val="868686"/>
                </a:solidFill>
                <a:prstDash val="solid"/>
                <a:round/>
                <a:headEnd type="none" w="sm" len="sm"/>
                <a:tailEnd type="none" w="sm" len="sm"/>
              </a:ln>
            </p:spPr>
          </p:cxnSp>
          <p:cxnSp>
            <p:nvCxnSpPr>
              <p:cNvPr id="891" name="Google Shape;891;p11"/>
              <p:cNvCxnSpPr>
                <a:stCxn id="820" idx="6"/>
                <a:endCxn id="885" idx="2"/>
              </p:cNvCxnSpPr>
              <p:nvPr/>
            </p:nvCxnSpPr>
            <p:spPr>
              <a:xfrm rot="10800000" flipH="1">
                <a:off x="1247944" y="2453639"/>
                <a:ext cx="1535100" cy="922800"/>
              </a:xfrm>
              <a:prstGeom prst="straightConnector1">
                <a:avLst/>
              </a:prstGeom>
              <a:noFill/>
              <a:ln w="9525" cap="flat" cmpd="sng">
                <a:solidFill>
                  <a:srgbClr val="868686"/>
                </a:solidFill>
                <a:prstDash val="solid"/>
                <a:round/>
                <a:headEnd type="none" w="sm" len="sm"/>
                <a:tailEnd type="none" w="sm" len="sm"/>
              </a:ln>
            </p:spPr>
          </p:cxnSp>
          <p:cxnSp>
            <p:nvCxnSpPr>
              <p:cNvPr id="892" name="Google Shape;892;p11"/>
              <p:cNvCxnSpPr>
                <a:stCxn id="824" idx="6"/>
                <a:endCxn id="885" idx="2"/>
              </p:cNvCxnSpPr>
              <p:nvPr/>
            </p:nvCxnSpPr>
            <p:spPr>
              <a:xfrm rot="10800000" flipH="1">
                <a:off x="1247944" y="2453675"/>
                <a:ext cx="1535100" cy="270300"/>
              </a:xfrm>
              <a:prstGeom prst="straightConnector1">
                <a:avLst/>
              </a:prstGeom>
              <a:noFill/>
              <a:ln w="9525" cap="flat" cmpd="sng">
                <a:solidFill>
                  <a:srgbClr val="868686"/>
                </a:solidFill>
                <a:prstDash val="solid"/>
                <a:round/>
                <a:headEnd type="none" w="sm" len="sm"/>
                <a:tailEnd type="none" w="sm" len="sm"/>
              </a:ln>
            </p:spPr>
          </p:cxnSp>
          <p:cxnSp>
            <p:nvCxnSpPr>
              <p:cNvPr id="893" name="Google Shape;893;p11"/>
              <p:cNvCxnSpPr>
                <a:stCxn id="826" idx="6"/>
                <a:endCxn id="885" idx="2"/>
              </p:cNvCxnSpPr>
              <p:nvPr/>
            </p:nvCxnSpPr>
            <p:spPr>
              <a:xfrm>
                <a:off x="1247944" y="2397742"/>
                <a:ext cx="1535100" cy="55800"/>
              </a:xfrm>
              <a:prstGeom prst="straightConnector1">
                <a:avLst/>
              </a:prstGeom>
              <a:noFill/>
              <a:ln w="9525" cap="flat" cmpd="sng">
                <a:solidFill>
                  <a:srgbClr val="868686"/>
                </a:solidFill>
                <a:prstDash val="solid"/>
                <a:round/>
                <a:headEnd type="none" w="sm" len="sm"/>
                <a:tailEnd type="none" w="sm" len="sm"/>
              </a:ln>
            </p:spPr>
          </p:cxnSp>
          <p:cxnSp>
            <p:nvCxnSpPr>
              <p:cNvPr id="894" name="Google Shape;894;p11"/>
              <p:cNvCxnSpPr>
                <a:stCxn id="828" idx="6"/>
                <a:endCxn id="885" idx="2"/>
              </p:cNvCxnSpPr>
              <p:nvPr/>
            </p:nvCxnSpPr>
            <p:spPr>
              <a:xfrm>
                <a:off x="1239256" y="2071510"/>
                <a:ext cx="1543800" cy="382200"/>
              </a:xfrm>
              <a:prstGeom prst="straightConnector1">
                <a:avLst/>
              </a:prstGeom>
              <a:noFill/>
              <a:ln w="9525" cap="flat" cmpd="sng">
                <a:solidFill>
                  <a:srgbClr val="868686"/>
                </a:solidFill>
                <a:prstDash val="solid"/>
                <a:round/>
                <a:headEnd type="none" w="sm" len="sm"/>
                <a:tailEnd type="none" w="sm" len="sm"/>
              </a:ln>
            </p:spPr>
          </p:cxnSp>
          <p:cxnSp>
            <p:nvCxnSpPr>
              <p:cNvPr id="895" name="Google Shape;895;p11"/>
              <p:cNvCxnSpPr>
                <a:stCxn id="830" idx="6"/>
                <a:endCxn id="885" idx="2"/>
              </p:cNvCxnSpPr>
              <p:nvPr/>
            </p:nvCxnSpPr>
            <p:spPr>
              <a:xfrm>
                <a:off x="1239255" y="1745279"/>
                <a:ext cx="1543800" cy="708300"/>
              </a:xfrm>
              <a:prstGeom prst="straightConnector1">
                <a:avLst/>
              </a:prstGeom>
              <a:noFill/>
              <a:ln w="9525" cap="flat" cmpd="sng">
                <a:solidFill>
                  <a:srgbClr val="868686"/>
                </a:solidFill>
                <a:prstDash val="solid"/>
                <a:round/>
                <a:headEnd type="none" w="sm" len="sm"/>
                <a:tailEnd type="none" w="sm" len="sm"/>
              </a:ln>
            </p:spPr>
          </p:cxnSp>
          <p:sp>
            <p:nvSpPr>
              <p:cNvPr id="807" name="Google Shape;807;p11"/>
              <p:cNvSpPr/>
              <p:nvPr/>
            </p:nvSpPr>
            <p:spPr>
              <a:xfrm>
                <a:off x="963581" y="5207004"/>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10" name="Google Shape;810;p11"/>
              <p:cNvSpPr/>
              <p:nvPr/>
            </p:nvSpPr>
            <p:spPr>
              <a:xfrm>
                <a:off x="963583" y="4880773"/>
                <a:ext cx="293051" cy="253656"/>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12" name="Google Shape;812;p11"/>
              <p:cNvSpPr/>
              <p:nvPr/>
            </p:nvSpPr>
            <p:spPr>
              <a:xfrm>
                <a:off x="963581" y="4554540"/>
                <a:ext cx="293053" cy="253658"/>
              </a:xfrm>
              <a:prstGeom prst="ellipse">
                <a:avLst/>
              </a:prstGeom>
              <a:solidFill>
                <a:srgbClr val="588A00"/>
              </a:solidFill>
              <a:ln w="28575" cap="flat" cmpd="sng">
                <a:solidFill>
                  <a:srgbClr val="0C0C0C"/>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14" name="Google Shape;814;p11"/>
              <p:cNvSpPr/>
              <p:nvPr/>
            </p:nvSpPr>
            <p:spPr>
              <a:xfrm>
                <a:off x="963581" y="4228307"/>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16" name="Google Shape;816;p11"/>
              <p:cNvSpPr/>
              <p:nvPr/>
            </p:nvSpPr>
            <p:spPr>
              <a:xfrm>
                <a:off x="954892" y="3902075"/>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18" name="Google Shape;818;p11"/>
              <p:cNvSpPr/>
              <p:nvPr/>
            </p:nvSpPr>
            <p:spPr>
              <a:xfrm>
                <a:off x="954892" y="3575843"/>
                <a:ext cx="293052" cy="253657"/>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20" name="Google Shape;820;p11"/>
              <p:cNvSpPr/>
              <p:nvPr/>
            </p:nvSpPr>
            <p:spPr>
              <a:xfrm>
                <a:off x="954891" y="324961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22" name="Google Shape;822;p11"/>
              <p:cNvSpPr/>
              <p:nvPr/>
            </p:nvSpPr>
            <p:spPr>
              <a:xfrm>
                <a:off x="954893" y="2923379"/>
                <a:ext cx="293051" cy="253656"/>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24" name="Google Shape;824;p11"/>
              <p:cNvSpPr/>
              <p:nvPr/>
            </p:nvSpPr>
            <p:spPr>
              <a:xfrm>
                <a:off x="954891" y="2597146"/>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26" name="Google Shape;826;p11"/>
              <p:cNvSpPr/>
              <p:nvPr/>
            </p:nvSpPr>
            <p:spPr>
              <a:xfrm>
                <a:off x="954891" y="2270913"/>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28" name="Google Shape;828;p11"/>
              <p:cNvSpPr/>
              <p:nvPr/>
            </p:nvSpPr>
            <p:spPr>
              <a:xfrm>
                <a:off x="946203" y="1944681"/>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30" name="Google Shape;830;p11"/>
              <p:cNvSpPr/>
              <p:nvPr/>
            </p:nvSpPr>
            <p:spPr>
              <a:xfrm>
                <a:off x="946203" y="1618451"/>
                <a:ext cx="293052" cy="253657"/>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96" name="Google Shape;896;p11"/>
              <p:cNvSpPr txBox="1"/>
              <p:nvPr/>
            </p:nvSpPr>
            <p:spPr>
              <a:xfrm>
                <a:off x="122961" y="3244879"/>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97" name="Google Shape;897;p11"/>
              <p:cNvSpPr txBox="1"/>
              <p:nvPr/>
            </p:nvSpPr>
            <p:spPr>
              <a:xfrm>
                <a:off x="122961" y="2920102"/>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98" name="Google Shape;898;p11"/>
              <p:cNvSpPr txBox="1"/>
              <p:nvPr/>
            </p:nvSpPr>
            <p:spPr>
              <a:xfrm>
                <a:off x="122961" y="2270549"/>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899" name="Google Shape;899;p11"/>
              <p:cNvSpPr txBox="1"/>
              <p:nvPr/>
            </p:nvSpPr>
            <p:spPr>
              <a:xfrm>
                <a:off x="122961" y="2595325"/>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0" name="Google Shape;900;p11"/>
              <p:cNvSpPr txBox="1"/>
              <p:nvPr/>
            </p:nvSpPr>
            <p:spPr>
              <a:xfrm>
                <a:off x="122961" y="1945771"/>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1" name="Google Shape;901;p11"/>
              <p:cNvSpPr txBox="1"/>
              <p:nvPr/>
            </p:nvSpPr>
            <p:spPr>
              <a:xfrm>
                <a:off x="122961" y="1620994"/>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2" name="Google Shape;902;p11"/>
              <p:cNvSpPr txBox="1"/>
              <p:nvPr/>
            </p:nvSpPr>
            <p:spPr>
              <a:xfrm>
                <a:off x="122961" y="3894433"/>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3" name="Google Shape;903;p11"/>
              <p:cNvSpPr txBox="1"/>
              <p:nvPr/>
            </p:nvSpPr>
            <p:spPr>
              <a:xfrm>
                <a:off x="122961" y="4219211"/>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4" name="Google Shape;904;p11"/>
              <p:cNvSpPr txBox="1"/>
              <p:nvPr/>
            </p:nvSpPr>
            <p:spPr>
              <a:xfrm>
                <a:off x="122961" y="4543988"/>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5" name="Google Shape;905;p11"/>
              <p:cNvSpPr txBox="1"/>
              <p:nvPr/>
            </p:nvSpPr>
            <p:spPr>
              <a:xfrm>
                <a:off x="122961" y="4868764"/>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906" name="Google Shape;906;p11"/>
              <p:cNvSpPr txBox="1"/>
              <p:nvPr/>
            </p:nvSpPr>
            <p:spPr>
              <a:xfrm>
                <a:off x="122961" y="5193546"/>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907" name="Google Shape;907;p11"/>
              <p:cNvCxnSpPr>
                <a:stCxn id="822" idx="6"/>
                <a:endCxn id="885" idx="2"/>
              </p:cNvCxnSpPr>
              <p:nvPr/>
            </p:nvCxnSpPr>
            <p:spPr>
              <a:xfrm rot="10800000" flipH="1">
                <a:off x="1247944" y="2453507"/>
                <a:ext cx="1535100" cy="596700"/>
              </a:xfrm>
              <a:prstGeom prst="straightConnector1">
                <a:avLst/>
              </a:prstGeom>
              <a:noFill/>
              <a:ln w="9525" cap="flat" cmpd="sng">
                <a:solidFill>
                  <a:srgbClr val="868686"/>
                </a:solidFill>
                <a:prstDash val="solid"/>
                <a:round/>
                <a:headEnd type="none" w="sm" len="sm"/>
                <a:tailEnd type="none" w="sm" len="sm"/>
              </a:ln>
            </p:spPr>
          </p:cxnSp>
          <p:cxnSp>
            <p:nvCxnSpPr>
              <p:cNvPr id="908" name="Google Shape;908;p11"/>
              <p:cNvCxnSpPr>
                <a:stCxn id="909" idx="6"/>
                <a:endCxn id="808" idx="6"/>
              </p:cNvCxnSpPr>
              <p:nvPr/>
            </p:nvCxnSpPr>
            <p:spPr>
              <a:xfrm rot="10800000">
                <a:off x="3076063" y="4738933"/>
                <a:ext cx="1533600" cy="594900"/>
              </a:xfrm>
              <a:prstGeom prst="straightConnector1">
                <a:avLst/>
              </a:prstGeom>
              <a:noFill/>
              <a:ln w="9525" cap="flat" cmpd="sng">
                <a:solidFill>
                  <a:srgbClr val="868686"/>
                </a:solidFill>
                <a:prstDash val="solid"/>
                <a:round/>
                <a:headEnd type="none" w="sm" len="sm"/>
                <a:tailEnd type="none" w="sm" len="sm"/>
              </a:ln>
            </p:spPr>
          </p:cxnSp>
          <p:cxnSp>
            <p:nvCxnSpPr>
              <p:cNvPr id="910" name="Google Shape;910;p11"/>
              <p:cNvCxnSpPr>
                <a:stCxn id="911" idx="6"/>
                <a:endCxn id="808" idx="6"/>
              </p:cNvCxnSpPr>
              <p:nvPr/>
            </p:nvCxnSpPr>
            <p:spPr>
              <a:xfrm rot="10800000">
                <a:off x="3076063" y="4738801"/>
                <a:ext cx="1533600" cy="268800"/>
              </a:xfrm>
              <a:prstGeom prst="straightConnector1">
                <a:avLst/>
              </a:prstGeom>
              <a:noFill/>
              <a:ln w="9525" cap="flat" cmpd="sng">
                <a:solidFill>
                  <a:srgbClr val="868686"/>
                </a:solidFill>
                <a:prstDash val="solid"/>
                <a:round/>
                <a:headEnd type="none" w="sm" len="sm"/>
                <a:tailEnd type="none" w="sm" len="sm"/>
              </a:ln>
            </p:spPr>
          </p:cxnSp>
          <p:cxnSp>
            <p:nvCxnSpPr>
              <p:cNvPr id="912" name="Google Shape;912;p11"/>
              <p:cNvCxnSpPr>
                <a:stCxn id="913" idx="6"/>
                <a:endCxn id="808" idx="6"/>
              </p:cNvCxnSpPr>
              <p:nvPr/>
            </p:nvCxnSpPr>
            <p:spPr>
              <a:xfrm flipH="1">
                <a:off x="3076063" y="4681369"/>
                <a:ext cx="1533600" cy="57600"/>
              </a:xfrm>
              <a:prstGeom prst="straightConnector1">
                <a:avLst/>
              </a:prstGeom>
              <a:noFill/>
              <a:ln w="9525" cap="flat" cmpd="sng">
                <a:solidFill>
                  <a:srgbClr val="868686"/>
                </a:solidFill>
                <a:prstDash val="solid"/>
                <a:round/>
                <a:headEnd type="none" w="sm" len="sm"/>
                <a:tailEnd type="none" w="sm" len="sm"/>
              </a:ln>
            </p:spPr>
          </p:cxnSp>
          <p:cxnSp>
            <p:nvCxnSpPr>
              <p:cNvPr id="914" name="Google Shape;914;p11"/>
              <p:cNvCxnSpPr>
                <a:stCxn id="915" idx="6"/>
                <a:endCxn id="808" idx="6"/>
              </p:cNvCxnSpPr>
              <p:nvPr/>
            </p:nvCxnSpPr>
            <p:spPr>
              <a:xfrm flipH="1">
                <a:off x="3076063" y="4355136"/>
                <a:ext cx="1533600" cy="383700"/>
              </a:xfrm>
              <a:prstGeom prst="straightConnector1">
                <a:avLst/>
              </a:prstGeom>
              <a:noFill/>
              <a:ln w="9525" cap="flat" cmpd="sng">
                <a:solidFill>
                  <a:srgbClr val="868686"/>
                </a:solidFill>
                <a:prstDash val="solid"/>
                <a:round/>
                <a:headEnd type="none" w="sm" len="sm"/>
                <a:tailEnd type="none" w="sm" len="sm"/>
              </a:ln>
            </p:spPr>
          </p:cxnSp>
          <p:cxnSp>
            <p:nvCxnSpPr>
              <p:cNvPr id="916" name="Google Shape;916;p11"/>
              <p:cNvCxnSpPr>
                <a:stCxn id="917" idx="6"/>
                <a:endCxn id="808" idx="6"/>
              </p:cNvCxnSpPr>
              <p:nvPr/>
            </p:nvCxnSpPr>
            <p:spPr>
              <a:xfrm flipH="1">
                <a:off x="3076052" y="4028904"/>
                <a:ext cx="1542300" cy="710100"/>
              </a:xfrm>
              <a:prstGeom prst="straightConnector1">
                <a:avLst/>
              </a:prstGeom>
              <a:noFill/>
              <a:ln w="9525" cap="flat" cmpd="sng">
                <a:solidFill>
                  <a:srgbClr val="868686"/>
                </a:solidFill>
                <a:prstDash val="solid"/>
                <a:round/>
                <a:headEnd type="none" w="sm" len="sm"/>
                <a:tailEnd type="none" w="sm" len="sm"/>
              </a:ln>
            </p:spPr>
          </p:cxnSp>
          <p:cxnSp>
            <p:nvCxnSpPr>
              <p:cNvPr id="918" name="Google Shape;918;p11"/>
              <p:cNvCxnSpPr>
                <a:stCxn id="919" idx="6"/>
                <a:endCxn id="808" idx="6"/>
              </p:cNvCxnSpPr>
              <p:nvPr/>
            </p:nvCxnSpPr>
            <p:spPr>
              <a:xfrm flipH="1">
                <a:off x="3076053" y="3702671"/>
                <a:ext cx="1542300" cy="1036200"/>
              </a:xfrm>
              <a:prstGeom prst="straightConnector1">
                <a:avLst/>
              </a:prstGeom>
              <a:noFill/>
              <a:ln w="9525" cap="flat" cmpd="sng">
                <a:solidFill>
                  <a:srgbClr val="868686"/>
                </a:solidFill>
                <a:prstDash val="solid"/>
                <a:round/>
                <a:headEnd type="none" w="sm" len="sm"/>
                <a:tailEnd type="none" w="sm" len="sm"/>
              </a:ln>
            </p:spPr>
          </p:cxnSp>
          <p:cxnSp>
            <p:nvCxnSpPr>
              <p:cNvPr id="920" name="Google Shape;920;p11"/>
              <p:cNvCxnSpPr>
                <a:stCxn id="921" idx="6"/>
                <a:endCxn id="808" idx="6"/>
              </p:cNvCxnSpPr>
              <p:nvPr/>
            </p:nvCxnSpPr>
            <p:spPr>
              <a:xfrm flipH="1">
                <a:off x="3076053" y="3376439"/>
                <a:ext cx="1542300" cy="1362600"/>
              </a:xfrm>
              <a:prstGeom prst="straightConnector1">
                <a:avLst/>
              </a:prstGeom>
              <a:noFill/>
              <a:ln w="9525" cap="flat" cmpd="sng">
                <a:solidFill>
                  <a:srgbClr val="868686"/>
                </a:solidFill>
                <a:prstDash val="solid"/>
                <a:round/>
                <a:headEnd type="none" w="sm" len="sm"/>
                <a:tailEnd type="none" w="sm" len="sm"/>
              </a:ln>
            </p:spPr>
          </p:cxnSp>
          <p:cxnSp>
            <p:nvCxnSpPr>
              <p:cNvPr id="922" name="Google Shape;922;p11"/>
              <p:cNvCxnSpPr>
                <a:stCxn id="923" idx="6"/>
                <a:endCxn id="808" idx="6"/>
              </p:cNvCxnSpPr>
              <p:nvPr/>
            </p:nvCxnSpPr>
            <p:spPr>
              <a:xfrm flipH="1">
                <a:off x="3076053" y="3050207"/>
                <a:ext cx="1542300" cy="1688700"/>
              </a:xfrm>
              <a:prstGeom prst="straightConnector1">
                <a:avLst/>
              </a:prstGeom>
              <a:noFill/>
              <a:ln w="9525" cap="flat" cmpd="sng">
                <a:solidFill>
                  <a:srgbClr val="868686"/>
                </a:solidFill>
                <a:prstDash val="solid"/>
                <a:round/>
                <a:headEnd type="none" w="sm" len="sm"/>
                <a:tailEnd type="none" w="sm" len="sm"/>
              </a:ln>
            </p:spPr>
          </p:cxnSp>
          <p:cxnSp>
            <p:nvCxnSpPr>
              <p:cNvPr id="924" name="Google Shape;924;p11"/>
              <p:cNvCxnSpPr>
                <a:stCxn id="925" idx="6"/>
                <a:endCxn id="808" idx="6"/>
              </p:cNvCxnSpPr>
              <p:nvPr/>
            </p:nvCxnSpPr>
            <p:spPr>
              <a:xfrm flipH="1">
                <a:off x="3076053" y="2723975"/>
                <a:ext cx="1542300" cy="2014800"/>
              </a:xfrm>
              <a:prstGeom prst="straightConnector1">
                <a:avLst/>
              </a:prstGeom>
              <a:noFill/>
              <a:ln w="9525" cap="flat" cmpd="sng">
                <a:solidFill>
                  <a:srgbClr val="868686"/>
                </a:solidFill>
                <a:prstDash val="solid"/>
                <a:round/>
                <a:headEnd type="none" w="sm" len="sm"/>
                <a:tailEnd type="none" w="sm" len="sm"/>
              </a:ln>
            </p:spPr>
          </p:cxnSp>
          <p:cxnSp>
            <p:nvCxnSpPr>
              <p:cNvPr id="926" name="Google Shape;926;p11"/>
              <p:cNvCxnSpPr>
                <a:stCxn id="927" idx="6"/>
                <a:endCxn id="808" idx="6"/>
              </p:cNvCxnSpPr>
              <p:nvPr/>
            </p:nvCxnSpPr>
            <p:spPr>
              <a:xfrm flipH="1">
                <a:off x="3076053" y="2397742"/>
                <a:ext cx="1542300" cy="2341200"/>
              </a:xfrm>
              <a:prstGeom prst="straightConnector1">
                <a:avLst/>
              </a:prstGeom>
              <a:noFill/>
              <a:ln w="9525" cap="flat" cmpd="sng">
                <a:solidFill>
                  <a:srgbClr val="868686"/>
                </a:solidFill>
                <a:prstDash val="solid"/>
                <a:round/>
                <a:headEnd type="none" w="sm" len="sm"/>
                <a:tailEnd type="none" w="sm" len="sm"/>
              </a:ln>
            </p:spPr>
          </p:cxnSp>
          <p:cxnSp>
            <p:nvCxnSpPr>
              <p:cNvPr id="928" name="Google Shape;928;p11"/>
              <p:cNvCxnSpPr>
                <a:stCxn id="929" idx="6"/>
                <a:endCxn id="808" idx="6"/>
              </p:cNvCxnSpPr>
              <p:nvPr/>
            </p:nvCxnSpPr>
            <p:spPr>
              <a:xfrm flipH="1">
                <a:off x="3076041" y="2071510"/>
                <a:ext cx="1551000" cy="2667300"/>
              </a:xfrm>
              <a:prstGeom prst="straightConnector1">
                <a:avLst/>
              </a:prstGeom>
              <a:noFill/>
              <a:ln w="9525" cap="flat" cmpd="sng">
                <a:solidFill>
                  <a:srgbClr val="868686"/>
                </a:solidFill>
                <a:prstDash val="solid"/>
                <a:round/>
                <a:headEnd type="none" w="sm" len="sm"/>
                <a:tailEnd type="none" w="sm" len="sm"/>
              </a:ln>
            </p:spPr>
          </p:cxnSp>
          <p:cxnSp>
            <p:nvCxnSpPr>
              <p:cNvPr id="930" name="Google Shape;930;p11"/>
              <p:cNvCxnSpPr>
                <a:stCxn id="931" idx="6"/>
                <a:endCxn id="808" idx="6"/>
              </p:cNvCxnSpPr>
              <p:nvPr/>
            </p:nvCxnSpPr>
            <p:spPr>
              <a:xfrm flipH="1">
                <a:off x="3076042" y="1745279"/>
                <a:ext cx="1551000" cy="2993700"/>
              </a:xfrm>
              <a:prstGeom prst="straightConnector1">
                <a:avLst/>
              </a:prstGeom>
              <a:noFill/>
              <a:ln w="9525" cap="flat" cmpd="sng">
                <a:solidFill>
                  <a:srgbClr val="868686"/>
                </a:solidFill>
                <a:prstDash val="solid"/>
                <a:round/>
                <a:headEnd type="none" w="sm" len="sm"/>
                <a:tailEnd type="none" w="sm" len="sm"/>
              </a:ln>
            </p:spPr>
          </p:cxnSp>
          <p:cxnSp>
            <p:nvCxnSpPr>
              <p:cNvPr id="932" name="Google Shape;932;p11"/>
              <p:cNvCxnSpPr>
                <a:stCxn id="909" idx="6"/>
                <a:endCxn id="832" idx="6"/>
              </p:cNvCxnSpPr>
              <p:nvPr/>
            </p:nvCxnSpPr>
            <p:spPr>
              <a:xfrm rot="10800000">
                <a:off x="3076063" y="4281733"/>
                <a:ext cx="1533600" cy="1052100"/>
              </a:xfrm>
              <a:prstGeom prst="straightConnector1">
                <a:avLst/>
              </a:prstGeom>
              <a:noFill/>
              <a:ln w="9525" cap="flat" cmpd="sng">
                <a:solidFill>
                  <a:srgbClr val="868686"/>
                </a:solidFill>
                <a:prstDash val="solid"/>
                <a:round/>
                <a:headEnd type="none" w="sm" len="sm"/>
                <a:tailEnd type="none" w="sm" len="sm"/>
              </a:ln>
            </p:spPr>
          </p:cxnSp>
          <p:cxnSp>
            <p:nvCxnSpPr>
              <p:cNvPr id="933" name="Google Shape;933;p11"/>
              <p:cNvCxnSpPr>
                <a:stCxn id="911" idx="6"/>
                <a:endCxn id="832" idx="6"/>
              </p:cNvCxnSpPr>
              <p:nvPr/>
            </p:nvCxnSpPr>
            <p:spPr>
              <a:xfrm rot="10800000">
                <a:off x="3076063" y="4281901"/>
                <a:ext cx="1533600" cy="725700"/>
              </a:xfrm>
              <a:prstGeom prst="straightConnector1">
                <a:avLst/>
              </a:prstGeom>
              <a:noFill/>
              <a:ln w="9525" cap="flat" cmpd="sng">
                <a:solidFill>
                  <a:srgbClr val="868686"/>
                </a:solidFill>
                <a:prstDash val="solid"/>
                <a:round/>
                <a:headEnd type="none" w="sm" len="sm"/>
                <a:tailEnd type="none" w="sm" len="sm"/>
              </a:ln>
            </p:spPr>
          </p:cxnSp>
          <p:cxnSp>
            <p:nvCxnSpPr>
              <p:cNvPr id="934" name="Google Shape;934;p11"/>
              <p:cNvCxnSpPr>
                <a:stCxn id="913" idx="6"/>
                <a:endCxn id="832" idx="6"/>
              </p:cNvCxnSpPr>
              <p:nvPr/>
            </p:nvCxnSpPr>
            <p:spPr>
              <a:xfrm rot="10800000">
                <a:off x="3076063" y="4281769"/>
                <a:ext cx="1533600" cy="399600"/>
              </a:xfrm>
              <a:prstGeom prst="straightConnector1">
                <a:avLst/>
              </a:prstGeom>
              <a:noFill/>
              <a:ln w="9525" cap="flat" cmpd="sng">
                <a:solidFill>
                  <a:srgbClr val="868686"/>
                </a:solidFill>
                <a:prstDash val="solid"/>
                <a:round/>
                <a:headEnd type="none" w="sm" len="sm"/>
                <a:tailEnd type="none" w="sm" len="sm"/>
              </a:ln>
            </p:spPr>
          </p:cxnSp>
          <p:cxnSp>
            <p:nvCxnSpPr>
              <p:cNvPr id="935" name="Google Shape;935;p11"/>
              <p:cNvCxnSpPr>
                <a:stCxn id="915" idx="6"/>
                <a:endCxn id="832" idx="6"/>
              </p:cNvCxnSpPr>
              <p:nvPr/>
            </p:nvCxnSpPr>
            <p:spPr>
              <a:xfrm rot="10800000">
                <a:off x="3076063" y="4281936"/>
                <a:ext cx="1533600" cy="73200"/>
              </a:xfrm>
              <a:prstGeom prst="straightConnector1">
                <a:avLst/>
              </a:prstGeom>
              <a:noFill/>
              <a:ln w="9525" cap="flat" cmpd="sng">
                <a:solidFill>
                  <a:srgbClr val="868686"/>
                </a:solidFill>
                <a:prstDash val="solid"/>
                <a:round/>
                <a:headEnd type="none" w="sm" len="sm"/>
                <a:tailEnd type="none" w="sm" len="sm"/>
              </a:ln>
            </p:spPr>
          </p:cxnSp>
          <p:cxnSp>
            <p:nvCxnSpPr>
              <p:cNvPr id="936" name="Google Shape;936;p11"/>
              <p:cNvCxnSpPr>
                <a:stCxn id="917" idx="6"/>
                <a:endCxn id="832" idx="6"/>
              </p:cNvCxnSpPr>
              <p:nvPr/>
            </p:nvCxnSpPr>
            <p:spPr>
              <a:xfrm flipH="1">
                <a:off x="3076052" y="4028904"/>
                <a:ext cx="1542300" cy="252900"/>
              </a:xfrm>
              <a:prstGeom prst="straightConnector1">
                <a:avLst/>
              </a:prstGeom>
              <a:noFill/>
              <a:ln w="9525" cap="flat" cmpd="sng">
                <a:solidFill>
                  <a:srgbClr val="868686"/>
                </a:solidFill>
                <a:prstDash val="solid"/>
                <a:round/>
                <a:headEnd type="none" w="sm" len="sm"/>
                <a:tailEnd type="none" w="sm" len="sm"/>
              </a:ln>
            </p:spPr>
          </p:cxnSp>
          <p:cxnSp>
            <p:nvCxnSpPr>
              <p:cNvPr id="937" name="Google Shape;937;p11"/>
              <p:cNvCxnSpPr>
                <a:stCxn id="919" idx="6"/>
                <a:endCxn id="832" idx="6"/>
              </p:cNvCxnSpPr>
              <p:nvPr/>
            </p:nvCxnSpPr>
            <p:spPr>
              <a:xfrm flipH="1">
                <a:off x="3076053" y="3702671"/>
                <a:ext cx="1542300" cy="579300"/>
              </a:xfrm>
              <a:prstGeom prst="straightConnector1">
                <a:avLst/>
              </a:prstGeom>
              <a:noFill/>
              <a:ln w="9525" cap="flat" cmpd="sng">
                <a:solidFill>
                  <a:srgbClr val="868686"/>
                </a:solidFill>
                <a:prstDash val="solid"/>
                <a:round/>
                <a:headEnd type="none" w="sm" len="sm"/>
                <a:tailEnd type="none" w="sm" len="sm"/>
              </a:ln>
            </p:spPr>
          </p:cxnSp>
          <p:cxnSp>
            <p:nvCxnSpPr>
              <p:cNvPr id="938" name="Google Shape;938;p11"/>
              <p:cNvCxnSpPr>
                <a:stCxn id="921" idx="6"/>
                <a:endCxn id="832" idx="6"/>
              </p:cNvCxnSpPr>
              <p:nvPr/>
            </p:nvCxnSpPr>
            <p:spPr>
              <a:xfrm flipH="1">
                <a:off x="3076053" y="3376439"/>
                <a:ext cx="1542300" cy="905400"/>
              </a:xfrm>
              <a:prstGeom prst="straightConnector1">
                <a:avLst/>
              </a:prstGeom>
              <a:noFill/>
              <a:ln w="9525" cap="flat" cmpd="sng">
                <a:solidFill>
                  <a:srgbClr val="868686"/>
                </a:solidFill>
                <a:prstDash val="solid"/>
                <a:round/>
                <a:headEnd type="none" w="sm" len="sm"/>
                <a:tailEnd type="none" w="sm" len="sm"/>
              </a:ln>
            </p:spPr>
          </p:cxnSp>
          <p:cxnSp>
            <p:nvCxnSpPr>
              <p:cNvPr id="939" name="Google Shape;939;p11"/>
              <p:cNvCxnSpPr>
                <a:stCxn id="923" idx="6"/>
                <a:endCxn id="832" idx="6"/>
              </p:cNvCxnSpPr>
              <p:nvPr/>
            </p:nvCxnSpPr>
            <p:spPr>
              <a:xfrm flipH="1">
                <a:off x="3076053" y="3050207"/>
                <a:ext cx="1542300" cy="1231500"/>
              </a:xfrm>
              <a:prstGeom prst="straightConnector1">
                <a:avLst/>
              </a:prstGeom>
              <a:noFill/>
              <a:ln w="9525" cap="flat" cmpd="sng">
                <a:solidFill>
                  <a:srgbClr val="868686"/>
                </a:solidFill>
                <a:prstDash val="solid"/>
                <a:round/>
                <a:headEnd type="none" w="sm" len="sm"/>
                <a:tailEnd type="none" w="sm" len="sm"/>
              </a:ln>
            </p:spPr>
          </p:cxnSp>
          <p:cxnSp>
            <p:nvCxnSpPr>
              <p:cNvPr id="940" name="Google Shape;940;p11"/>
              <p:cNvCxnSpPr>
                <a:stCxn id="925" idx="6"/>
                <a:endCxn id="832" idx="6"/>
              </p:cNvCxnSpPr>
              <p:nvPr/>
            </p:nvCxnSpPr>
            <p:spPr>
              <a:xfrm flipH="1">
                <a:off x="3076053" y="2723975"/>
                <a:ext cx="1542300" cy="1557900"/>
              </a:xfrm>
              <a:prstGeom prst="straightConnector1">
                <a:avLst/>
              </a:prstGeom>
              <a:noFill/>
              <a:ln w="9525" cap="flat" cmpd="sng">
                <a:solidFill>
                  <a:srgbClr val="868686"/>
                </a:solidFill>
                <a:prstDash val="solid"/>
                <a:round/>
                <a:headEnd type="none" w="sm" len="sm"/>
                <a:tailEnd type="none" w="sm" len="sm"/>
              </a:ln>
            </p:spPr>
          </p:cxnSp>
          <p:cxnSp>
            <p:nvCxnSpPr>
              <p:cNvPr id="941" name="Google Shape;941;p11"/>
              <p:cNvCxnSpPr>
                <a:stCxn id="927" idx="6"/>
                <a:endCxn id="832" idx="6"/>
              </p:cNvCxnSpPr>
              <p:nvPr/>
            </p:nvCxnSpPr>
            <p:spPr>
              <a:xfrm flipH="1">
                <a:off x="3076053" y="2397742"/>
                <a:ext cx="1542300" cy="1884000"/>
              </a:xfrm>
              <a:prstGeom prst="straightConnector1">
                <a:avLst/>
              </a:prstGeom>
              <a:noFill/>
              <a:ln w="9525" cap="flat" cmpd="sng">
                <a:solidFill>
                  <a:srgbClr val="868686"/>
                </a:solidFill>
                <a:prstDash val="solid"/>
                <a:round/>
                <a:headEnd type="none" w="sm" len="sm"/>
                <a:tailEnd type="none" w="sm" len="sm"/>
              </a:ln>
            </p:spPr>
          </p:cxnSp>
          <p:cxnSp>
            <p:nvCxnSpPr>
              <p:cNvPr id="942" name="Google Shape;942;p11"/>
              <p:cNvCxnSpPr>
                <a:stCxn id="929" idx="6"/>
                <a:endCxn id="832" idx="6"/>
              </p:cNvCxnSpPr>
              <p:nvPr/>
            </p:nvCxnSpPr>
            <p:spPr>
              <a:xfrm flipH="1">
                <a:off x="3076041" y="2071510"/>
                <a:ext cx="1551000" cy="2210400"/>
              </a:xfrm>
              <a:prstGeom prst="straightConnector1">
                <a:avLst/>
              </a:prstGeom>
              <a:noFill/>
              <a:ln w="9525" cap="flat" cmpd="sng">
                <a:solidFill>
                  <a:srgbClr val="868686"/>
                </a:solidFill>
                <a:prstDash val="solid"/>
                <a:round/>
                <a:headEnd type="none" w="sm" len="sm"/>
                <a:tailEnd type="none" w="sm" len="sm"/>
              </a:ln>
            </p:spPr>
          </p:cxnSp>
          <p:cxnSp>
            <p:nvCxnSpPr>
              <p:cNvPr id="943" name="Google Shape;943;p11"/>
              <p:cNvCxnSpPr>
                <a:stCxn id="931" idx="6"/>
                <a:endCxn id="832" idx="6"/>
              </p:cNvCxnSpPr>
              <p:nvPr/>
            </p:nvCxnSpPr>
            <p:spPr>
              <a:xfrm flipH="1">
                <a:off x="3076042" y="1745279"/>
                <a:ext cx="1551000" cy="2536500"/>
              </a:xfrm>
              <a:prstGeom prst="straightConnector1">
                <a:avLst/>
              </a:prstGeom>
              <a:noFill/>
              <a:ln w="9525" cap="flat" cmpd="sng">
                <a:solidFill>
                  <a:srgbClr val="868686"/>
                </a:solidFill>
                <a:prstDash val="solid"/>
                <a:round/>
                <a:headEnd type="none" w="sm" len="sm"/>
                <a:tailEnd type="none" w="sm" len="sm"/>
              </a:ln>
            </p:spPr>
          </p:cxnSp>
          <p:cxnSp>
            <p:nvCxnSpPr>
              <p:cNvPr id="944" name="Google Shape;944;p11"/>
              <p:cNvCxnSpPr>
                <a:stCxn id="909" idx="6"/>
                <a:endCxn id="845" idx="6"/>
              </p:cNvCxnSpPr>
              <p:nvPr/>
            </p:nvCxnSpPr>
            <p:spPr>
              <a:xfrm rot="10800000">
                <a:off x="3076063" y="3824833"/>
                <a:ext cx="1533600" cy="1509000"/>
              </a:xfrm>
              <a:prstGeom prst="straightConnector1">
                <a:avLst/>
              </a:prstGeom>
              <a:noFill/>
              <a:ln w="9525" cap="flat" cmpd="sng">
                <a:solidFill>
                  <a:srgbClr val="868686"/>
                </a:solidFill>
                <a:prstDash val="solid"/>
                <a:round/>
                <a:headEnd type="none" w="sm" len="sm"/>
                <a:tailEnd type="none" w="sm" len="sm"/>
              </a:ln>
            </p:spPr>
          </p:cxnSp>
          <p:cxnSp>
            <p:nvCxnSpPr>
              <p:cNvPr id="945" name="Google Shape;945;p11"/>
              <p:cNvCxnSpPr>
                <a:stCxn id="911" idx="6"/>
                <a:endCxn id="845" idx="6"/>
              </p:cNvCxnSpPr>
              <p:nvPr/>
            </p:nvCxnSpPr>
            <p:spPr>
              <a:xfrm rot="10800000">
                <a:off x="3076063" y="3824701"/>
                <a:ext cx="1533600" cy="1182900"/>
              </a:xfrm>
              <a:prstGeom prst="straightConnector1">
                <a:avLst/>
              </a:prstGeom>
              <a:noFill/>
              <a:ln w="9525" cap="flat" cmpd="sng">
                <a:solidFill>
                  <a:srgbClr val="868686"/>
                </a:solidFill>
                <a:prstDash val="solid"/>
                <a:round/>
                <a:headEnd type="none" w="sm" len="sm"/>
                <a:tailEnd type="none" w="sm" len="sm"/>
              </a:ln>
            </p:spPr>
          </p:cxnSp>
          <p:cxnSp>
            <p:nvCxnSpPr>
              <p:cNvPr id="946" name="Google Shape;946;p11"/>
              <p:cNvCxnSpPr>
                <a:stCxn id="913" idx="6"/>
                <a:endCxn id="845" idx="6"/>
              </p:cNvCxnSpPr>
              <p:nvPr/>
            </p:nvCxnSpPr>
            <p:spPr>
              <a:xfrm rot="10800000">
                <a:off x="3076063" y="3824869"/>
                <a:ext cx="1533600" cy="856500"/>
              </a:xfrm>
              <a:prstGeom prst="straightConnector1">
                <a:avLst/>
              </a:prstGeom>
              <a:noFill/>
              <a:ln w="9525" cap="flat" cmpd="sng">
                <a:solidFill>
                  <a:srgbClr val="868686"/>
                </a:solidFill>
                <a:prstDash val="solid"/>
                <a:round/>
                <a:headEnd type="none" w="sm" len="sm"/>
                <a:tailEnd type="none" w="sm" len="sm"/>
              </a:ln>
            </p:spPr>
          </p:cxnSp>
          <p:cxnSp>
            <p:nvCxnSpPr>
              <p:cNvPr id="947" name="Google Shape;947;p11"/>
              <p:cNvCxnSpPr>
                <a:stCxn id="915" idx="6"/>
                <a:endCxn id="845" idx="6"/>
              </p:cNvCxnSpPr>
              <p:nvPr/>
            </p:nvCxnSpPr>
            <p:spPr>
              <a:xfrm rot="10800000">
                <a:off x="3076063" y="3824736"/>
                <a:ext cx="1533600" cy="530400"/>
              </a:xfrm>
              <a:prstGeom prst="straightConnector1">
                <a:avLst/>
              </a:prstGeom>
              <a:noFill/>
              <a:ln w="9525" cap="flat" cmpd="sng">
                <a:solidFill>
                  <a:srgbClr val="868686"/>
                </a:solidFill>
                <a:prstDash val="solid"/>
                <a:round/>
                <a:headEnd type="none" w="sm" len="sm"/>
                <a:tailEnd type="none" w="sm" len="sm"/>
              </a:ln>
            </p:spPr>
          </p:cxnSp>
          <p:cxnSp>
            <p:nvCxnSpPr>
              <p:cNvPr id="948" name="Google Shape;948;p11"/>
              <p:cNvCxnSpPr>
                <a:stCxn id="917" idx="6"/>
                <a:endCxn id="845" idx="6"/>
              </p:cNvCxnSpPr>
              <p:nvPr/>
            </p:nvCxnSpPr>
            <p:spPr>
              <a:xfrm rot="10800000">
                <a:off x="3076052" y="3824904"/>
                <a:ext cx="1542300" cy="204000"/>
              </a:xfrm>
              <a:prstGeom prst="straightConnector1">
                <a:avLst/>
              </a:prstGeom>
              <a:noFill/>
              <a:ln w="9525" cap="flat" cmpd="sng">
                <a:solidFill>
                  <a:srgbClr val="868686"/>
                </a:solidFill>
                <a:prstDash val="solid"/>
                <a:round/>
                <a:headEnd type="none" w="sm" len="sm"/>
                <a:tailEnd type="none" w="sm" len="sm"/>
              </a:ln>
            </p:spPr>
          </p:cxnSp>
          <p:cxnSp>
            <p:nvCxnSpPr>
              <p:cNvPr id="949" name="Google Shape;949;p11"/>
              <p:cNvCxnSpPr>
                <a:stCxn id="919" idx="6"/>
                <a:endCxn id="845" idx="6"/>
              </p:cNvCxnSpPr>
              <p:nvPr/>
            </p:nvCxnSpPr>
            <p:spPr>
              <a:xfrm flipH="1">
                <a:off x="3076053" y="3702671"/>
                <a:ext cx="1542300" cy="122100"/>
              </a:xfrm>
              <a:prstGeom prst="straightConnector1">
                <a:avLst/>
              </a:prstGeom>
              <a:noFill/>
              <a:ln w="9525" cap="flat" cmpd="sng">
                <a:solidFill>
                  <a:srgbClr val="868686"/>
                </a:solidFill>
                <a:prstDash val="solid"/>
                <a:round/>
                <a:headEnd type="none" w="sm" len="sm"/>
                <a:tailEnd type="none" w="sm" len="sm"/>
              </a:ln>
            </p:spPr>
          </p:cxnSp>
          <p:cxnSp>
            <p:nvCxnSpPr>
              <p:cNvPr id="950" name="Google Shape;950;p11"/>
              <p:cNvCxnSpPr>
                <a:stCxn id="921" idx="6"/>
                <a:endCxn id="845" idx="6"/>
              </p:cNvCxnSpPr>
              <p:nvPr/>
            </p:nvCxnSpPr>
            <p:spPr>
              <a:xfrm flipH="1">
                <a:off x="3076053" y="3376439"/>
                <a:ext cx="1542300" cy="448200"/>
              </a:xfrm>
              <a:prstGeom prst="straightConnector1">
                <a:avLst/>
              </a:prstGeom>
              <a:noFill/>
              <a:ln w="9525" cap="flat" cmpd="sng">
                <a:solidFill>
                  <a:srgbClr val="868686"/>
                </a:solidFill>
                <a:prstDash val="solid"/>
                <a:round/>
                <a:headEnd type="none" w="sm" len="sm"/>
                <a:tailEnd type="none" w="sm" len="sm"/>
              </a:ln>
            </p:spPr>
          </p:cxnSp>
          <p:cxnSp>
            <p:nvCxnSpPr>
              <p:cNvPr id="951" name="Google Shape;951;p11"/>
              <p:cNvCxnSpPr>
                <a:stCxn id="923" idx="6"/>
                <a:endCxn id="845" idx="6"/>
              </p:cNvCxnSpPr>
              <p:nvPr/>
            </p:nvCxnSpPr>
            <p:spPr>
              <a:xfrm flipH="1">
                <a:off x="3076053" y="3050207"/>
                <a:ext cx="1542300" cy="774600"/>
              </a:xfrm>
              <a:prstGeom prst="straightConnector1">
                <a:avLst/>
              </a:prstGeom>
              <a:noFill/>
              <a:ln w="9525" cap="flat" cmpd="sng">
                <a:solidFill>
                  <a:srgbClr val="868686"/>
                </a:solidFill>
                <a:prstDash val="solid"/>
                <a:round/>
                <a:headEnd type="none" w="sm" len="sm"/>
                <a:tailEnd type="none" w="sm" len="sm"/>
              </a:ln>
            </p:spPr>
          </p:cxnSp>
          <p:cxnSp>
            <p:nvCxnSpPr>
              <p:cNvPr id="952" name="Google Shape;952;p11"/>
              <p:cNvCxnSpPr>
                <a:stCxn id="925" idx="6"/>
                <a:endCxn id="845" idx="6"/>
              </p:cNvCxnSpPr>
              <p:nvPr/>
            </p:nvCxnSpPr>
            <p:spPr>
              <a:xfrm flipH="1">
                <a:off x="3076053" y="2723975"/>
                <a:ext cx="1542300" cy="1100700"/>
              </a:xfrm>
              <a:prstGeom prst="straightConnector1">
                <a:avLst/>
              </a:prstGeom>
              <a:noFill/>
              <a:ln w="9525" cap="flat" cmpd="sng">
                <a:solidFill>
                  <a:srgbClr val="868686"/>
                </a:solidFill>
                <a:prstDash val="solid"/>
                <a:round/>
                <a:headEnd type="none" w="sm" len="sm"/>
                <a:tailEnd type="none" w="sm" len="sm"/>
              </a:ln>
            </p:spPr>
          </p:cxnSp>
          <p:cxnSp>
            <p:nvCxnSpPr>
              <p:cNvPr id="953" name="Google Shape;953;p11"/>
              <p:cNvCxnSpPr>
                <a:stCxn id="927" idx="6"/>
                <a:endCxn id="845" idx="6"/>
              </p:cNvCxnSpPr>
              <p:nvPr/>
            </p:nvCxnSpPr>
            <p:spPr>
              <a:xfrm flipH="1">
                <a:off x="3076053" y="2397742"/>
                <a:ext cx="1542300" cy="1427100"/>
              </a:xfrm>
              <a:prstGeom prst="straightConnector1">
                <a:avLst/>
              </a:prstGeom>
              <a:noFill/>
              <a:ln w="9525" cap="flat" cmpd="sng">
                <a:solidFill>
                  <a:srgbClr val="868686"/>
                </a:solidFill>
                <a:prstDash val="solid"/>
                <a:round/>
                <a:headEnd type="none" w="sm" len="sm"/>
                <a:tailEnd type="none" w="sm" len="sm"/>
              </a:ln>
            </p:spPr>
          </p:cxnSp>
          <p:cxnSp>
            <p:nvCxnSpPr>
              <p:cNvPr id="954" name="Google Shape;954;p11"/>
              <p:cNvCxnSpPr>
                <a:stCxn id="929" idx="6"/>
                <a:endCxn id="845" idx="6"/>
              </p:cNvCxnSpPr>
              <p:nvPr/>
            </p:nvCxnSpPr>
            <p:spPr>
              <a:xfrm flipH="1">
                <a:off x="3076041" y="2071510"/>
                <a:ext cx="1551000" cy="1753200"/>
              </a:xfrm>
              <a:prstGeom prst="straightConnector1">
                <a:avLst/>
              </a:prstGeom>
              <a:noFill/>
              <a:ln w="9525" cap="flat" cmpd="sng">
                <a:solidFill>
                  <a:srgbClr val="868686"/>
                </a:solidFill>
                <a:prstDash val="solid"/>
                <a:round/>
                <a:headEnd type="none" w="sm" len="sm"/>
                <a:tailEnd type="none" w="sm" len="sm"/>
              </a:ln>
            </p:spPr>
          </p:cxnSp>
          <p:cxnSp>
            <p:nvCxnSpPr>
              <p:cNvPr id="955" name="Google Shape;955;p11"/>
              <p:cNvCxnSpPr>
                <a:stCxn id="931" idx="6"/>
                <a:endCxn id="845" idx="6"/>
              </p:cNvCxnSpPr>
              <p:nvPr/>
            </p:nvCxnSpPr>
            <p:spPr>
              <a:xfrm flipH="1">
                <a:off x="3076042" y="1745279"/>
                <a:ext cx="1551000" cy="2079600"/>
              </a:xfrm>
              <a:prstGeom prst="straightConnector1">
                <a:avLst/>
              </a:prstGeom>
              <a:noFill/>
              <a:ln w="9525" cap="flat" cmpd="sng">
                <a:solidFill>
                  <a:srgbClr val="868686"/>
                </a:solidFill>
                <a:prstDash val="solid"/>
                <a:round/>
                <a:headEnd type="none" w="sm" len="sm"/>
                <a:tailEnd type="none" w="sm" len="sm"/>
              </a:ln>
            </p:spPr>
          </p:cxnSp>
          <p:cxnSp>
            <p:nvCxnSpPr>
              <p:cNvPr id="956" name="Google Shape;956;p11"/>
              <p:cNvCxnSpPr>
                <a:stCxn id="909" idx="6"/>
                <a:endCxn id="858" idx="6"/>
              </p:cNvCxnSpPr>
              <p:nvPr/>
            </p:nvCxnSpPr>
            <p:spPr>
              <a:xfrm rot="10800000">
                <a:off x="3076063" y="3367633"/>
                <a:ext cx="1533600" cy="1966200"/>
              </a:xfrm>
              <a:prstGeom prst="straightConnector1">
                <a:avLst/>
              </a:prstGeom>
              <a:noFill/>
              <a:ln w="9525" cap="flat" cmpd="sng">
                <a:solidFill>
                  <a:srgbClr val="868686"/>
                </a:solidFill>
                <a:prstDash val="solid"/>
                <a:round/>
                <a:headEnd type="none" w="sm" len="sm"/>
                <a:tailEnd type="none" w="sm" len="sm"/>
              </a:ln>
            </p:spPr>
          </p:cxnSp>
          <p:cxnSp>
            <p:nvCxnSpPr>
              <p:cNvPr id="957" name="Google Shape;957;p11"/>
              <p:cNvCxnSpPr>
                <a:stCxn id="911" idx="6"/>
                <a:endCxn id="858" idx="6"/>
              </p:cNvCxnSpPr>
              <p:nvPr/>
            </p:nvCxnSpPr>
            <p:spPr>
              <a:xfrm rot="10800000">
                <a:off x="3076063" y="3367801"/>
                <a:ext cx="1533600" cy="1639800"/>
              </a:xfrm>
              <a:prstGeom prst="straightConnector1">
                <a:avLst/>
              </a:prstGeom>
              <a:noFill/>
              <a:ln w="9525" cap="flat" cmpd="sng">
                <a:solidFill>
                  <a:srgbClr val="868686"/>
                </a:solidFill>
                <a:prstDash val="solid"/>
                <a:round/>
                <a:headEnd type="none" w="sm" len="sm"/>
                <a:tailEnd type="none" w="sm" len="sm"/>
              </a:ln>
            </p:spPr>
          </p:cxnSp>
          <p:cxnSp>
            <p:nvCxnSpPr>
              <p:cNvPr id="958" name="Google Shape;958;p11"/>
              <p:cNvCxnSpPr>
                <a:stCxn id="913" idx="6"/>
                <a:endCxn id="858" idx="6"/>
              </p:cNvCxnSpPr>
              <p:nvPr/>
            </p:nvCxnSpPr>
            <p:spPr>
              <a:xfrm rot="10800000">
                <a:off x="3076063" y="3367669"/>
                <a:ext cx="1533600" cy="1313700"/>
              </a:xfrm>
              <a:prstGeom prst="straightConnector1">
                <a:avLst/>
              </a:prstGeom>
              <a:noFill/>
              <a:ln w="9525" cap="flat" cmpd="sng">
                <a:solidFill>
                  <a:srgbClr val="868686"/>
                </a:solidFill>
                <a:prstDash val="solid"/>
                <a:round/>
                <a:headEnd type="none" w="sm" len="sm"/>
                <a:tailEnd type="none" w="sm" len="sm"/>
              </a:ln>
            </p:spPr>
          </p:cxnSp>
          <p:cxnSp>
            <p:nvCxnSpPr>
              <p:cNvPr id="959" name="Google Shape;959;p11"/>
              <p:cNvCxnSpPr>
                <a:stCxn id="915" idx="6"/>
                <a:endCxn id="858" idx="6"/>
              </p:cNvCxnSpPr>
              <p:nvPr/>
            </p:nvCxnSpPr>
            <p:spPr>
              <a:xfrm rot="10800000">
                <a:off x="3076063" y="3367836"/>
                <a:ext cx="1533600" cy="987300"/>
              </a:xfrm>
              <a:prstGeom prst="straightConnector1">
                <a:avLst/>
              </a:prstGeom>
              <a:noFill/>
              <a:ln w="9525" cap="flat" cmpd="sng">
                <a:solidFill>
                  <a:srgbClr val="868686"/>
                </a:solidFill>
                <a:prstDash val="solid"/>
                <a:round/>
                <a:headEnd type="none" w="sm" len="sm"/>
                <a:tailEnd type="none" w="sm" len="sm"/>
              </a:ln>
            </p:spPr>
          </p:cxnSp>
          <p:cxnSp>
            <p:nvCxnSpPr>
              <p:cNvPr id="960" name="Google Shape;960;p11"/>
              <p:cNvCxnSpPr>
                <a:stCxn id="917" idx="6"/>
                <a:endCxn id="858" idx="6"/>
              </p:cNvCxnSpPr>
              <p:nvPr/>
            </p:nvCxnSpPr>
            <p:spPr>
              <a:xfrm rot="10800000">
                <a:off x="3076052" y="3367704"/>
                <a:ext cx="1542300" cy="661200"/>
              </a:xfrm>
              <a:prstGeom prst="straightConnector1">
                <a:avLst/>
              </a:prstGeom>
              <a:noFill/>
              <a:ln w="9525" cap="flat" cmpd="sng">
                <a:solidFill>
                  <a:srgbClr val="868686"/>
                </a:solidFill>
                <a:prstDash val="solid"/>
                <a:round/>
                <a:headEnd type="none" w="sm" len="sm"/>
                <a:tailEnd type="none" w="sm" len="sm"/>
              </a:ln>
            </p:spPr>
          </p:cxnSp>
          <p:cxnSp>
            <p:nvCxnSpPr>
              <p:cNvPr id="961" name="Google Shape;961;p11"/>
              <p:cNvCxnSpPr>
                <a:stCxn id="919" idx="6"/>
                <a:endCxn id="858" idx="6"/>
              </p:cNvCxnSpPr>
              <p:nvPr/>
            </p:nvCxnSpPr>
            <p:spPr>
              <a:xfrm rot="10800000">
                <a:off x="3076053" y="3367571"/>
                <a:ext cx="1542300" cy="335100"/>
              </a:xfrm>
              <a:prstGeom prst="straightConnector1">
                <a:avLst/>
              </a:prstGeom>
              <a:noFill/>
              <a:ln w="9525" cap="flat" cmpd="sng">
                <a:solidFill>
                  <a:srgbClr val="868686"/>
                </a:solidFill>
                <a:prstDash val="solid"/>
                <a:round/>
                <a:headEnd type="none" w="sm" len="sm"/>
                <a:tailEnd type="none" w="sm" len="sm"/>
              </a:ln>
            </p:spPr>
          </p:cxnSp>
          <p:cxnSp>
            <p:nvCxnSpPr>
              <p:cNvPr id="962" name="Google Shape;962;p11"/>
              <p:cNvCxnSpPr>
                <a:stCxn id="921" idx="6"/>
                <a:endCxn id="858" idx="6"/>
              </p:cNvCxnSpPr>
              <p:nvPr/>
            </p:nvCxnSpPr>
            <p:spPr>
              <a:xfrm rot="10800000">
                <a:off x="3076053" y="3367739"/>
                <a:ext cx="1542300" cy="8700"/>
              </a:xfrm>
              <a:prstGeom prst="straightConnector1">
                <a:avLst/>
              </a:prstGeom>
              <a:noFill/>
              <a:ln w="9525" cap="flat" cmpd="sng">
                <a:solidFill>
                  <a:srgbClr val="868686"/>
                </a:solidFill>
                <a:prstDash val="solid"/>
                <a:round/>
                <a:headEnd type="none" w="sm" len="sm"/>
                <a:tailEnd type="none" w="sm" len="sm"/>
              </a:ln>
            </p:spPr>
          </p:cxnSp>
          <p:cxnSp>
            <p:nvCxnSpPr>
              <p:cNvPr id="963" name="Google Shape;963;p11"/>
              <p:cNvCxnSpPr>
                <a:stCxn id="923" idx="6"/>
                <a:endCxn id="858" idx="6"/>
              </p:cNvCxnSpPr>
              <p:nvPr/>
            </p:nvCxnSpPr>
            <p:spPr>
              <a:xfrm flipH="1">
                <a:off x="3076053" y="3050207"/>
                <a:ext cx="1542300" cy="317400"/>
              </a:xfrm>
              <a:prstGeom prst="straightConnector1">
                <a:avLst/>
              </a:prstGeom>
              <a:noFill/>
              <a:ln w="9525" cap="flat" cmpd="sng">
                <a:solidFill>
                  <a:srgbClr val="868686"/>
                </a:solidFill>
                <a:prstDash val="solid"/>
                <a:round/>
                <a:headEnd type="none" w="sm" len="sm"/>
                <a:tailEnd type="none" w="sm" len="sm"/>
              </a:ln>
            </p:spPr>
          </p:cxnSp>
          <p:cxnSp>
            <p:nvCxnSpPr>
              <p:cNvPr id="964" name="Google Shape;964;p11"/>
              <p:cNvCxnSpPr>
                <a:stCxn id="925" idx="6"/>
                <a:endCxn id="858" idx="6"/>
              </p:cNvCxnSpPr>
              <p:nvPr/>
            </p:nvCxnSpPr>
            <p:spPr>
              <a:xfrm flipH="1">
                <a:off x="3076053" y="2723975"/>
                <a:ext cx="1542300" cy="643800"/>
              </a:xfrm>
              <a:prstGeom prst="straightConnector1">
                <a:avLst/>
              </a:prstGeom>
              <a:noFill/>
              <a:ln w="9525" cap="flat" cmpd="sng">
                <a:solidFill>
                  <a:srgbClr val="868686"/>
                </a:solidFill>
                <a:prstDash val="solid"/>
                <a:round/>
                <a:headEnd type="none" w="sm" len="sm"/>
                <a:tailEnd type="none" w="sm" len="sm"/>
              </a:ln>
            </p:spPr>
          </p:cxnSp>
          <p:cxnSp>
            <p:nvCxnSpPr>
              <p:cNvPr id="965" name="Google Shape;965;p11"/>
              <p:cNvCxnSpPr>
                <a:stCxn id="927" idx="6"/>
                <a:endCxn id="858" idx="6"/>
              </p:cNvCxnSpPr>
              <p:nvPr/>
            </p:nvCxnSpPr>
            <p:spPr>
              <a:xfrm flipH="1">
                <a:off x="3076053" y="2397742"/>
                <a:ext cx="1542300" cy="969900"/>
              </a:xfrm>
              <a:prstGeom prst="straightConnector1">
                <a:avLst/>
              </a:prstGeom>
              <a:noFill/>
              <a:ln w="9525" cap="flat" cmpd="sng">
                <a:solidFill>
                  <a:srgbClr val="868686"/>
                </a:solidFill>
                <a:prstDash val="solid"/>
                <a:round/>
                <a:headEnd type="none" w="sm" len="sm"/>
                <a:tailEnd type="none" w="sm" len="sm"/>
              </a:ln>
            </p:spPr>
          </p:cxnSp>
          <p:cxnSp>
            <p:nvCxnSpPr>
              <p:cNvPr id="966" name="Google Shape;966;p11"/>
              <p:cNvCxnSpPr>
                <a:stCxn id="927" idx="6"/>
                <a:endCxn id="858" idx="6"/>
              </p:cNvCxnSpPr>
              <p:nvPr/>
            </p:nvCxnSpPr>
            <p:spPr>
              <a:xfrm flipH="1">
                <a:off x="3076053" y="2397742"/>
                <a:ext cx="1542300" cy="969900"/>
              </a:xfrm>
              <a:prstGeom prst="straightConnector1">
                <a:avLst/>
              </a:prstGeom>
              <a:noFill/>
              <a:ln w="9525" cap="flat" cmpd="sng">
                <a:solidFill>
                  <a:srgbClr val="868686"/>
                </a:solidFill>
                <a:prstDash val="solid"/>
                <a:round/>
                <a:headEnd type="none" w="sm" len="sm"/>
                <a:tailEnd type="none" w="sm" len="sm"/>
              </a:ln>
            </p:spPr>
          </p:cxnSp>
          <p:cxnSp>
            <p:nvCxnSpPr>
              <p:cNvPr id="967" name="Google Shape;967;p11"/>
              <p:cNvCxnSpPr>
                <a:stCxn id="929" idx="6"/>
                <a:endCxn id="858" idx="6"/>
              </p:cNvCxnSpPr>
              <p:nvPr/>
            </p:nvCxnSpPr>
            <p:spPr>
              <a:xfrm flipH="1">
                <a:off x="3076041" y="2071510"/>
                <a:ext cx="1551000" cy="1296300"/>
              </a:xfrm>
              <a:prstGeom prst="straightConnector1">
                <a:avLst/>
              </a:prstGeom>
              <a:noFill/>
              <a:ln w="9525" cap="flat" cmpd="sng">
                <a:solidFill>
                  <a:srgbClr val="868686"/>
                </a:solidFill>
                <a:prstDash val="solid"/>
                <a:round/>
                <a:headEnd type="none" w="sm" len="sm"/>
                <a:tailEnd type="none" w="sm" len="sm"/>
              </a:ln>
            </p:spPr>
          </p:cxnSp>
          <p:cxnSp>
            <p:nvCxnSpPr>
              <p:cNvPr id="968" name="Google Shape;968;p11"/>
              <p:cNvCxnSpPr>
                <a:stCxn id="931" idx="6"/>
                <a:endCxn id="858" idx="6"/>
              </p:cNvCxnSpPr>
              <p:nvPr/>
            </p:nvCxnSpPr>
            <p:spPr>
              <a:xfrm flipH="1">
                <a:off x="3076042" y="1745279"/>
                <a:ext cx="1551000" cy="1622400"/>
              </a:xfrm>
              <a:prstGeom prst="straightConnector1">
                <a:avLst/>
              </a:prstGeom>
              <a:noFill/>
              <a:ln w="9525" cap="flat" cmpd="sng">
                <a:solidFill>
                  <a:srgbClr val="868686"/>
                </a:solidFill>
                <a:prstDash val="solid"/>
                <a:round/>
                <a:headEnd type="none" w="sm" len="sm"/>
                <a:tailEnd type="none" w="sm" len="sm"/>
              </a:ln>
            </p:spPr>
          </p:cxnSp>
          <p:cxnSp>
            <p:nvCxnSpPr>
              <p:cNvPr id="969" name="Google Shape;969;p11"/>
              <p:cNvCxnSpPr>
                <a:stCxn id="909" idx="6"/>
                <a:endCxn id="872" idx="6"/>
              </p:cNvCxnSpPr>
              <p:nvPr/>
            </p:nvCxnSpPr>
            <p:spPr>
              <a:xfrm rot="10800000">
                <a:off x="3076063" y="2910733"/>
                <a:ext cx="1533600" cy="2423100"/>
              </a:xfrm>
              <a:prstGeom prst="straightConnector1">
                <a:avLst/>
              </a:prstGeom>
              <a:noFill/>
              <a:ln w="9525" cap="flat" cmpd="sng">
                <a:solidFill>
                  <a:srgbClr val="868686"/>
                </a:solidFill>
                <a:prstDash val="solid"/>
                <a:round/>
                <a:headEnd type="none" w="sm" len="sm"/>
                <a:tailEnd type="none" w="sm" len="sm"/>
              </a:ln>
            </p:spPr>
          </p:cxnSp>
          <p:cxnSp>
            <p:nvCxnSpPr>
              <p:cNvPr id="970" name="Google Shape;970;p11"/>
              <p:cNvCxnSpPr>
                <a:stCxn id="911" idx="6"/>
                <a:endCxn id="872" idx="6"/>
              </p:cNvCxnSpPr>
              <p:nvPr/>
            </p:nvCxnSpPr>
            <p:spPr>
              <a:xfrm rot="10800000">
                <a:off x="3076063" y="2910601"/>
                <a:ext cx="1533600" cy="2097000"/>
              </a:xfrm>
              <a:prstGeom prst="straightConnector1">
                <a:avLst/>
              </a:prstGeom>
              <a:noFill/>
              <a:ln w="9525" cap="flat" cmpd="sng">
                <a:solidFill>
                  <a:srgbClr val="868686"/>
                </a:solidFill>
                <a:prstDash val="solid"/>
                <a:round/>
                <a:headEnd type="none" w="sm" len="sm"/>
                <a:tailEnd type="none" w="sm" len="sm"/>
              </a:ln>
            </p:spPr>
          </p:cxnSp>
          <p:cxnSp>
            <p:nvCxnSpPr>
              <p:cNvPr id="971" name="Google Shape;971;p11"/>
              <p:cNvCxnSpPr>
                <a:endCxn id="872" idx="6"/>
              </p:cNvCxnSpPr>
              <p:nvPr/>
            </p:nvCxnSpPr>
            <p:spPr>
              <a:xfrm rot="10800000">
                <a:off x="3076046" y="2910647"/>
                <a:ext cx="1562700" cy="1764000"/>
              </a:xfrm>
              <a:prstGeom prst="straightConnector1">
                <a:avLst/>
              </a:prstGeom>
              <a:noFill/>
              <a:ln w="9525" cap="flat" cmpd="sng">
                <a:solidFill>
                  <a:srgbClr val="868686"/>
                </a:solidFill>
                <a:prstDash val="solid"/>
                <a:round/>
                <a:headEnd type="none" w="sm" len="sm"/>
                <a:tailEnd type="none" w="sm" len="sm"/>
              </a:ln>
            </p:spPr>
          </p:cxnSp>
          <p:cxnSp>
            <p:nvCxnSpPr>
              <p:cNvPr id="972" name="Google Shape;972;p11"/>
              <p:cNvCxnSpPr>
                <a:stCxn id="915" idx="6"/>
                <a:endCxn id="872" idx="6"/>
              </p:cNvCxnSpPr>
              <p:nvPr/>
            </p:nvCxnSpPr>
            <p:spPr>
              <a:xfrm rot="10800000">
                <a:off x="3076063" y="2910636"/>
                <a:ext cx="1533600" cy="1444500"/>
              </a:xfrm>
              <a:prstGeom prst="straightConnector1">
                <a:avLst/>
              </a:prstGeom>
              <a:noFill/>
              <a:ln w="9525" cap="flat" cmpd="sng">
                <a:solidFill>
                  <a:srgbClr val="868686"/>
                </a:solidFill>
                <a:prstDash val="solid"/>
                <a:round/>
                <a:headEnd type="none" w="sm" len="sm"/>
                <a:tailEnd type="none" w="sm" len="sm"/>
              </a:ln>
            </p:spPr>
          </p:cxnSp>
          <p:cxnSp>
            <p:nvCxnSpPr>
              <p:cNvPr id="973" name="Google Shape;973;p11"/>
              <p:cNvCxnSpPr>
                <a:stCxn id="917" idx="6"/>
                <a:endCxn id="872" idx="6"/>
              </p:cNvCxnSpPr>
              <p:nvPr/>
            </p:nvCxnSpPr>
            <p:spPr>
              <a:xfrm rot="10800000">
                <a:off x="3076052" y="2910504"/>
                <a:ext cx="1542300" cy="1118400"/>
              </a:xfrm>
              <a:prstGeom prst="straightConnector1">
                <a:avLst/>
              </a:prstGeom>
              <a:noFill/>
              <a:ln w="9525" cap="flat" cmpd="sng">
                <a:solidFill>
                  <a:srgbClr val="868686"/>
                </a:solidFill>
                <a:prstDash val="solid"/>
                <a:round/>
                <a:headEnd type="none" w="sm" len="sm"/>
                <a:tailEnd type="none" w="sm" len="sm"/>
              </a:ln>
            </p:spPr>
          </p:cxnSp>
          <p:cxnSp>
            <p:nvCxnSpPr>
              <p:cNvPr id="974" name="Google Shape;974;p11"/>
              <p:cNvCxnSpPr>
                <a:stCxn id="919" idx="6"/>
                <a:endCxn id="872" idx="6"/>
              </p:cNvCxnSpPr>
              <p:nvPr/>
            </p:nvCxnSpPr>
            <p:spPr>
              <a:xfrm rot="10800000">
                <a:off x="3076053" y="2910671"/>
                <a:ext cx="1542300" cy="792000"/>
              </a:xfrm>
              <a:prstGeom prst="straightConnector1">
                <a:avLst/>
              </a:prstGeom>
              <a:noFill/>
              <a:ln w="9525" cap="flat" cmpd="sng">
                <a:solidFill>
                  <a:srgbClr val="868686"/>
                </a:solidFill>
                <a:prstDash val="solid"/>
                <a:round/>
                <a:headEnd type="none" w="sm" len="sm"/>
                <a:tailEnd type="none" w="sm" len="sm"/>
              </a:ln>
            </p:spPr>
          </p:cxnSp>
          <p:cxnSp>
            <p:nvCxnSpPr>
              <p:cNvPr id="975" name="Google Shape;975;p11"/>
              <p:cNvCxnSpPr>
                <a:stCxn id="921" idx="6"/>
                <a:endCxn id="872" idx="6"/>
              </p:cNvCxnSpPr>
              <p:nvPr/>
            </p:nvCxnSpPr>
            <p:spPr>
              <a:xfrm rot="10800000">
                <a:off x="3076053" y="2910539"/>
                <a:ext cx="1542300" cy="465900"/>
              </a:xfrm>
              <a:prstGeom prst="straightConnector1">
                <a:avLst/>
              </a:prstGeom>
              <a:noFill/>
              <a:ln w="9525" cap="flat" cmpd="sng">
                <a:solidFill>
                  <a:srgbClr val="868686"/>
                </a:solidFill>
                <a:prstDash val="solid"/>
                <a:round/>
                <a:headEnd type="none" w="sm" len="sm"/>
                <a:tailEnd type="none" w="sm" len="sm"/>
              </a:ln>
            </p:spPr>
          </p:cxnSp>
          <p:cxnSp>
            <p:nvCxnSpPr>
              <p:cNvPr id="976" name="Google Shape;976;p11"/>
              <p:cNvCxnSpPr>
                <a:stCxn id="923" idx="6"/>
                <a:endCxn id="872" idx="6"/>
              </p:cNvCxnSpPr>
              <p:nvPr/>
            </p:nvCxnSpPr>
            <p:spPr>
              <a:xfrm rot="10800000">
                <a:off x="3076053" y="2910707"/>
                <a:ext cx="1542300" cy="139500"/>
              </a:xfrm>
              <a:prstGeom prst="straightConnector1">
                <a:avLst/>
              </a:prstGeom>
              <a:noFill/>
              <a:ln w="9525" cap="flat" cmpd="sng">
                <a:solidFill>
                  <a:srgbClr val="868686"/>
                </a:solidFill>
                <a:prstDash val="solid"/>
                <a:round/>
                <a:headEnd type="none" w="sm" len="sm"/>
                <a:tailEnd type="none" w="sm" len="sm"/>
              </a:ln>
            </p:spPr>
          </p:cxnSp>
          <p:cxnSp>
            <p:nvCxnSpPr>
              <p:cNvPr id="977" name="Google Shape;977;p11"/>
              <p:cNvCxnSpPr>
                <a:stCxn id="925" idx="6"/>
                <a:endCxn id="872" idx="6"/>
              </p:cNvCxnSpPr>
              <p:nvPr/>
            </p:nvCxnSpPr>
            <p:spPr>
              <a:xfrm flipH="1">
                <a:off x="3076053" y="2723975"/>
                <a:ext cx="1542300" cy="186600"/>
              </a:xfrm>
              <a:prstGeom prst="straightConnector1">
                <a:avLst/>
              </a:prstGeom>
              <a:noFill/>
              <a:ln w="9525" cap="flat" cmpd="sng">
                <a:solidFill>
                  <a:srgbClr val="868686"/>
                </a:solidFill>
                <a:prstDash val="solid"/>
                <a:round/>
                <a:headEnd type="none" w="sm" len="sm"/>
                <a:tailEnd type="none" w="sm" len="sm"/>
              </a:ln>
            </p:spPr>
          </p:cxnSp>
          <p:cxnSp>
            <p:nvCxnSpPr>
              <p:cNvPr id="978" name="Google Shape;978;p11"/>
              <p:cNvCxnSpPr>
                <a:stCxn id="927" idx="6"/>
                <a:endCxn id="872" idx="6"/>
              </p:cNvCxnSpPr>
              <p:nvPr/>
            </p:nvCxnSpPr>
            <p:spPr>
              <a:xfrm flipH="1">
                <a:off x="3076053" y="2397742"/>
                <a:ext cx="1542300" cy="513000"/>
              </a:xfrm>
              <a:prstGeom prst="straightConnector1">
                <a:avLst/>
              </a:prstGeom>
              <a:noFill/>
              <a:ln w="9525" cap="flat" cmpd="sng">
                <a:solidFill>
                  <a:srgbClr val="868686"/>
                </a:solidFill>
                <a:prstDash val="solid"/>
                <a:round/>
                <a:headEnd type="none" w="sm" len="sm"/>
                <a:tailEnd type="none" w="sm" len="sm"/>
              </a:ln>
            </p:spPr>
          </p:cxnSp>
          <p:cxnSp>
            <p:nvCxnSpPr>
              <p:cNvPr id="979" name="Google Shape;979;p11"/>
              <p:cNvCxnSpPr>
                <a:stCxn id="929" idx="6"/>
                <a:endCxn id="872" idx="6"/>
              </p:cNvCxnSpPr>
              <p:nvPr/>
            </p:nvCxnSpPr>
            <p:spPr>
              <a:xfrm flipH="1">
                <a:off x="3076041" y="2071510"/>
                <a:ext cx="1551000" cy="839100"/>
              </a:xfrm>
              <a:prstGeom prst="straightConnector1">
                <a:avLst/>
              </a:prstGeom>
              <a:noFill/>
              <a:ln w="9525" cap="flat" cmpd="sng">
                <a:solidFill>
                  <a:srgbClr val="868686"/>
                </a:solidFill>
                <a:prstDash val="solid"/>
                <a:round/>
                <a:headEnd type="none" w="sm" len="sm"/>
                <a:tailEnd type="none" w="sm" len="sm"/>
              </a:ln>
            </p:spPr>
          </p:cxnSp>
          <p:cxnSp>
            <p:nvCxnSpPr>
              <p:cNvPr id="980" name="Google Shape;980;p11"/>
              <p:cNvCxnSpPr>
                <a:stCxn id="931" idx="6"/>
                <a:endCxn id="872" idx="6"/>
              </p:cNvCxnSpPr>
              <p:nvPr/>
            </p:nvCxnSpPr>
            <p:spPr>
              <a:xfrm flipH="1">
                <a:off x="3076042" y="1745279"/>
                <a:ext cx="1551000" cy="1165500"/>
              </a:xfrm>
              <a:prstGeom prst="straightConnector1">
                <a:avLst/>
              </a:prstGeom>
              <a:noFill/>
              <a:ln w="9525" cap="flat" cmpd="sng">
                <a:solidFill>
                  <a:srgbClr val="868686"/>
                </a:solidFill>
                <a:prstDash val="solid"/>
                <a:round/>
                <a:headEnd type="none" w="sm" len="sm"/>
                <a:tailEnd type="none" w="sm" len="sm"/>
              </a:ln>
            </p:spPr>
          </p:cxnSp>
          <p:cxnSp>
            <p:nvCxnSpPr>
              <p:cNvPr id="981" name="Google Shape;981;p11"/>
              <p:cNvCxnSpPr>
                <a:stCxn id="909" idx="6"/>
                <a:endCxn id="885" idx="6"/>
              </p:cNvCxnSpPr>
              <p:nvPr/>
            </p:nvCxnSpPr>
            <p:spPr>
              <a:xfrm rot="10800000">
                <a:off x="3076063" y="2453533"/>
                <a:ext cx="1533600" cy="2880300"/>
              </a:xfrm>
              <a:prstGeom prst="straightConnector1">
                <a:avLst/>
              </a:prstGeom>
              <a:noFill/>
              <a:ln w="9525" cap="flat" cmpd="sng">
                <a:solidFill>
                  <a:srgbClr val="868686"/>
                </a:solidFill>
                <a:prstDash val="solid"/>
                <a:round/>
                <a:headEnd type="none" w="sm" len="sm"/>
                <a:tailEnd type="none" w="sm" len="sm"/>
              </a:ln>
            </p:spPr>
          </p:cxnSp>
          <p:cxnSp>
            <p:nvCxnSpPr>
              <p:cNvPr id="982" name="Google Shape;982;p11"/>
              <p:cNvCxnSpPr>
                <a:stCxn id="911" idx="6"/>
                <a:endCxn id="885" idx="6"/>
              </p:cNvCxnSpPr>
              <p:nvPr/>
            </p:nvCxnSpPr>
            <p:spPr>
              <a:xfrm rot="10800000">
                <a:off x="3076063" y="2453701"/>
                <a:ext cx="1533600" cy="2553900"/>
              </a:xfrm>
              <a:prstGeom prst="straightConnector1">
                <a:avLst/>
              </a:prstGeom>
              <a:noFill/>
              <a:ln w="9525" cap="flat" cmpd="sng">
                <a:solidFill>
                  <a:srgbClr val="868686"/>
                </a:solidFill>
                <a:prstDash val="solid"/>
                <a:round/>
                <a:headEnd type="none" w="sm" len="sm"/>
                <a:tailEnd type="none" w="sm" len="sm"/>
              </a:ln>
            </p:spPr>
          </p:cxnSp>
          <p:cxnSp>
            <p:nvCxnSpPr>
              <p:cNvPr id="983" name="Google Shape;983;p11"/>
              <p:cNvCxnSpPr>
                <a:stCxn id="913" idx="6"/>
                <a:endCxn id="885" idx="6"/>
              </p:cNvCxnSpPr>
              <p:nvPr/>
            </p:nvCxnSpPr>
            <p:spPr>
              <a:xfrm rot="10800000">
                <a:off x="3076063" y="2453569"/>
                <a:ext cx="1533600" cy="2227800"/>
              </a:xfrm>
              <a:prstGeom prst="straightConnector1">
                <a:avLst/>
              </a:prstGeom>
              <a:noFill/>
              <a:ln w="9525" cap="flat" cmpd="sng">
                <a:solidFill>
                  <a:srgbClr val="868686"/>
                </a:solidFill>
                <a:prstDash val="solid"/>
                <a:round/>
                <a:headEnd type="none" w="sm" len="sm"/>
                <a:tailEnd type="none" w="sm" len="sm"/>
              </a:ln>
            </p:spPr>
          </p:cxnSp>
          <p:cxnSp>
            <p:nvCxnSpPr>
              <p:cNvPr id="984" name="Google Shape;984;p11"/>
              <p:cNvCxnSpPr>
                <a:stCxn id="915" idx="6"/>
                <a:endCxn id="885" idx="6"/>
              </p:cNvCxnSpPr>
              <p:nvPr/>
            </p:nvCxnSpPr>
            <p:spPr>
              <a:xfrm rot="10800000">
                <a:off x="3076063" y="2453436"/>
                <a:ext cx="1533600" cy="1901700"/>
              </a:xfrm>
              <a:prstGeom prst="straightConnector1">
                <a:avLst/>
              </a:prstGeom>
              <a:noFill/>
              <a:ln w="9525" cap="flat" cmpd="sng">
                <a:solidFill>
                  <a:srgbClr val="868686"/>
                </a:solidFill>
                <a:prstDash val="solid"/>
                <a:round/>
                <a:headEnd type="none" w="sm" len="sm"/>
                <a:tailEnd type="none" w="sm" len="sm"/>
              </a:ln>
            </p:spPr>
          </p:cxnSp>
          <p:cxnSp>
            <p:nvCxnSpPr>
              <p:cNvPr id="985" name="Google Shape;985;p11"/>
              <p:cNvCxnSpPr>
                <a:stCxn id="917" idx="6"/>
                <a:endCxn id="885" idx="6"/>
              </p:cNvCxnSpPr>
              <p:nvPr/>
            </p:nvCxnSpPr>
            <p:spPr>
              <a:xfrm rot="10800000">
                <a:off x="3076052" y="2453604"/>
                <a:ext cx="1542300" cy="1575300"/>
              </a:xfrm>
              <a:prstGeom prst="straightConnector1">
                <a:avLst/>
              </a:prstGeom>
              <a:noFill/>
              <a:ln w="9525" cap="flat" cmpd="sng">
                <a:solidFill>
                  <a:srgbClr val="868686"/>
                </a:solidFill>
                <a:prstDash val="solid"/>
                <a:round/>
                <a:headEnd type="none" w="sm" len="sm"/>
                <a:tailEnd type="none" w="sm" len="sm"/>
              </a:ln>
            </p:spPr>
          </p:cxnSp>
          <p:cxnSp>
            <p:nvCxnSpPr>
              <p:cNvPr id="986" name="Google Shape;986;p11"/>
              <p:cNvCxnSpPr>
                <a:stCxn id="919" idx="6"/>
                <a:endCxn id="885" idx="6"/>
              </p:cNvCxnSpPr>
              <p:nvPr/>
            </p:nvCxnSpPr>
            <p:spPr>
              <a:xfrm rot="10800000">
                <a:off x="3076053" y="2453471"/>
                <a:ext cx="1542300" cy="1249200"/>
              </a:xfrm>
              <a:prstGeom prst="straightConnector1">
                <a:avLst/>
              </a:prstGeom>
              <a:noFill/>
              <a:ln w="9525" cap="flat" cmpd="sng">
                <a:solidFill>
                  <a:srgbClr val="868686"/>
                </a:solidFill>
                <a:prstDash val="solid"/>
                <a:round/>
                <a:headEnd type="none" w="sm" len="sm"/>
                <a:tailEnd type="none" w="sm" len="sm"/>
              </a:ln>
            </p:spPr>
          </p:cxnSp>
          <p:cxnSp>
            <p:nvCxnSpPr>
              <p:cNvPr id="987" name="Google Shape;987;p11"/>
              <p:cNvCxnSpPr>
                <a:stCxn id="921" idx="6"/>
                <a:endCxn id="885" idx="6"/>
              </p:cNvCxnSpPr>
              <p:nvPr/>
            </p:nvCxnSpPr>
            <p:spPr>
              <a:xfrm rot="10800000">
                <a:off x="3076053" y="2453639"/>
                <a:ext cx="1542300" cy="922800"/>
              </a:xfrm>
              <a:prstGeom prst="straightConnector1">
                <a:avLst/>
              </a:prstGeom>
              <a:noFill/>
              <a:ln w="9525" cap="flat" cmpd="sng">
                <a:solidFill>
                  <a:srgbClr val="868686"/>
                </a:solidFill>
                <a:prstDash val="solid"/>
                <a:round/>
                <a:headEnd type="none" w="sm" len="sm"/>
                <a:tailEnd type="none" w="sm" len="sm"/>
              </a:ln>
            </p:spPr>
          </p:cxnSp>
          <p:cxnSp>
            <p:nvCxnSpPr>
              <p:cNvPr id="988" name="Google Shape;988;p11"/>
              <p:cNvCxnSpPr>
                <a:stCxn id="925" idx="6"/>
                <a:endCxn id="885" idx="6"/>
              </p:cNvCxnSpPr>
              <p:nvPr/>
            </p:nvCxnSpPr>
            <p:spPr>
              <a:xfrm rot="10800000">
                <a:off x="3076053" y="2453675"/>
                <a:ext cx="1542300" cy="270300"/>
              </a:xfrm>
              <a:prstGeom prst="straightConnector1">
                <a:avLst/>
              </a:prstGeom>
              <a:noFill/>
              <a:ln w="9525" cap="flat" cmpd="sng">
                <a:solidFill>
                  <a:srgbClr val="868686"/>
                </a:solidFill>
                <a:prstDash val="solid"/>
                <a:round/>
                <a:headEnd type="none" w="sm" len="sm"/>
                <a:tailEnd type="none" w="sm" len="sm"/>
              </a:ln>
            </p:spPr>
          </p:cxnSp>
          <p:cxnSp>
            <p:nvCxnSpPr>
              <p:cNvPr id="989" name="Google Shape;989;p11"/>
              <p:cNvCxnSpPr>
                <a:stCxn id="927" idx="6"/>
                <a:endCxn id="885" idx="6"/>
              </p:cNvCxnSpPr>
              <p:nvPr/>
            </p:nvCxnSpPr>
            <p:spPr>
              <a:xfrm flipH="1">
                <a:off x="3076053" y="2397742"/>
                <a:ext cx="1542300" cy="55800"/>
              </a:xfrm>
              <a:prstGeom prst="straightConnector1">
                <a:avLst/>
              </a:prstGeom>
              <a:noFill/>
              <a:ln w="9525" cap="flat" cmpd="sng">
                <a:solidFill>
                  <a:srgbClr val="868686"/>
                </a:solidFill>
                <a:prstDash val="solid"/>
                <a:round/>
                <a:headEnd type="none" w="sm" len="sm"/>
                <a:tailEnd type="none" w="sm" len="sm"/>
              </a:ln>
            </p:spPr>
          </p:cxnSp>
          <p:cxnSp>
            <p:nvCxnSpPr>
              <p:cNvPr id="990" name="Google Shape;990;p11"/>
              <p:cNvCxnSpPr>
                <a:stCxn id="929" idx="6"/>
                <a:endCxn id="885" idx="6"/>
              </p:cNvCxnSpPr>
              <p:nvPr/>
            </p:nvCxnSpPr>
            <p:spPr>
              <a:xfrm flipH="1">
                <a:off x="3076041" y="2071510"/>
                <a:ext cx="1551000" cy="382200"/>
              </a:xfrm>
              <a:prstGeom prst="straightConnector1">
                <a:avLst/>
              </a:prstGeom>
              <a:noFill/>
              <a:ln w="9525" cap="flat" cmpd="sng">
                <a:solidFill>
                  <a:srgbClr val="868686"/>
                </a:solidFill>
                <a:prstDash val="solid"/>
                <a:round/>
                <a:headEnd type="none" w="sm" len="sm"/>
                <a:tailEnd type="none" w="sm" len="sm"/>
              </a:ln>
            </p:spPr>
          </p:cxnSp>
          <p:cxnSp>
            <p:nvCxnSpPr>
              <p:cNvPr id="991" name="Google Shape;991;p11"/>
              <p:cNvCxnSpPr>
                <a:stCxn id="931" idx="6"/>
                <a:endCxn id="885" idx="6"/>
              </p:cNvCxnSpPr>
              <p:nvPr/>
            </p:nvCxnSpPr>
            <p:spPr>
              <a:xfrm flipH="1">
                <a:off x="3076042" y="1745279"/>
                <a:ext cx="1551000" cy="708300"/>
              </a:xfrm>
              <a:prstGeom prst="straightConnector1">
                <a:avLst/>
              </a:prstGeom>
              <a:noFill/>
              <a:ln w="9525" cap="flat" cmpd="sng">
                <a:solidFill>
                  <a:srgbClr val="868686"/>
                </a:solidFill>
                <a:prstDash val="solid"/>
                <a:round/>
                <a:headEnd type="none" w="sm" len="sm"/>
                <a:tailEnd type="none" w="sm" len="sm"/>
              </a:ln>
            </p:spPr>
          </p:cxnSp>
          <p:sp>
            <p:nvSpPr>
              <p:cNvPr id="909" name="Google Shape;909;p11"/>
              <p:cNvSpPr/>
              <p:nvPr/>
            </p:nvSpPr>
            <p:spPr>
              <a:xfrm flipH="1">
                <a:off x="4609663" y="5207004"/>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11" name="Google Shape;911;p11"/>
              <p:cNvSpPr/>
              <p:nvPr/>
            </p:nvSpPr>
            <p:spPr>
              <a:xfrm flipH="1">
                <a:off x="4609663" y="4880773"/>
                <a:ext cx="293051" cy="253656"/>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13" name="Google Shape;913;p11"/>
              <p:cNvSpPr/>
              <p:nvPr/>
            </p:nvSpPr>
            <p:spPr>
              <a:xfrm flipH="1">
                <a:off x="4609663" y="455454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15" name="Google Shape;915;p11"/>
              <p:cNvSpPr/>
              <p:nvPr/>
            </p:nvSpPr>
            <p:spPr>
              <a:xfrm flipH="1">
                <a:off x="4609663" y="4228307"/>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17" name="Google Shape;917;p11"/>
              <p:cNvSpPr/>
              <p:nvPr/>
            </p:nvSpPr>
            <p:spPr>
              <a:xfrm flipH="1">
                <a:off x="4618352" y="3902075"/>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19" name="Google Shape;919;p11"/>
              <p:cNvSpPr/>
              <p:nvPr/>
            </p:nvSpPr>
            <p:spPr>
              <a:xfrm flipH="1">
                <a:off x="4618353" y="3575843"/>
                <a:ext cx="293052" cy="253657"/>
              </a:xfrm>
              <a:prstGeom prst="ellipse">
                <a:avLst/>
              </a:prstGeom>
              <a:solidFill>
                <a:srgbClr val="588A00"/>
              </a:solidFill>
              <a:ln w="28575" cap="flat" cmpd="sng">
                <a:solidFill>
                  <a:srgbClr val="0C0C0C"/>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21" name="Google Shape;921;p11"/>
              <p:cNvSpPr/>
              <p:nvPr/>
            </p:nvSpPr>
            <p:spPr>
              <a:xfrm flipH="1">
                <a:off x="4618353" y="324961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23" name="Google Shape;923;p11"/>
              <p:cNvSpPr/>
              <p:nvPr/>
            </p:nvSpPr>
            <p:spPr>
              <a:xfrm flipH="1">
                <a:off x="4618353" y="2923379"/>
                <a:ext cx="293051" cy="253656"/>
              </a:xfrm>
              <a:prstGeom prst="ellipse">
                <a:avLst/>
              </a:prstGeom>
              <a:solidFill>
                <a:srgbClr val="E7FFBE"/>
              </a:solidFill>
              <a:ln w="12700" cap="flat" cmpd="sng">
                <a:solidFill>
                  <a:srgbClr val="7F7F7F"/>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25" name="Google Shape;925;p11"/>
              <p:cNvSpPr/>
              <p:nvPr/>
            </p:nvSpPr>
            <p:spPr>
              <a:xfrm flipH="1">
                <a:off x="4618353" y="2597146"/>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27" name="Google Shape;927;p11"/>
              <p:cNvSpPr/>
              <p:nvPr/>
            </p:nvSpPr>
            <p:spPr>
              <a:xfrm flipH="1">
                <a:off x="4618353" y="2270913"/>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29" name="Google Shape;929;p11"/>
              <p:cNvSpPr/>
              <p:nvPr/>
            </p:nvSpPr>
            <p:spPr>
              <a:xfrm flipH="1">
                <a:off x="4627041" y="1944681"/>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931" name="Google Shape;931;p11"/>
              <p:cNvSpPr/>
              <p:nvPr/>
            </p:nvSpPr>
            <p:spPr>
              <a:xfrm flipH="1">
                <a:off x="4627042" y="1618451"/>
                <a:ext cx="293052" cy="253657"/>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992" name="Google Shape;992;p11"/>
              <p:cNvCxnSpPr>
                <a:stCxn id="923" idx="6"/>
                <a:endCxn id="885" idx="6"/>
              </p:cNvCxnSpPr>
              <p:nvPr/>
            </p:nvCxnSpPr>
            <p:spPr>
              <a:xfrm rot="10800000">
                <a:off x="3076053" y="2453507"/>
                <a:ext cx="1542300" cy="596700"/>
              </a:xfrm>
              <a:prstGeom prst="straightConnector1">
                <a:avLst/>
              </a:prstGeom>
              <a:noFill/>
              <a:ln w="9525" cap="flat" cmpd="sng">
                <a:solidFill>
                  <a:srgbClr val="868686"/>
                </a:solidFill>
                <a:prstDash val="solid"/>
                <a:round/>
                <a:headEnd type="none" w="sm" len="sm"/>
                <a:tailEnd type="none" w="sm" len="sm"/>
              </a:ln>
            </p:spPr>
          </p:cxnSp>
          <p:sp>
            <p:nvSpPr>
              <p:cNvPr id="808" name="Google Shape;808;p11"/>
              <p:cNvSpPr/>
              <p:nvPr/>
            </p:nvSpPr>
            <p:spPr>
              <a:xfrm>
                <a:off x="2782993" y="4612089"/>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32" name="Google Shape;832;p11"/>
              <p:cNvSpPr/>
              <p:nvPr/>
            </p:nvSpPr>
            <p:spPr>
              <a:xfrm>
                <a:off x="2782993" y="4155021"/>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45" name="Google Shape;845;p11"/>
              <p:cNvSpPr/>
              <p:nvPr/>
            </p:nvSpPr>
            <p:spPr>
              <a:xfrm>
                <a:off x="2782993" y="3697953"/>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58" name="Google Shape;858;p11"/>
              <p:cNvSpPr/>
              <p:nvPr/>
            </p:nvSpPr>
            <p:spPr>
              <a:xfrm>
                <a:off x="2782993" y="3240886"/>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72" name="Google Shape;872;p11"/>
              <p:cNvSpPr/>
              <p:nvPr/>
            </p:nvSpPr>
            <p:spPr>
              <a:xfrm>
                <a:off x="2782993" y="2783818"/>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885" name="Google Shape;885;p11"/>
              <p:cNvSpPr/>
              <p:nvPr/>
            </p:nvSpPr>
            <p:spPr>
              <a:xfrm>
                <a:off x="2782993" y="232675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grpSp>
      </p:grpSp>
      <p:sp>
        <p:nvSpPr>
          <p:cNvPr id="993" name="Google Shape;993;p11"/>
          <p:cNvSpPr/>
          <p:nvPr/>
        </p:nvSpPr>
        <p:spPr>
          <a:xfrm>
            <a:off x="839583" y="1379042"/>
            <a:ext cx="1174249" cy="4826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994" name="Google Shape;994;p11"/>
          <p:cNvSpPr/>
          <p:nvPr/>
        </p:nvSpPr>
        <p:spPr>
          <a:xfrm>
            <a:off x="4173348" y="1379042"/>
            <a:ext cx="1174249" cy="4826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995" name="Google Shape;995;p11"/>
          <p:cNvSpPr/>
          <p:nvPr/>
        </p:nvSpPr>
        <p:spPr>
          <a:xfrm>
            <a:off x="5991225" y="1657350"/>
            <a:ext cx="4124325" cy="3771900"/>
          </a:xfrm>
          <a:prstGeom prst="verticalScroll">
            <a:avLst>
              <a:gd name="adj" fmla="val 6500"/>
            </a:avLst>
          </a:prstGeom>
          <a:solidFill>
            <a:srgbClr val="EDE1A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800"/>
              <a:buFont typeface="Arial"/>
              <a:buNone/>
            </a:pPr>
            <a:endParaRPr lang="zh-CN" altLang="en-US" sz="1800" b="0" i="0" u="none" strike="noStrike" cap="none">
              <a:solidFill>
                <a:srgbClr val="FFFFFF"/>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rgbClr val="000000"/>
                </a:solidFill>
                <a:latin typeface="Algerian"/>
                <a:ea typeface="黑体" panose="02010609060101010101" pitchFamily="49" charset="-122"/>
                <a:cs typeface="Algerian"/>
                <a:sym typeface="Algerian"/>
              </a:rPr>
              <a:t>字典</a:t>
            </a:r>
            <a:endParaRPr lang="zh-CN" altLang="en-US"/>
          </a:p>
          <a:p>
            <a:pPr marL="0" marR="0" lvl="0" indent="0" algn="ctr" rtl="0">
              <a:lnSpc>
                <a:spcPct val="100000"/>
              </a:lnSpc>
              <a:spcBef>
                <a:spcPts val="0"/>
              </a:spcBef>
              <a:spcAft>
                <a:spcPts val="0"/>
              </a:spcAft>
              <a:buClr>
                <a:schemeClr val="lt1"/>
              </a:buClr>
              <a:buSzPts val="2400"/>
              <a:buFont typeface="Arial"/>
              <a:buNone/>
            </a:pPr>
            <a:endParaRPr lang="zh-CN" altLang="en-US" sz="2400" b="0" i="0" u="none" strike="noStrike" cap="none" dirty="0">
              <a:solidFill>
                <a:srgbClr val="000000"/>
              </a:solidFill>
              <a:latin typeface="Algerian"/>
              <a:ea typeface="Algerian"/>
              <a:cs typeface="Algerian"/>
              <a:sym typeface="Algerian"/>
            </a:endParaRPr>
          </a:p>
        </p:txBody>
      </p:sp>
      <p:sp>
        <p:nvSpPr>
          <p:cNvPr id="996" name="Google Shape;996;p11"/>
          <p:cNvSpPr txBox="1"/>
          <p:nvPr/>
        </p:nvSpPr>
        <p:spPr>
          <a:xfrm>
            <a:off x="6337008" y="2029107"/>
            <a:ext cx="3426117" cy="4062610"/>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a:t>
            </a:r>
            <a:endParaRPr lang="zh-CN" altLang="en-US"/>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An</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And</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Ate</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Bark</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Barked</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Cat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Cats</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Dog</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Dogs</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Eat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chemeClr val="lt1"/>
              </a:buClr>
              <a:buSzPts val="2000"/>
              <a:buFont typeface="Arial"/>
              <a:buNone/>
            </a:pPr>
            <a:endParaRPr lang="zh-CN" altLang="en-US" sz="2000" b="0" i="0" u="none" strike="noStrike" cap="none" dirty="0">
              <a:solidFill>
                <a:srgbClr val="000000"/>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2"/>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将单词转换为数字</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1003" name="Google Shape;1003;p12" descr="Kitten sleeping in a bed"/>
          <p:cNvPicPr preferRelativeResize="0"/>
          <p:nvPr/>
        </p:nvPicPr>
        <p:blipFill rotWithShape="1">
          <a:blip r:embed="rId3">
            <a:alphaModFix/>
          </a:blip>
          <a:srcRect/>
          <a:stretch/>
        </p:blipFill>
        <p:spPr>
          <a:xfrm>
            <a:off x="1515350" y="4106587"/>
            <a:ext cx="994631" cy="663897"/>
          </a:xfrm>
          <a:prstGeom prst="rect">
            <a:avLst/>
          </a:prstGeom>
          <a:noFill/>
          <a:ln>
            <a:noFill/>
          </a:ln>
        </p:spPr>
      </p:pic>
      <p:pic>
        <p:nvPicPr>
          <p:cNvPr id="1004" name="Google Shape;1004;p12" descr="Two brown alpacas"/>
          <p:cNvPicPr preferRelativeResize="0"/>
          <p:nvPr/>
        </p:nvPicPr>
        <p:blipFill rotWithShape="1">
          <a:blip r:embed="rId4">
            <a:alphaModFix/>
          </a:blip>
          <a:srcRect/>
          <a:stretch/>
        </p:blipFill>
        <p:spPr>
          <a:xfrm>
            <a:off x="736723" y="2689571"/>
            <a:ext cx="945903" cy="630448"/>
          </a:xfrm>
          <a:prstGeom prst="rect">
            <a:avLst/>
          </a:prstGeom>
          <a:noFill/>
          <a:ln>
            <a:noFill/>
          </a:ln>
        </p:spPr>
      </p:pic>
      <p:pic>
        <p:nvPicPr>
          <p:cNvPr id="1005" name="Google Shape;1005;p12" descr="Two giraffe embracing"/>
          <p:cNvPicPr preferRelativeResize="0"/>
          <p:nvPr/>
        </p:nvPicPr>
        <p:blipFill rotWithShape="1">
          <a:blip r:embed="rId5">
            <a:alphaModFix/>
          </a:blip>
          <a:srcRect l="8092" t="27130" r="50600"/>
          <a:stretch/>
        </p:blipFill>
        <p:spPr>
          <a:xfrm>
            <a:off x="4607867" y="1882891"/>
            <a:ext cx="878533" cy="1022012"/>
          </a:xfrm>
          <a:prstGeom prst="rect">
            <a:avLst/>
          </a:prstGeom>
          <a:noFill/>
          <a:ln>
            <a:noFill/>
          </a:ln>
        </p:spPr>
      </p:pic>
      <p:pic>
        <p:nvPicPr>
          <p:cNvPr id="1006" name="Google Shape;1006;p12" descr="Atlantic Puffins on rock"/>
          <p:cNvPicPr preferRelativeResize="0"/>
          <p:nvPr/>
        </p:nvPicPr>
        <p:blipFill rotWithShape="1">
          <a:blip r:embed="rId6">
            <a:alphaModFix/>
          </a:blip>
          <a:srcRect l="43325" t="17265"/>
          <a:stretch/>
        </p:blipFill>
        <p:spPr>
          <a:xfrm>
            <a:off x="4491769" y="3857005"/>
            <a:ext cx="994631" cy="967746"/>
          </a:xfrm>
          <a:prstGeom prst="rect">
            <a:avLst/>
          </a:prstGeom>
          <a:noFill/>
          <a:ln>
            <a:noFill/>
          </a:ln>
        </p:spPr>
      </p:pic>
      <p:pic>
        <p:nvPicPr>
          <p:cNvPr id="1007" name="Google Shape;1007;p12" descr="Falcon landing"/>
          <p:cNvPicPr preferRelativeResize="0"/>
          <p:nvPr/>
        </p:nvPicPr>
        <p:blipFill rotWithShape="1">
          <a:blip r:embed="rId7">
            <a:alphaModFix/>
          </a:blip>
          <a:srcRect r="9884" b="16995"/>
          <a:stretch/>
        </p:blipFill>
        <p:spPr>
          <a:xfrm>
            <a:off x="2855764" y="3591433"/>
            <a:ext cx="1202800" cy="738425"/>
          </a:xfrm>
          <a:prstGeom prst="rect">
            <a:avLst/>
          </a:prstGeom>
          <a:noFill/>
          <a:ln>
            <a:noFill/>
          </a:ln>
        </p:spPr>
      </p:pic>
      <p:cxnSp>
        <p:nvCxnSpPr>
          <p:cNvPr id="1008" name="Google Shape;1008;p12"/>
          <p:cNvCxnSpPr/>
          <p:nvPr/>
        </p:nvCxnSpPr>
        <p:spPr>
          <a:xfrm>
            <a:off x="695382" y="3441410"/>
            <a:ext cx="4791018" cy="0"/>
          </a:xfrm>
          <a:prstGeom prst="straightConnector1">
            <a:avLst/>
          </a:prstGeom>
          <a:noFill/>
          <a:ln w="9525" cap="flat" cmpd="sng">
            <a:solidFill>
              <a:schemeClr val="accent4"/>
            </a:solidFill>
            <a:prstDash val="solid"/>
            <a:round/>
            <a:headEnd type="triangle" w="med" len="med"/>
            <a:tailEnd type="triangle" w="med" len="med"/>
          </a:ln>
        </p:spPr>
      </p:cxnSp>
      <p:cxnSp>
        <p:nvCxnSpPr>
          <p:cNvPr id="1009" name="Google Shape;1009;p12"/>
          <p:cNvCxnSpPr/>
          <p:nvPr/>
        </p:nvCxnSpPr>
        <p:spPr>
          <a:xfrm>
            <a:off x="3090891" y="1657350"/>
            <a:ext cx="0" cy="3568120"/>
          </a:xfrm>
          <a:prstGeom prst="straightConnector1">
            <a:avLst/>
          </a:prstGeom>
          <a:noFill/>
          <a:ln w="9525" cap="flat" cmpd="sng">
            <a:solidFill>
              <a:schemeClr val="accent4"/>
            </a:solidFill>
            <a:prstDash val="solid"/>
            <a:round/>
            <a:headEnd type="triangle" w="med" len="med"/>
            <a:tailEnd type="triangle" w="med" len="med"/>
          </a:ln>
        </p:spPr>
      </p:cxnSp>
      <p:sp>
        <p:nvSpPr>
          <p:cNvPr id="1010" name="Google Shape;1010;p12"/>
          <p:cNvSpPr txBox="1"/>
          <p:nvPr/>
        </p:nvSpPr>
        <p:spPr>
          <a:xfrm>
            <a:off x="419099" y="3441410"/>
            <a:ext cx="1331770" cy="24468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100"/>
              <a:buFont typeface="Arial"/>
              <a:buNone/>
            </a:pPr>
            <a:r>
              <a:rPr lang="zh-CN" altLang="en-US" sz="11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驯养</a:t>
            </a:r>
            <a:endParaRPr lang="zh-CN" altLang="en-US" sz="11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11" name="Google Shape;1011;p12"/>
          <p:cNvSpPr txBox="1"/>
          <p:nvPr/>
        </p:nvSpPr>
        <p:spPr>
          <a:xfrm>
            <a:off x="4563389" y="3441410"/>
            <a:ext cx="1331770" cy="24468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100"/>
              <a:buFont typeface="Arial"/>
              <a:buNone/>
            </a:pPr>
            <a:r>
              <a:rPr lang="zh-CN" altLang="en-US" sz="11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野生</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012" name="Google Shape;1012;p12"/>
          <p:cNvSpPr txBox="1"/>
          <p:nvPr/>
        </p:nvSpPr>
        <p:spPr>
          <a:xfrm>
            <a:off x="2611973" y="1719413"/>
            <a:ext cx="1331770" cy="24468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100"/>
              <a:buFont typeface="Arial"/>
              <a:buNone/>
            </a:pPr>
            <a:r>
              <a:rPr lang="zh-CN" altLang="en-US" sz="11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大型</a:t>
            </a:r>
            <a:endParaRPr lang="zh-CN" altLang="en-US" sz="11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13" name="Google Shape;1013;p12"/>
          <p:cNvSpPr txBox="1"/>
          <p:nvPr/>
        </p:nvSpPr>
        <p:spPr>
          <a:xfrm>
            <a:off x="2726794" y="4933458"/>
            <a:ext cx="1331770" cy="24468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100"/>
              <a:buFont typeface="Arial"/>
              <a:buNone/>
            </a:pPr>
            <a:r>
              <a:rPr lang="zh-CN" altLang="en-US" sz="11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小型</a:t>
            </a:r>
            <a:endParaRPr lang="zh-CN" altLang="en-US" sz="11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14" name="Google Shape;1014;p12"/>
          <p:cNvSpPr/>
          <p:nvPr/>
        </p:nvSpPr>
        <p:spPr>
          <a:xfrm>
            <a:off x="1699228" y="4642196"/>
            <a:ext cx="924514" cy="365109"/>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zh-CN" altLang="en-US" sz="12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小猫</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altLang="zh-CN" sz="12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(-.75, -.8)</a:t>
            </a:r>
            <a:endPar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015" name="Google Shape;1015;p12"/>
          <p:cNvSpPr/>
          <p:nvPr/>
        </p:nvSpPr>
        <p:spPr>
          <a:xfrm>
            <a:off x="1448679" y="2507015"/>
            <a:ext cx="924514" cy="365109"/>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zh-CN" altLang="en-US" sz="12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美洲驼</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altLang="zh-CN" sz="12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(-.9, .1)</a:t>
            </a:r>
            <a:endPar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016" name="Google Shape;1016;p12"/>
          <p:cNvSpPr/>
          <p:nvPr/>
        </p:nvSpPr>
        <p:spPr>
          <a:xfrm>
            <a:off x="3395833" y="4114771"/>
            <a:ext cx="924514" cy="365109"/>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rPr>
              <a:t>隼</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altLang="zh-CN"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rPr>
              <a:t>(.15, -.4)</a:t>
            </a:r>
            <a:endPar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017" name="Google Shape;1017;p12"/>
          <p:cNvSpPr/>
          <p:nvPr/>
        </p:nvSpPr>
        <p:spPr>
          <a:xfrm>
            <a:off x="4571709" y="4587929"/>
            <a:ext cx="924514" cy="365109"/>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zh-CN" altLang="en-US" sz="1200" dirty="0">
                <a:latin typeface="Trebuchet MS" panose="020B0603020202020204" pitchFamily="34" charset="0"/>
                <a:ea typeface="黑体" panose="02010609060101010101" pitchFamily="49" charset="-122"/>
                <a:sym typeface="Trebuchet MS"/>
              </a:rPr>
              <a:t>海鹦</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altLang="zh-CN"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rPr>
              <a:t>(.85, -.65)</a:t>
            </a:r>
            <a:endPar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018" name="Google Shape;1018;p12"/>
          <p:cNvSpPr/>
          <p:nvPr/>
        </p:nvSpPr>
        <p:spPr>
          <a:xfrm>
            <a:off x="3904746" y="1806782"/>
            <a:ext cx="924514" cy="365109"/>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rPr>
              <a:t>长颈鹿</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altLang="zh-CN"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rPr>
              <a:t>(.9, .9)</a:t>
            </a:r>
            <a:endParaRPr lang="zh-CN" altLang="en-US" sz="12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019" name="Google Shape;1019;p12"/>
          <p:cNvSpPr/>
          <p:nvPr/>
        </p:nvSpPr>
        <p:spPr>
          <a:xfrm>
            <a:off x="5991225" y="1657350"/>
            <a:ext cx="4124325" cy="3771900"/>
          </a:xfrm>
          <a:prstGeom prst="verticalScroll">
            <a:avLst>
              <a:gd name="adj" fmla="val 6500"/>
            </a:avLst>
          </a:prstGeom>
          <a:solidFill>
            <a:srgbClr val="EDE1A5"/>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rgbClr val="FFFFFF"/>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rgbClr val="000000"/>
                </a:solidFill>
                <a:latin typeface="Algerian"/>
                <a:ea typeface="黑体" panose="02010609060101010101" pitchFamily="49" charset="-122"/>
                <a:cs typeface="Algerian"/>
                <a:sym typeface="Algerian"/>
              </a:rPr>
              <a:t>更大的字典</a:t>
            </a:r>
            <a:endParaRPr lang="zh-CN" altLang="en-US"/>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rgbClr val="000000"/>
              </a:solidFill>
              <a:latin typeface="Algerian"/>
              <a:ea typeface="Algerian"/>
              <a:cs typeface="Algerian"/>
              <a:sym typeface="Algerian"/>
            </a:endParaRPr>
          </a:p>
        </p:txBody>
      </p:sp>
      <p:sp>
        <p:nvSpPr>
          <p:cNvPr id="1020" name="Google Shape;1020;p12"/>
          <p:cNvSpPr txBox="1"/>
          <p:nvPr/>
        </p:nvSpPr>
        <p:spPr>
          <a:xfrm>
            <a:off x="6337008" y="644110"/>
            <a:ext cx="3426117" cy="6832599"/>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a:t>
            </a:r>
            <a:endParaRPr lang="zh-CN" altLang="en-US"/>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Ate</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Barked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Eaten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Ate</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Barked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Eaten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Ate</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Barked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Eaten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Ate</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Barked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Eaten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Ate</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Barked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Eaten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And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Ate</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Barked</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Cats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Dogs</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Eaten</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500"/>
              <a:buFont typeface="Arial"/>
              <a:buAutoNum type="arabicPeriod"/>
            </a:pPr>
            <a:r>
              <a:rPr lang="en-US" altLang="zh-CN" sz="500" b="0" i="0" u="none" strike="noStrike" cap="none">
                <a:solidFill>
                  <a:srgbClr val="000000"/>
                </a:solidFill>
                <a:latin typeface="Algerian"/>
                <a:ea typeface="黑体" panose="02010609060101010101" pitchFamily="49" charset="-122"/>
                <a:cs typeface="Algerian"/>
                <a:sym typeface="Algerian"/>
              </a:rPr>
              <a:t>…</a:t>
            </a:r>
            <a:endParaRPr lang="zh-CN" altLang="en-US" sz="500" b="0" i="0" u="none" strike="noStrike" cap="none">
              <a:solidFill>
                <a:srgbClr val="000000"/>
              </a:solidFill>
              <a:latin typeface="Algerian"/>
              <a:ea typeface="黑体" panose="02010609060101010101" pitchFamily="49" charset="-122"/>
              <a:cs typeface="Algerian"/>
              <a:sym typeface="Algerian"/>
            </a:endParaRPr>
          </a:p>
          <a:p>
            <a:pPr marL="457200" marR="0" lvl="0" indent="-393700" algn="l" rtl="0">
              <a:lnSpc>
                <a:spcPct val="100000"/>
              </a:lnSpc>
              <a:spcBef>
                <a:spcPts val="0"/>
              </a:spcBef>
              <a:spcAft>
                <a:spcPts val="0"/>
              </a:spcAft>
              <a:buClr>
                <a:srgbClr val="000000"/>
              </a:buClr>
              <a:buSzPts val="1000"/>
              <a:buFont typeface="Arial"/>
              <a:buNone/>
            </a:pPr>
            <a:endParaRPr lang="zh-CN" altLang="en-US" sz="1000" b="0" i="0" u="none" strike="noStrike" cap="none">
              <a:solidFill>
                <a:srgbClr val="000000"/>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rgbClr val="000000"/>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13"/>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将单词转换为数字</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1027" name="Google Shape;1027;p13"/>
          <p:cNvGrpSpPr/>
          <p:nvPr/>
        </p:nvGrpSpPr>
        <p:grpSpPr>
          <a:xfrm>
            <a:off x="548381" y="2027764"/>
            <a:ext cx="5090419" cy="3496524"/>
            <a:chOff x="122961" y="1618451"/>
            <a:chExt cx="5620375" cy="3860542"/>
          </a:xfrm>
        </p:grpSpPr>
        <p:sp>
          <p:nvSpPr>
            <p:cNvPr id="1028" name="Google Shape;1028;p13"/>
            <p:cNvSpPr txBox="1"/>
            <p:nvPr/>
          </p:nvSpPr>
          <p:spPr>
            <a:xfrm flipH="1">
              <a:off x="4953811" y="3569656"/>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Barked</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29" name="Google Shape;1029;p13"/>
            <p:cNvSpPr txBox="1"/>
            <p:nvPr/>
          </p:nvSpPr>
          <p:spPr>
            <a:xfrm flipH="1">
              <a:off x="4953811" y="3244879"/>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Bark</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0" name="Google Shape;1030;p13"/>
            <p:cNvSpPr txBox="1"/>
            <p:nvPr/>
          </p:nvSpPr>
          <p:spPr>
            <a:xfrm flipH="1">
              <a:off x="4953811" y="2920102"/>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Ate</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1" name="Google Shape;1031;p13"/>
            <p:cNvSpPr txBox="1"/>
            <p:nvPr/>
          </p:nvSpPr>
          <p:spPr>
            <a:xfrm flipH="1">
              <a:off x="4953811" y="2270549"/>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And</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2" name="Google Shape;1032;p13"/>
            <p:cNvSpPr txBox="1"/>
            <p:nvPr/>
          </p:nvSpPr>
          <p:spPr>
            <a:xfrm flipH="1">
              <a:off x="4953811" y="2595325"/>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3" name="Google Shape;1033;p13"/>
            <p:cNvSpPr txBox="1"/>
            <p:nvPr/>
          </p:nvSpPr>
          <p:spPr>
            <a:xfrm flipH="1">
              <a:off x="4953811" y="1945771"/>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An</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4" name="Google Shape;1034;p13"/>
            <p:cNvSpPr txBox="1"/>
            <p:nvPr/>
          </p:nvSpPr>
          <p:spPr>
            <a:xfrm flipH="1">
              <a:off x="4953811" y="1620994"/>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5" name="Google Shape;1035;p13"/>
            <p:cNvSpPr txBox="1"/>
            <p:nvPr/>
          </p:nvSpPr>
          <p:spPr>
            <a:xfrm flipH="1">
              <a:off x="4953811" y="3894433"/>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6" name="Google Shape;1036;p13"/>
            <p:cNvSpPr txBox="1"/>
            <p:nvPr/>
          </p:nvSpPr>
          <p:spPr>
            <a:xfrm flipH="1">
              <a:off x="4953811" y="4219211"/>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7" name="Google Shape;1037;p13"/>
            <p:cNvSpPr txBox="1"/>
            <p:nvPr/>
          </p:nvSpPr>
          <p:spPr>
            <a:xfrm flipH="1">
              <a:off x="4953811" y="4543988"/>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8" name="Google Shape;1038;p13"/>
            <p:cNvSpPr txBox="1"/>
            <p:nvPr/>
          </p:nvSpPr>
          <p:spPr>
            <a:xfrm flipH="1">
              <a:off x="4953811" y="4868764"/>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039" name="Google Shape;1039;p13"/>
            <p:cNvSpPr txBox="1"/>
            <p:nvPr/>
          </p:nvSpPr>
          <p:spPr>
            <a:xfrm flipH="1">
              <a:off x="4953811" y="5193546"/>
              <a:ext cx="789525" cy="285447"/>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Eat</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grpSp>
          <p:nvGrpSpPr>
            <p:cNvPr id="1040" name="Google Shape;1040;p13"/>
            <p:cNvGrpSpPr/>
            <p:nvPr/>
          </p:nvGrpSpPr>
          <p:grpSpPr>
            <a:xfrm>
              <a:off x="122961" y="1618451"/>
              <a:ext cx="4797133" cy="3860542"/>
              <a:chOff x="122961" y="1618451"/>
              <a:chExt cx="4797133" cy="3860542"/>
            </a:xfrm>
          </p:grpSpPr>
          <p:sp>
            <p:nvSpPr>
              <p:cNvPr id="1041" name="Google Shape;1041;p13"/>
              <p:cNvSpPr txBox="1"/>
              <p:nvPr/>
            </p:nvSpPr>
            <p:spPr>
              <a:xfrm>
                <a:off x="122961" y="3569656"/>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Barked</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042" name="Google Shape;1042;p13"/>
              <p:cNvCxnSpPr>
                <a:stCxn id="1043" idx="6"/>
                <a:endCxn id="1044" idx="2"/>
              </p:cNvCxnSpPr>
              <p:nvPr/>
            </p:nvCxnSpPr>
            <p:spPr>
              <a:xfrm rot="10800000" flipH="1">
                <a:off x="1256634" y="4738933"/>
                <a:ext cx="1526400" cy="594900"/>
              </a:xfrm>
              <a:prstGeom prst="straightConnector1">
                <a:avLst/>
              </a:prstGeom>
              <a:noFill/>
              <a:ln w="9525" cap="flat" cmpd="sng">
                <a:solidFill>
                  <a:srgbClr val="868686"/>
                </a:solidFill>
                <a:prstDash val="solid"/>
                <a:round/>
                <a:headEnd type="none" w="sm" len="sm"/>
                <a:tailEnd type="none" w="sm" len="sm"/>
              </a:ln>
            </p:spPr>
          </p:cxnSp>
          <p:cxnSp>
            <p:nvCxnSpPr>
              <p:cNvPr id="1045" name="Google Shape;1045;p13"/>
              <p:cNvCxnSpPr>
                <a:stCxn id="1046" idx="6"/>
                <a:endCxn id="1044" idx="2"/>
              </p:cNvCxnSpPr>
              <p:nvPr/>
            </p:nvCxnSpPr>
            <p:spPr>
              <a:xfrm rot="10800000" flipH="1">
                <a:off x="1256634" y="4738801"/>
                <a:ext cx="1526400" cy="268800"/>
              </a:xfrm>
              <a:prstGeom prst="straightConnector1">
                <a:avLst/>
              </a:prstGeom>
              <a:noFill/>
              <a:ln w="9525" cap="flat" cmpd="sng">
                <a:solidFill>
                  <a:srgbClr val="868686"/>
                </a:solidFill>
                <a:prstDash val="solid"/>
                <a:round/>
                <a:headEnd type="none" w="sm" len="sm"/>
                <a:tailEnd type="none" w="sm" len="sm"/>
              </a:ln>
            </p:spPr>
          </p:cxnSp>
          <p:cxnSp>
            <p:nvCxnSpPr>
              <p:cNvPr id="1047" name="Google Shape;1047;p13"/>
              <p:cNvCxnSpPr>
                <a:stCxn id="1048" idx="6"/>
                <a:endCxn id="1044" idx="2"/>
              </p:cNvCxnSpPr>
              <p:nvPr/>
            </p:nvCxnSpPr>
            <p:spPr>
              <a:xfrm>
                <a:off x="1256634" y="4681369"/>
                <a:ext cx="1526400" cy="57600"/>
              </a:xfrm>
              <a:prstGeom prst="straightConnector1">
                <a:avLst/>
              </a:prstGeom>
              <a:noFill/>
              <a:ln w="9525" cap="flat" cmpd="sng">
                <a:solidFill>
                  <a:srgbClr val="868686"/>
                </a:solidFill>
                <a:prstDash val="solid"/>
                <a:round/>
                <a:headEnd type="none" w="sm" len="sm"/>
                <a:tailEnd type="none" w="sm" len="sm"/>
              </a:ln>
            </p:spPr>
          </p:cxnSp>
          <p:cxnSp>
            <p:nvCxnSpPr>
              <p:cNvPr id="1049" name="Google Shape;1049;p13"/>
              <p:cNvCxnSpPr>
                <a:stCxn id="1050" idx="6"/>
                <a:endCxn id="1044" idx="2"/>
              </p:cNvCxnSpPr>
              <p:nvPr/>
            </p:nvCxnSpPr>
            <p:spPr>
              <a:xfrm>
                <a:off x="1256634" y="4355136"/>
                <a:ext cx="1526400" cy="383700"/>
              </a:xfrm>
              <a:prstGeom prst="straightConnector1">
                <a:avLst/>
              </a:prstGeom>
              <a:noFill/>
              <a:ln w="9525" cap="flat" cmpd="sng">
                <a:solidFill>
                  <a:srgbClr val="868686"/>
                </a:solidFill>
                <a:prstDash val="solid"/>
                <a:round/>
                <a:headEnd type="none" w="sm" len="sm"/>
                <a:tailEnd type="none" w="sm" len="sm"/>
              </a:ln>
            </p:spPr>
          </p:cxnSp>
          <p:cxnSp>
            <p:nvCxnSpPr>
              <p:cNvPr id="1051" name="Google Shape;1051;p13"/>
              <p:cNvCxnSpPr>
                <a:stCxn id="1052" idx="6"/>
                <a:endCxn id="1044" idx="2"/>
              </p:cNvCxnSpPr>
              <p:nvPr/>
            </p:nvCxnSpPr>
            <p:spPr>
              <a:xfrm>
                <a:off x="1247945" y="4028904"/>
                <a:ext cx="1535100" cy="710100"/>
              </a:xfrm>
              <a:prstGeom prst="straightConnector1">
                <a:avLst/>
              </a:prstGeom>
              <a:noFill/>
              <a:ln w="9525" cap="flat" cmpd="sng">
                <a:solidFill>
                  <a:srgbClr val="868686"/>
                </a:solidFill>
                <a:prstDash val="solid"/>
                <a:round/>
                <a:headEnd type="none" w="sm" len="sm"/>
                <a:tailEnd type="none" w="sm" len="sm"/>
              </a:ln>
            </p:spPr>
          </p:cxnSp>
          <p:cxnSp>
            <p:nvCxnSpPr>
              <p:cNvPr id="1053" name="Google Shape;1053;p13"/>
              <p:cNvCxnSpPr>
                <a:stCxn id="1054" idx="6"/>
                <a:endCxn id="1044" idx="2"/>
              </p:cNvCxnSpPr>
              <p:nvPr/>
            </p:nvCxnSpPr>
            <p:spPr>
              <a:xfrm>
                <a:off x="1247944" y="3702671"/>
                <a:ext cx="1535100" cy="1036200"/>
              </a:xfrm>
              <a:prstGeom prst="straightConnector1">
                <a:avLst/>
              </a:prstGeom>
              <a:noFill/>
              <a:ln w="9525" cap="flat" cmpd="sng">
                <a:solidFill>
                  <a:srgbClr val="868686"/>
                </a:solidFill>
                <a:prstDash val="solid"/>
                <a:round/>
                <a:headEnd type="none" w="sm" len="sm"/>
                <a:tailEnd type="none" w="sm" len="sm"/>
              </a:ln>
            </p:spPr>
          </p:cxnSp>
          <p:cxnSp>
            <p:nvCxnSpPr>
              <p:cNvPr id="1055" name="Google Shape;1055;p13"/>
              <p:cNvCxnSpPr>
                <a:stCxn id="1056" idx="6"/>
                <a:endCxn id="1044" idx="2"/>
              </p:cNvCxnSpPr>
              <p:nvPr/>
            </p:nvCxnSpPr>
            <p:spPr>
              <a:xfrm>
                <a:off x="1247944" y="3376439"/>
                <a:ext cx="1535100" cy="1362600"/>
              </a:xfrm>
              <a:prstGeom prst="straightConnector1">
                <a:avLst/>
              </a:prstGeom>
              <a:noFill/>
              <a:ln w="9525" cap="flat" cmpd="sng">
                <a:solidFill>
                  <a:srgbClr val="868686"/>
                </a:solidFill>
                <a:prstDash val="solid"/>
                <a:round/>
                <a:headEnd type="none" w="sm" len="sm"/>
                <a:tailEnd type="none" w="sm" len="sm"/>
              </a:ln>
            </p:spPr>
          </p:cxnSp>
          <p:cxnSp>
            <p:nvCxnSpPr>
              <p:cNvPr id="1057" name="Google Shape;1057;p13"/>
              <p:cNvCxnSpPr>
                <a:stCxn id="1058" idx="6"/>
                <a:endCxn id="1044" idx="2"/>
              </p:cNvCxnSpPr>
              <p:nvPr/>
            </p:nvCxnSpPr>
            <p:spPr>
              <a:xfrm>
                <a:off x="1247944" y="3050207"/>
                <a:ext cx="1535100" cy="1688700"/>
              </a:xfrm>
              <a:prstGeom prst="straightConnector1">
                <a:avLst/>
              </a:prstGeom>
              <a:noFill/>
              <a:ln w="9525" cap="flat" cmpd="sng">
                <a:solidFill>
                  <a:srgbClr val="868686"/>
                </a:solidFill>
                <a:prstDash val="solid"/>
                <a:round/>
                <a:headEnd type="none" w="sm" len="sm"/>
                <a:tailEnd type="none" w="sm" len="sm"/>
              </a:ln>
            </p:spPr>
          </p:cxnSp>
          <p:cxnSp>
            <p:nvCxnSpPr>
              <p:cNvPr id="1059" name="Google Shape;1059;p13"/>
              <p:cNvCxnSpPr>
                <a:stCxn id="1060" idx="6"/>
                <a:endCxn id="1044" idx="2"/>
              </p:cNvCxnSpPr>
              <p:nvPr/>
            </p:nvCxnSpPr>
            <p:spPr>
              <a:xfrm>
                <a:off x="1247944" y="2723975"/>
                <a:ext cx="1535100" cy="2014800"/>
              </a:xfrm>
              <a:prstGeom prst="straightConnector1">
                <a:avLst/>
              </a:prstGeom>
              <a:noFill/>
              <a:ln w="9525" cap="flat" cmpd="sng">
                <a:solidFill>
                  <a:srgbClr val="868686"/>
                </a:solidFill>
                <a:prstDash val="solid"/>
                <a:round/>
                <a:headEnd type="none" w="sm" len="sm"/>
                <a:tailEnd type="none" w="sm" len="sm"/>
              </a:ln>
            </p:spPr>
          </p:cxnSp>
          <p:cxnSp>
            <p:nvCxnSpPr>
              <p:cNvPr id="1061" name="Google Shape;1061;p13"/>
              <p:cNvCxnSpPr>
                <a:stCxn id="1062" idx="6"/>
                <a:endCxn id="1044" idx="2"/>
              </p:cNvCxnSpPr>
              <p:nvPr/>
            </p:nvCxnSpPr>
            <p:spPr>
              <a:xfrm>
                <a:off x="1247944" y="2397742"/>
                <a:ext cx="1535100" cy="2341200"/>
              </a:xfrm>
              <a:prstGeom prst="straightConnector1">
                <a:avLst/>
              </a:prstGeom>
              <a:noFill/>
              <a:ln w="9525" cap="flat" cmpd="sng">
                <a:solidFill>
                  <a:srgbClr val="868686"/>
                </a:solidFill>
                <a:prstDash val="solid"/>
                <a:round/>
                <a:headEnd type="none" w="sm" len="sm"/>
                <a:tailEnd type="none" w="sm" len="sm"/>
              </a:ln>
            </p:spPr>
          </p:cxnSp>
          <p:cxnSp>
            <p:nvCxnSpPr>
              <p:cNvPr id="1063" name="Google Shape;1063;p13"/>
              <p:cNvCxnSpPr>
                <a:stCxn id="1064" idx="6"/>
                <a:endCxn id="1044" idx="2"/>
              </p:cNvCxnSpPr>
              <p:nvPr/>
            </p:nvCxnSpPr>
            <p:spPr>
              <a:xfrm>
                <a:off x="1239256" y="2071510"/>
                <a:ext cx="1543800" cy="2667300"/>
              </a:xfrm>
              <a:prstGeom prst="straightConnector1">
                <a:avLst/>
              </a:prstGeom>
              <a:noFill/>
              <a:ln w="9525" cap="flat" cmpd="sng">
                <a:solidFill>
                  <a:srgbClr val="868686"/>
                </a:solidFill>
                <a:prstDash val="solid"/>
                <a:round/>
                <a:headEnd type="none" w="sm" len="sm"/>
                <a:tailEnd type="none" w="sm" len="sm"/>
              </a:ln>
            </p:spPr>
          </p:cxnSp>
          <p:cxnSp>
            <p:nvCxnSpPr>
              <p:cNvPr id="1065" name="Google Shape;1065;p13"/>
              <p:cNvCxnSpPr>
                <a:stCxn id="1066" idx="6"/>
                <a:endCxn id="1044" idx="2"/>
              </p:cNvCxnSpPr>
              <p:nvPr/>
            </p:nvCxnSpPr>
            <p:spPr>
              <a:xfrm>
                <a:off x="1239255" y="1745279"/>
                <a:ext cx="1543800" cy="2993700"/>
              </a:xfrm>
              <a:prstGeom prst="straightConnector1">
                <a:avLst/>
              </a:prstGeom>
              <a:noFill/>
              <a:ln w="9525" cap="flat" cmpd="sng">
                <a:solidFill>
                  <a:srgbClr val="868686"/>
                </a:solidFill>
                <a:prstDash val="solid"/>
                <a:round/>
                <a:headEnd type="none" w="sm" len="sm"/>
                <a:tailEnd type="none" w="sm" len="sm"/>
              </a:ln>
            </p:spPr>
          </p:cxnSp>
          <p:cxnSp>
            <p:nvCxnSpPr>
              <p:cNvPr id="1067" name="Google Shape;1067;p13"/>
              <p:cNvCxnSpPr>
                <a:stCxn id="1043" idx="6"/>
                <a:endCxn id="1068" idx="2"/>
              </p:cNvCxnSpPr>
              <p:nvPr/>
            </p:nvCxnSpPr>
            <p:spPr>
              <a:xfrm rot="10800000" flipH="1">
                <a:off x="1256634" y="4281733"/>
                <a:ext cx="1526400" cy="1052100"/>
              </a:xfrm>
              <a:prstGeom prst="straightConnector1">
                <a:avLst/>
              </a:prstGeom>
              <a:noFill/>
              <a:ln w="9525" cap="flat" cmpd="sng">
                <a:solidFill>
                  <a:srgbClr val="868686"/>
                </a:solidFill>
                <a:prstDash val="solid"/>
                <a:round/>
                <a:headEnd type="none" w="sm" len="sm"/>
                <a:tailEnd type="none" w="sm" len="sm"/>
              </a:ln>
            </p:spPr>
          </p:cxnSp>
          <p:cxnSp>
            <p:nvCxnSpPr>
              <p:cNvPr id="1069" name="Google Shape;1069;p13"/>
              <p:cNvCxnSpPr>
                <a:stCxn id="1046" idx="6"/>
                <a:endCxn id="1068" idx="2"/>
              </p:cNvCxnSpPr>
              <p:nvPr/>
            </p:nvCxnSpPr>
            <p:spPr>
              <a:xfrm rot="10800000" flipH="1">
                <a:off x="1256634" y="4281901"/>
                <a:ext cx="1526400" cy="725700"/>
              </a:xfrm>
              <a:prstGeom prst="straightConnector1">
                <a:avLst/>
              </a:prstGeom>
              <a:noFill/>
              <a:ln w="9525" cap="flat" cmpd="sng">
                <a:solidFill>
                  <a:srgbClr val="868686"/>
                </a:solidFill>
                <a:prstDash val="solid"/>
                <a:round/>
                <a:headEnd type="none" w="sm" len="sm"/>
                <a:tailEnd type="none" w="sm" len="sm"/>
              </a:ln>
            </p:spPr>
          </p:cxnSp>
          <p:cxnSp>
            <p:nvCxnSpPr>
              <p:cNvPr id="1070" name="Google Shape;1070;p13"/>
              <p:cNvCxnSpPr>
                <a:stCxn id="1048" idx="6"/>
                <a:endCxn id="1068" idx="2"/>
              </p:cNvCxnSpPr>
              <p:nvPr/>
            </p:nvCxnSpPr>
            <p:spPr>
              <a:xfrm rot="10800000" flipH="1">
                <a:off x="1256634" y="4281769"/>
                <a:ext cx="1526400" cy="399600"/>
              </a:xfrm>
              <a:prstGeom prst="straightConnector1">
                <a:avLst/>
              </a:prstGeom>
              <a:noFill/>
              <a:ln w="9525" cap="flat" cmpd="sng">
                <a:solidFill>
                  <a:srgbClr val="868686"/>
                </a:solidFill>
                <a:prstDash val="solid"/>
                <a:round/>
                <a:headEnd type="none" w="sm" len="sm"/>
                <a:tailEnd type="none" w="sm" len="sm"/>
              </a:ln>
            </p:spPr>
          </p:cxnSp>
          <p:cxnSp>
            <p:nvCxnSpPr>
              <p:cNvPr id="1071" name="Google Shape;1071;p13"/>
              <p:cNvCxnSpPr>
                <a:stCxn id="1050" idx="6"/>
                <a:endCxn id="1068" idx="2"/>
              </p:cNvCxnSpPr>
              <p:nvPr/>
            </p:nvCxnSpPr>
            <p:spPr>
              <a:xfrm rot="10800000" flipH="1">
                <a:off x="1256634" y="4281936"/>
                <a:ext cx="1526400" cy="73200"/>
              </a:xfrm>
              <a:prstGeom prst="straightConnector1">
                <a:avLst/>
              </a:prstGeom>
              <a:noFill/>
              <a:ln w="9525" cap="flat" cmpd="sng">
                <a:solidFill>
                  <a:srgbClr val="868686"/>
                </a:solidFill>
                <a:prstDash val="solid"/>
                <a:round/>
                <a:headEnd type="none" w="sm" len="sm"/>
                <a:tailEnd type="none" w="sm" len="sm"/>
              </a:ln>
            </p:spPr>
          </p:cxnSp>
          <p:cxnSp>
            <p:nvCxnSpPr>
              <p:cNvPr id="1072" name="Google Shape;1072;p13"/>
              <p:cNvCxnSpPr>
                <a:stCxn id="1052" idx="6"/>
                <a:endCxn id="1068" idx="2"/>
              </p:cNvCxnSpPr>
              <p:nvPr/>
            </p:nvCxnSpPr>
            <p:spPr>
              <a:xfrm>
                <a:off x="1247945" y="4028904"/>
                <a:ext cx="1535100" cy="252900"/>
              </a:xfrm>
              <a:prstGeom prst="straightConnector1">
                <a:avLst/>
              </a:prstGeom>
              <a:noFill/>
              <a:ln w="9525" cap="flat" cmpd="sng">
                <a:solidFill>
                  <a:srgbClr val="868686"/>
                </a:solidFill>
                <a:prstDash val="solid"/>
                <a:round/>
                <a:headEnd type="none" w="sm" len="sm"/>
                <a:tailEnd type="none" w="sm" len="sm"/>
              </a:ln>
            </p:spPr>
          </p:cxnSp>
          <p:cxnSp>
            <p:nvCxnSpPr>
              <p:cNvPr id="1073" name="Google Shape;1073;p13"/>
              <p:cNvCxnSpPr>
                <a:stCxn id="1054" idx="6"/>
                <a:endCxn id="1068" idx="2"/>
              </p:cNvCxnSpPr>
              <p:nvPr/>
            </p:nvCxnSpPr>
            <p:spPr>
              <a:xfrm>
                <a:off x="1247944" y="3702671"/>
                <a:ext cx="1535100" cy="579300"/>
              </a:xfrm>
              <a:prstGeom prst="straightConnector1">
                <a:avLst/>
              </a:prstGeom>
              <a:noFill/>
              <a:ln w="9525" cap="flat" cmpd="sng">
                <a:solidFill>
                  <a:srgbClr val="868686"/>
                </a:solidFill>
                <a:prstDash val="solid"/>
                <a:round/>
                <a:headEnd type="none" w="sm" len="sm"/>
                <a:tailEnd type="none" w="sm" len="sm"/>
              </a:ln>
            </p:spPr>
          </p:cxnSp>
          <p:cxnSp>
            <p:nvCxnSpPr>
              <p:cNvPr id="1074" name="Google Shape;1074;p13"/>
              <p:cNvCxnSpPr>
                <a:stCxn id="1056" idx="6"/>
                <a:endCxn id="1068" idx="2"/>
              </p:cNvCxnSpPr>
              <p:nvPr/>
            </p:nvCxnSpPr>
            <p:spPr>
              <a:xfrm>
                <a:off x="1247944" y="3376439"/>
                <a:ext cx="1535100" cy="905400"/>
              </a:xfrm>
              <a:prstGeom prst="straightConnector1">
                <a:avLst/>
              </a:prstGeom>
              <a:noFill/>
              <a:ln w="9525" cap="flat" cmpd="sng">
                <a:solidFill>
                  <a:srgbClr val="868686"/>
                </a:solidFill>
                <a:prstDash val="solid"/>
                <a:round/>
                <a:headEnd type="none" w="sm" len="sm"/>
                <a:tailEnd type="none" w="sm" len="sm"/>
              </a:ln>
            </p:spPr>
          </p:cxnSp>
          <p:cxnSp>
            <p:nvCxnSpPr>
              <p:cNvPr id="1075" name="Google Shape;1075;p13"/>
              <p:cNvCxnSpPr>
                <a:stCxn id="1058" idx="6"/>
                <a:endCxn id="1068" idx="2"/>
              </p:cNvCxnSpPr>
              <p:nvPr/>
            </p:nvCxnSpPr>
            <p:spPr>
              <a:xfrm>
                <a:off x="1247944" y="3050207"/>
                <a:ext cx="1535100" cy="1231500"/>
              </a:xfrm>
              <a:prstGeom prst="straightConnector1">
                <a:avLst/>
              </a:prstGeom>
              <a:noFill/>
              <a:ln w="9525" cap="flat" cmpd="sng">
                <a:solidFill>
                  <a:srgbClr val="868686"/>
                </a:solidFill>
                <a:prstDash val="solid"/>
                <a:round/>
                <a:headEnd type="none" w="sm" len="sm"/>
                <a:tailEnd type="none" w="sm" len="sm"/>
              </a:ln>
            </p:spPr>
          </p:cxnSp>
          <p:cxnSp>
            <p:nvCxnSpPr>
              <p:cNvPr id="1076" name="Google Shape;1076;p13"/>
              <p:cNvCxnSpPr>
                <a:stCxn id="1060" idx="6"/>
                <a:endCxn id="1068" idx="2"/>
              </p:cNvCxnSpPr>
              <p:nvPr/>
            </p:nvCxnSpPr>
            <p:spPr>
              <a:xfrm>
                <a:off x="1247944" y="2723975"/>
                <a:ext cx="1535100" cy="1557900"/>
              </a:xfrm>
              <a:prstGeom prst="straightConnector1">
                <a:avLst/>
              </a:prstGeom>
              <a:noFill/>
              <a:ln w="9525" cap="flat" cmpd="sng">
                <a:solidFill>
                  <a:srgbClr val="868686"/>
                </a:solidFill>
                <a:prstDash val="solid"/>
                <a:round/>
                <a:headEnd type="none" w="sm" len="sm"/>
                <a:tailEnd type="none" w="sm" len="sm"/>
              </a:ln>
            </p:spPr>
          </p:cxnSp>
          <p:cxnSp>
            <p:nvCxnSpPr>
              <p:cNvPr id="1077" name="Google Shape;1077;p13"/>
              <p:cNvCxnSpPr>
                <a:stCxn id="1062" idx="6"/>
                <a:endCxn id="1068" idx="2"/>
              </p:cNvCxnSpPr>
              <p:nvPr/>
            </p:nvCxnSpPr>
            <p:spPr>
              <a:xfrm>
                <a:off x="1247944" y="2397742"/>
                <a:ext cx="1535100" cy="1884000"/>
              </a:xfrm>
              <a:prstGeom prst="straightConnector1">
                <a:avLst/>
              </a:prstGeom>
              <a:noFill/>
              <a:ln w="9525" cap="flat" cmpd="sng">
                <a:solidFill>
                  <a:srgbClr val="868686"/>
                </a:solidFill>
                <a:prstDash val="solid"/>
                <a:round/>
                <a:headEnd type="none" w="sm" len="sm"/>
                <a:tailEnd type="none" w="sm" len="sm"/>
              </a:ln>
            </p:spPr>
          </p:cxnSp>
          <p:cxnSp>
            <p:nvCxnSpPr>
              <p:cNvPr id="1078" name="Google Shape;1078;p13"/>
              <p:cNvCxnSpPr>
                <a:stCxn id="1064" idx="6"/>
                <a:endCxn id="1068" idx="2"/>
              </p:cNvCxnSpPr>
              <p:nvPr/>
            </p:nvCxnSpPr>
            <p:spPr>
              <a:xfrm>
                <a:off x="1239256" y="2071510"/>
                <a:ext cx="1543800" cy="2210400"/>
              </a:xfrm>
              <a:prstGeom prst="straightConnector1">
                <a:avLst/>
              </a:prstGeom>
              <a:noFill/>
              <a:ln w="9525" cap="flat" cmpd="sng">
                <a:solidFill>
                  <a:srgbClr val="868686"/>
                </a:solidFill>
                <a:prstDash val="solid"/>
                <a:round/>
                <a:headEnd type="none" w="sm" len="sm"/>
                <a:tailEnd type="none" w="sm" len="sm"/>
              </a:ln>
            </p:spPr>
          </p:cxnSp>
          <p:cxnSp>
            <p:nvCxnSpPr>
              <p:cNvPr id="1079" name="Google Shape;1079;p13"/>
              <p:cNvCxnSpPr>
                <a:stCxn id="1066" idx="6"/>
                <a:endCxn id="1068" idx="2"/>
              </p:cNvCxnSpPr>
              <p:nvPr/>
            </p:nvCxnSpPr>
            <p:spPr>
              <a:xfrm>
                <a:off x="1239255" y="1745279"/>
                <a:ext cx="1543800" cy="2536500"/>
              </a:xfrm>
              <a:prstGeom prst="straightConnector1">
                <a:avLst/>
              </a:prstGeom>
              <a:noFill/>
              <a:ln w="9525" cap="flat" cmpd="sng">
                <a:solidFill>
                  <a:srgbClr val="868686"/>
                </a:solidFill>
                <a:prstDash val="solid"/>
                <a:round/>
                <a:headEnd type="none" w="sm" len="sm"/>
                <a:tailEnd type="none" w="sm" len="sm"/>
              </a:ln>
            </p:spPr>
          </p:cxnSp>
          <p:cxnSp>
            <p:nvCxnSpPr>
              <p:cNvPr id="1080" name="Google Shape;1080;p13"/>
              <p:cNvCxnSpPr>
                <a:stCxn id="1043" idx="6"/>
                <a:endCxn id="1081" idx="2"/>
              </p:cNvCxnSpPr>
              <p:nvPr/>
            </p:nvCxnSpPr>
            <p:spPr>
              <a:xfrm rot="10800000" flipH="1">
                <a:off x="1256634" y="3824833"/>
                <a:ext cx="1526400" cy="1509000"/>
              </a:xfrm>
              <a:prstGeom prst="straightConnector1">
                <a:avLst/>
              </a:prstGeom>
              <a:noFill/>
              <a:ln w="9525" cap="flat" cmpd="sng">
                <a:solidFill>
                  <a:srgbClr val="868686"/>
                </a:solidFill>
                <a:prstDash val="solid"/>
                <a:round/>
                <a:headEnd type="none" w="sm" len="sm"/>
                <a:tailEnd type="none" w="sm" len="sm"/>
              </a:ln>
            </p:spPr>
          </p:cxnSp>
          <p:cxnSp>
            <p:nvCxnSpPr>
              <p:cNvPr id="1082" name="Google Shape;1082;p13"/>
              <p:cNvCxnSpPr>
                <a:stCxn id="1046" idx="6"/>
                <a:endCxn id="1081" idx="2"/>
              </p:cNvCxnSpPr>
              <p:nvPr/>
            </p:nvCxnSpPr>
            <p:spPr>
              <a:xfrm rot="10800000" flipH="1">
                <a:off x="1256634" y="3824701"/>
                <a:ext cx="1526400" cy="1182900"/>
              </a:xfrm>
              <a:prstGeom prst="straightConnector1">
                <a:avLst/>
              </a:prstGeom>
              <a:noFill/>
              <a:ln w="9525" cap="flat" cmpd="sng">
                <a:solidFill>
                  <a:srgbClr val="868686"/>
                </a:solidFill>
                <a:prstDash val="solid"/>
                <a:round/>
                <a:headEnd type="none" w="sm" len="sm"/>
                <a:tailEnd type="none" w="sm" len="sm"/>
              </a:ln>
            </p:spPr>
          </p:cxnSp>
          <p:cxnSp>
            <p:nvCxnSpPr>
              <p:cNvPr id="1083" name="Google Shape;1083;p13"/>
              <p:cNvCxnSpPr>
                <a:stCxn id="1048" idx="6"/>
                <a:endCxn id="1081" idx="2"/>
              </p:cNvCxnSpPr>
              <p:nvPr/>
            </p:nvCxnSpPr>
            <p:spPr>
              <a:xfrm rot="10800000" flipH="1">
                <a:off x="1256634" y="3824869"/>
                <a:ext cx="1526400" cy="856500"/>
              </a:xfrm>
              <a:prstGeom prst="straightConnector1">
                <a:avLst/>
              </a:prstGeom>
              <a:noFill/>
              <a:ln w="9525" cap="flat" cmpd="sng">
                <a:solidFill>
                  <a:srgbClr val="868686"/>
                </a:solidFill>
                <a:prstDash val="solid"/>
                <a:round/>
                <a:headEnd type="none" w="sm" len="sm"/>
                <a:tailEnd type="none" w="sm" len="sm"/>
              </a:ln>
            </p:spPr>
          </p:cxnSp>
          <p:cxnSp>
            <p:nvCxnSpPr>
              <p:cNvPr id="1084" name="Google Shape;1084;p13"/>
              <p:cNvCxnSpPr>
                <a:stCxn id="1050" idx="6"/>
                <a:endCxn id="1081" idx="2"/>
              </p:cNvCxnSpPr>
              <p:nvPr/>
            </p:nvCxnSpPr>
            <p:spPr>
              <a:xfrm rot="10800000" flipH="1">
                <a:off x="1256634" y="3824736"/>
                <a:ext cx="1526400" cy="530400"/>
              </a:xfrm>
              <a:prstGeom prst="straightConnector1">
                <a:avLst/>
              </a:prstGeom>
              <a:noFill/>
              <a:ln w="9525" cap="flat" cmpd="sng">
                <a:solidFill>
                  <a:srgbClr val="868686"/>
                </a:solidFill>
                <a:prstDash val="solid"/>
                <a:round/>
                <a:headEnd type="none" w="sm" len="sm"/>
                <a:tailEnd type="none" w="sm" len="sm"/>
              </a:ln>
            </p:spPr>
          </p:cxnSp>
          <p:cxnSp>
            <p:nvCxnSpPr>
              <p:cNvPr id="1085" name="Google Shape;1085;p13"/>
              <p:cNvCxnSpPr>
                <a:stCxn id="1052" idx="6"/>
                <a:endCxn id="1081" idx="2"/>
              </p:cNvCxnSpPr>
              <p:nvPr/>
            </p:nvCxnSpPr>
            <p:spPr>
              <a:xfrm rot="10800000" flipH="1">
                <a:off x="1247945" y="3824904"/>
                <a:ext cx="1535100" cy="204000"/>
              </a:xfrm>
              <a:prstGeom prst="straightConnector1">
                <a:avLst/>
              </a:prstGeom>
              <a:noFill/>
              <a:ln w="9525" cap="flat" cmpd="sng">
                <a:solidFill>
                  <a:srgbClr val="868686"/>
                </a:solidFill>
                <a:prstDash val="solid"/>
                <a:round/>
                <a:headEnd type="none" w="sm" len="sm"/>
                <a:tailEnd type="none" w="sm" len="sm"/>
              </a:ln>
            </p:spPr>
          </p:cxnSp>
          <p:cxnSp>
            <p:nvCxnSpPr>
              <p:cNvPr id="1086" name="Google Shape;1086;p13"/>
              <p:cNvCxnSpPr>
                <a:stCxn id="1054" idx="6"/>
                <a:endCxn id="1081" idx="2"/>
              </p:cNvCxnSpPr>
              <p:nvPr/>
            </p:nvCxnSpPr>
            <p:spPr>
              <a:xfrm>
                <a:off x="1247944" y="3702671"/>
                <a:ext cx="1535100" cy="122100"/>
              </a:xfrm>
              <a:prstGeom prst="straightConnector1">
                <a:avLst/>
              </a:prstGeom>
              <a:noFill/>
              <a:ln w="9525" cap="flat" cmpd="sng">
                <a:solidFill>
                  <a:srgbClr val="868686"/>
                </a:solidFill>
                <a:prstDash val="solid"/>
                <a:round/>
                <a:headEnd type="none" w="sm" len="sm"/>
                <a:tailEnd type="none" w="sm" len="sm"/>
              </a:ln>
            </p:spPr>
          </p:cxnSp>
          <p:cxnSp>
            <p:nvCxnSpPr>
              <p:cNvPr id="1087" name="Google Shape;1087;p13"/>
              <p:cNvCxnSpPr>
                <a:stCxn id="1056" idx="6"/>
                <a:endCxn id="1081" idx="2"/>
              </p:cNvCxnSpPr>
              <p:nvPr/>
            </p:nvCxnSpPr>
            <p:spPr>
              <a:xfrm>
                <a:off x="1247944" y="3376439"/>
                <a:ext cx="1535100" cy="448200"/>
              </a:xfrm>
              <a:prstGeom prst="straightConnector1">
                <a:avLst/>
              </a:prstGeom>
              <a:noFill/>
              <a:ln w="9525" cap="flat" cmpd="sng">
                <a:solidFill>
                  <a:srgbClr val="868686"/>
                </a:solidFill>
                <a:prstDash val="solid"/>
                <a:round/>
                <a:headEnd type="none" w="sm" len="sm"/>
                <a:tailEnd type="none" w="sm" len="sm"/>
              </a:ln>
            </p:spPr>
          </p:cxnSp>
          <p:cxnSp>
            <p:nvCxnSpPr>
              <p:cNvPr id="1088" name="Google Shape;1088;p13"/>
              <p:cNvCxnSpPr>
                <a:stCxn id="1058" idx="6"/>
                <a:endCxn id="1081" idx="2"/>
              </p:cNvCxnSpPr>
              <p:nvPr/>
            </p:nvCxnSpPr>
            <p:spPr>
              <a:xfrm>
                <a:off x="1247944" y="3050207"/>
                <a:ext cx="1535100" cy="774600"/>
              </a:xfrm>
              <a:prstGeom prst="straightConnector1">
                <a:avLst/>
              </a:prstGeom>
              <a:noFill/>
              <a:ln w="9525" cap="flat" cmpd="sng">
                <a:solidFill>
                  <a:srgbClr val="868686"/>
                </a:solidFill>
                <a:prstDash val="solid"/>
                <a:round/>
                <a:headEnd type="none" w="sm" len="sm"/>
                <a:tailEnd type="none" w="sm" len="sm"/>
              </a:ln>
            </p:spPr>
          </p:cxnSp>
          <p:cxnSp>
            <p:nvCxnSpPr>
              <p:cNvPr id="1089" name="Google Shape;1089;p13"/>
              <p:cNvCxnSpPr>
                <a:stCxn id="1060" idx="6"/>
                <a:endCxn id="1081" idx="2"/>
              </p:cNvCxnSpPr>
              <p:nvPr/>
            </p:nvCxnSpPr>
            <p:spPr>
              <a:xfrm>
                <a:off x="1247944" y="2723975"/>
                <a:ext cx="1535100" cy="1100700"/>
              </a:xfrm>
              <a:prstGeom prst="straightConnector1">
                <a:avLst/>
              </a:prstGeom>
              <a:noFill/>
              <a:ln w="9525" cap="flat" cmpd="sng">
                <a:solidFill>
                  <a:srgbClr val="868686"/>
                </a:solidFill>
                <a:prstDash val="solid"/>
                <a:round/>
                <a:headEnd type="none" w="sm" len="sm"/>
                <a:tailEnd type="none" w="sm" len="sm"/>
              </a:ln>
            </p:spPr>
          </p:cxnSp>
          <p:cxnSp>
            <p:nvCxnSpPr>
              <p:cNvPr id="1090" name="Google Shape;1090;p13"/>
              <p:cNvCxnSpPr>
                <a:stCxn id="1062" idx="6"/>
                <a:endCxn id="1081" idx="2"/>
              </p:cNvCxnSpPr>
              <p:nvPr/>
            </p:nvCxnSpPr>
            <p:spPr>
              <a:xfrm>
                <a:off x="1247944" y="2397742"/>
                <a:ext cx="1535100" cy="1427100"/>
              </a:xfrm>
              <a:prstGeom prst="straightConnector1">
                <a:avLst/>
              </a:prstGeom>
              <a:noFill/>
              <a:ln w="9525" cap="flat" cmpd="sng">
                <a:solidFill>
                  <a:srgbClr val="868686"/>
                </a:solidFill>
                <a:prstDash val="solid"/>
                <a:round/>
                <a:headEnd type="none" w="sm" len="sm"/>
                <a:tailEnd type="none" w="sm" len="sm"/>
              </a:ln>
            </p:spPr>
          </p:cxnSp>
          <p:cxnSp>
            <p:nvCxnSpPr>
              <p:cNvPr id="1091" name="Google Shape;1091;p13"/>
              <p:cNvCxnSpPr>
                <a:stCxn id="1064" idx="6"/>
                <a:endCxn id="1081" idx="2"/>
              </p:cNvCxnSpPr>
              <p:nvPr/>
            </p:nvCxnSpPr>
            <p:spPr>
              <a:xfrm>
                <a:off x="1239256" y="2071510"/>
                <a:ext cx="1543800" cy="1753200"/>
              </a:xfrm>
              <a:prstGeom prst="straightConnector1">
                <a:avLst/>
              </a:prstGeom>
              <a:noFill/>
              <a:ln w="9525" cap="flat" cmpd="sng">
                <a:solidFill>
                  <a:srgbClr val="868686"/>
                </a:solidFill>
                <a:prstDash val="solid"/>
                <a:round/>
                <a:headEnd type="none" w="sm" len="sm"/>
                <a:tailEnd type="none" w="sm" len="sm"/>
              </a:ln>
            </p:spPr>
          </p:cxnSp>
          <p:cxnSp>
            <p:nvCxnSpPr>
              <p:cNvPr id="1092" name="Google Shape;1092;p13"/>
              <p:cNvCxnSpPr>
                <a:stCxn id="1066" idx="6"/>
                <a:endCxn id="1081" idx="2"/>
              </p:cNvCxnSpPr>
              <p:nvPr/>
            </p:nvCxnSpPr>
            <p:spPr>
              <a:xfrm>
                <a:off x="1239255" y="1745279"/>
                <a:ext cx="1543800" cy="2079600"/>
              </a:xfrm>
              <a:prstGeom prst="straightConnector1">
                <a:avLst/>
              </a:prstGeom>
              <a:noFill/>
              <a:ln w="9525" cap="flat" cmpd="sng">
                <a:solidFill>
                  <a:srgbClr val="868686"/>
                </a:solidFill>
                <a:prstDash val="solid"/>
                <a:round/>
                <a:headEnd type="none" w="sm" len="sm"/>
                <a:tailEnd type="none" w="sm" len="sm"/>
              </a:ln>
            </p:spPr>
          </p:cxnSp>
          <p:cxnSp>
            <p:nvCxnSpPr>
              <p:cNvPr id="1093" name="Google Shape;1093;p13"/>
              <p:cNvCxnSpPr>
                <a:stCxn id="1043" idx="6"/>
                <a:endCxn id="1094" idx="2"/>
              </p:cNvCxnSpPr>
              <p:nvPr/>
            </p:nvCxnSpPr>
            <p:spPr>
              <a:xfrm rot="10800000" flipH="1">
                <a:off x="1256634" y="3367633"/>
                <a:ext cx="1526400" cy="1966200"/>
              </a:xfrm>
              <a:prstGeom prst="straightConnector1">
                <a:avLst/>
              </a:prstGeom>
              <a:noFill/>
              <a:ln w="9525" cap="flat" cmpd="sng">
                <a:solidFill>
                  <a:srgbClr val="868686"/>
                </a:solidFill>
                <a:prstDash val="solid"/>
                <a:round/>
                <a:headEnd type="none" w="sm" len="sm"/>
                <a:tailEnd type="none" w="sm" len="sm"/>
              </a:ln>
            </p:spPr>
          </p:cxnSp>
          <p:cxnSp>
            <p:nvCxnSpPr>
              <p:cNvPr id="1095" name="Google Shape;1095;p13"/>
              <p:cNvCxnSpPr>
                <a:stCxn id="1046" idx="6"/>
                <a:endCxn id="1094" idx="2"/>
              </p:cNvCxnSpPr>
              <p:nvPr/>
            </p:nvCxnSpPr>
            <p:spPr>
              <a:xfrm rot="10800000" flipH="1">
                <a:off x="1256634" y="3367801"/>
                <a:ext cx="1526400" cy="1639800"/>
              </a:xfrm>
              <a:prstGeom prst="straightConnector1">
                <a:avLst/>
              </a:prstGeom>
              <a:noFill/>
              <a:ln w="9525" cap="flat" cmpd="sng">
                <a:solidFill>
                  <a:srgbClr val="868686"/>
                </a:solidFill>
                <a:prstDash val="solid"/>
                <a:round/>
                <a:headEnd type="none" w="sm" len="sm"/>
                <a:tailEnd type="none" w="sm" len="sm"/>
              </a:ln>
            </p:spPr>
          </p:cxnSp>
          <p:cxnSp>
            <p:nvCxnSpPr>
              <p:cNvPr id="1096" name="Google Shape;1096;p13"/>
              <p:cNvCxnSpPr>
                <a:stCxn id="1048" idx="6"/>
                <a:endCxn id="1094" idx="2"/>
              </p:cNvCxnSpPr>
              <p:nvPr/>
            </p:nvCxnSpPr>
            <p:spPr>
              <a:xfrm rot="10800000" flipH="1">
                <a:off x="1256634" y="3367669"/>
                <a:ext cx="1526400" cy="1313700"/>
              </a:xfrm>
              <a:prstGeom prst="straightConnector1">
                <a:avLst/>
              </a:prstGeom>
              <a:noFill/>
              <a:ln w="9525" cap="flat" cmpd="sng">
                <a:solidFill>
                  <a:srgbClr val="868686"/>
                </a:solidFill>
                <a:prstDash val="solid"/>
                <a:round/>
                <a:headEnd type="none" w="sm" len="sm"/>
                <a:tailEnd type="none" w="sm" len="sm"/>
              </a:ln>
            </p:spPr>
          </p:cxnSp>
          <p:cxnSp>
            <p:nvCxnSpPr>
              <p:cNvPr id="1097" name="Google Shape;1097;p13"/>
              <p:cNvCxnSpPr>
                <a:stCxn id="1050" idx="6"/>
                <a:endCxn id="1094" idx="2"/>
              </p:cNvCxnSpPr>
              <p:nvPr/>
            </p:nvCxnSpPr>
            <p:spPr>
              <a:xfrm rot="10800000" flipH="1">
                <a:off x="1256634" y="3367836"/>
                <a:ext cx="1526400" cy="987300"/>
              </a:xfrm>
              <a:prstGeom prst="straightConnector1">
                <a:avLst/>
              </a:prstGeom>
              <a:noFill/>
              <a:ln w="9525" cap="flat" cmpd="sng">
                <a:solidFill>
                  <a:srgbClr val="868686"/>
                </a:solidFill>
                <a:prstDash val="solid"/>
                <a:round/>
                <a:headEnd type="none" w="sm" len="sm"/>
                <a:tailEnd type="none" w="sm" len="sm"/>
              </a:ln>
            </p:spPr>
          </p:cxnSp>
          <p:cxnSp>
            <p:nvCxnSpPr>
              <p:cNvPr id="1098" name="Google Shape;1098;p13"/>
              <p:cNvCxnSpPr>
                <a:stCxn id="1052" idx="6"/>
                <a:endCxn id="1094" idx="2"/>
              </p:cNvCxnSpPr>
              <p:nvPr/>
            </p:nvCxnSpPr>
            <p:spPr>
              <a:xfrm rot="10800000" flipH="1">
                <a:off x="1247945" y="3367704"/>
                <a:ext cx="1535100" cy="661200"/>
              </a:xfrm>
              <a:prstGeom prst="straightConnector1">
                <a:avLst/>
              </a:prstGeom>
              <a:noFill/>
              <a:ln w="9525" cap="flat" cmpd="sng">
                <a:solidFill>
                  <a:srgbClr val="868686"/>
                </a:solidFill>
                <a:prstDash val="solid"/>
                <a:round/>
                <a:headEnd type="none" w="sm" len="sm"/>
                <a:tailEnd type="none" w="sm" len="sm"/>
              </a:ln>
            </p:spPr>
          </p:cxnSp>
          <p:cxnSp>
            <p:nvCxnSpPr>
              <p:cNvPr id="1099" name="Google Shape;1099;p13"/>
              <p:cNvCxnSpPr>
                <a:stCxn id="1054" idx="6"/>
                <a:endCxn id="1094" idx="2"/>
              </p:cNvCxnSpPr>
              <p:nvPr/>
            </p:nvCxnSpPr>
            <p:spPr>
              <a:xfrm rot="10800000" flipH="1">
                <a:off x="1247944" y="3367571"/>
                <a:ext cx="1535100" cy="335100"/>
              </a:xfrm>
              <a:prstGeom prst="straightConnector1">
                <a:avLst/>
              </a:prstGeom>
              <a:noFill/>
              <a:ln w="9525" cap="flat" cmpd="sng">
                <a:solidFill>
                  <a:srgbClr val="868686"/>
                </a:solidFill>
                <a:prstDash val="solid"/>
                <a:round/>
                <a:headEnd type="none" w="sm" len="sm"/>
                <a:tailEnd type="none" w="sm" len="sm"/>
              </a:ln>
            </p:spPr>
          </p:cxnSp>
          <p:cxnSp>
            <p:nvCxnSpPr>
              <p:cNvPr id="1100" name="Google Shape;1100;p13"/>
              <p:cNvCxnSpPr>
                <a:stCxn id="1056" idx="6"/>
                <a:endCxn id="1094" idx="2"/>
              </p:cNvCxnSpPr>
              <p:nvPr/>
            </p:nvCxnSpPr>
            <p:spPr>
              <a:xfrm rot="10800000" flipH="1">
                <a:off x="1247944" y="3367739"/>
                <a:ext cx="1535100" cy="8700"/>
              </a:xfrm>
              <a:prstGeom prst="straightConnector1">
                <a:avLst/>
              </a:prstGeom>
              <a:noFill/>
              <a:ln w="9525" cap="flat" cmpd="sng">
                <a:solidFill>
                  <a:srgbClr val="868686"/>
                </a:solidFill>
                <a:prstDash val="solid"/>
                <a:round/>
                <a:headEnd type="none" w="sm" len="sm"/>
                <a:tailEnd type="none" w="sm" len="sm"/>
              </a:ln>
            </p:spPr>
          </p:cxnSp>
          <p:cxnSp>
            <p:nvCxnSpPr>
              <p:cNvPr id="1101" name="Google Shape;1101;p13"/>
              <p:cNvCxnSpPr>
                <a:stCxn id="1058" idx="6"/>
                <a:endCxn id="1094" idx="2"/>
              </p:cNvCxnSpPr>
              <p:nvPr/>
            </p:nvCxnSpPr>
            <p:spPr>
              <a:xfrm>
                <a:off x="1247944" y="3050207"/>
                <a:ext cx="1535100" cy="317400"/>
              </a:xfrm>
              <a:prstGeom prst="straightConnector1">
                <a:avLst/>
              </a:prstGeom>
              <a:noFill/>
              <a:ln w="9525" cap="flat" cmpd="sng">
                <a:solidFill>
                  <a:srgbClr val="868686"/>
                </a:solidFill>
                <a:prstDash val="solid"/>
                <a:round/>
                <a:headEnd type="none" w="sm" len="sm"/>
                <a:tailEnd type="none" w="sm" len="sm"/>
              </a:ln>
            </p:spPr>
          </p:cxnSp>
          <p:cxnSp>
            <p:nvCxnSpPr>
              <p:cNvPr id="1102" name="Google Shape;1102;p13"/>
              <p:cNvCxnSpPr>
                <a:stCxn id="1060" idx="6"/>
                <a:endCxn id="1094" idx="2"/>
              </p:cNvCxnSpPr>
              <p:nvPr/>
            </p:nvCxnSpPr>
            <p:spPr>
              <a:xfrm>
                <a:off x="1247944" y="2723975"/>
                <a:ext cx="1535100" cy="643800"/>
              </a:xfrm>
              <a:prstGeom prst="straightConnector1">
                <a:avLst/>
              </a:prstGeom>
              <a:noFill/>
              <a:ln w="9525" cap="flat" cmpd="sng">
                <a:solidFill>
                  <a:srgbClr val="868686"/>
                </a:solidFill>
                <a:prstDash val="solid"/>
                <a:round/>
                <a:headEnd type="none" w="sm" len="sm"/>
                <a:tailEnd type="none" w="sm" len="sm"/>
              </a:ln>
            </p:spPr>
          </p:cxnSp>
          <p:cxnSp>
            <p:nvCxnSpPr>
              <p:cNvPr id="1103" name="Google Shape;1103;p13"/>
              <p:cNvCxnSpPr>
                <a:stCxn id="1062" idx="6"/>
                <a:endCxn id="1094" idx="2"/>
              </p:cNvCxnSpPr>
              <p:nvPr/>
            </p:nvCxnSpPr>
            <p:spPr>
              <a:xfrm>
                <a:off x="1247944" y="2397742"/>
                <a:ext cx="1535100" cy="969900"/>
              </a:xfrm>
              <a:prstGeom prst="straightConnector1">
                <a:avLst/>
              </a:prstGeom>
              <a:noFill/>
              <a:ln w="9525" cap="flat" cmpd="sng">
                <a:solidFill>
                  <a:srgbClr val="868686"/>
                </a:solidFill>
                <a:prstDash val="solid"/>
                <a:round/>
                <a:headEnd type="none" w="sm" len="sm"/>
                <a:tailEnd type="none" w="sm" len="sm"/>
              </a:ln>
            </p:spPr>
          </p:cxnSp>
          <p:cxnSp>
            <p:nvCxnSpPr>
              <p:cNvPr id="1104" name="Google Shape;1104;p13"/>
              <p:cNvCxnSpPr>
                <a:stCxn id="1062" idx="6"/>
                <a:endCxn id="1094" idx="2"/>
              </p:cNvCxnSpPr>
              <p:nvPr/>
            </p:nvCxnSpPr>
            <p:spPr>
              <a:xfrm>
                <a:off x="1247944" y="2397742"/>
                <a:ext cx="1535100" cy="969900"/>
              </a:xfrm>
              <a:prstGeom prst="straightConnector1">
                <a:avLst/>
              </a:prstGeom>
              <a:noFill/>
              <a:ln w="9525" cap="flat" cmpd="sng">
                <a:solidFill>
                  <a:srgbClr val="868686"/>
                </a:solidFill>
                <a:prstDash val="solid"/>
                <a:round/>
                <a:headEnd type="none" w="sm" len="sm"/>
                <a:tailEnd type="none" w="sm" len="sm"/>
              </a:ln>
            </p:spPr>
          </p:cxnSp>
          <p:cxnSp>
            <p:nvCxnSpPr>
              <p:cNvPr id="1105" name="Google Shape;1105;p13"/>
              <p:cNvCxnSpPr>
                <a:stCxn id="1064" idx="6"/>
                <a:endCxn id="1094" idx="2"/>
              </p:cNvCxnSpPr>
              <p:nvPr/>
            </p:nvCxnSpPr>
            <p:spPr>
              <a:xfrm>
                <a:off x="1239256" y="2071510"/>
                <a:ext cx="1543800" cy="1296300"/>
              </a:xfrm>
              <a:prstGeom prst="straightConnector1">
                <a:avLst/>
              </a:prstGeom>
              <a:noFill/>
              <a:ln w="9525" cap="flat" cmpd="sng">
                <a:solidFill>
                  <a:srgbClr val="868686"/>
                </a:solidFill>
                <a:prstDash val="solid"/>
                <a:round/>
                <a:headEnd type="none" w="sm" len="sm"/>
                <a:tailEnd type="none" w="sm" len="sm"/>
              </a:ln>
            </p:spPr>
          </p:cxnSp>
          <p:cxnSp>
            <p:nvCxnSpPr>
              <p:cNvPr id="1106" name="Google Shape;1106;p13"/>
              <p:cNvCxnSpPr>
                <a:stCxn id="1066" idx="6"/>
                <a:endCxn id="1094" idx="2"/>
              </p:cNvCxnSpPr>
              <p:nvPr/>
            </p:nvCxnSpPr>
            <p:spPr>
              <a:xfrm>
                <a:off x="1239255" y="1745279"/>
                <a:ext cx="1543800" cy="1622400"/>
              </a:xfrm>
              <a:prstGeom prst="straightConnector1">
                <a:avLst/>
              </a:prstGeom>
              <a:noFill/>
              <a:ln w="9525" cap="flat" cmpd="sng">
                <a:solidFill>
                  <a:srgbClr val="868686"/>
                </a:solidFill>
                <a:prstDash val="solid"/>
                <a:round/>
                <a:headEnd type="none" w="sm" len="sm"/>
                <a:tailEnd type="none" w="sm" len="sm"/>
              </a:ln>
            </p:spPr>
          </p:cxnSp>
          <p:cxnSp>
            <p:nvCxnSpPr>
              <p:cNvPr id="1107" name="Google Shape;1107;p13"/>
              <p:cNvCxnSpPr>
                <a:stCxn id="1043" idx="6"/>
                <a:endCxn id="1108" idx="2"/>
              </p:cNvCxnSpPr>
              <p:nvPr/>
            </p:nvCxnSpPr>
            <p:spPr>
              <a:xfrm rot="10800000" flipH="1">
                <a:off x="1256634" y="2910733"/>
                <a:ext cx="1526400" cy="2423100"/>
              </a:xfrm>
              <a:prstGeom prst="straightConnector1">
                <a:avLst/>
              </a:prstGeom>
              <a:noFill/>
              <a:ln w="9525" cap="flat" cmpd="sng">
                <a:solidFill>
                  <a:srgbClr val="868686"/>
                </a:solidFill>
                <a:prstDash val="solid"/>
                <a:round/>
                <a:headEnd type="none" w="sm" len="sm"/>
                <a:tailEnd type="none" w="sm" len="sm"/>
              </a:ln>
            </p:spPr>
          </p:cxnSp>
          <p:cxnSp>
            <p:nvCxnSpPr>
              <p:cNvPr id="1109" name="Google Shape;1109;p13"/>
              <p:cNvCxnSpPr>
                <a:stCxn id="1046" idx="6"/>
                <a:endCxn id="1108" idx="2"/>
              </p:cNvCxnSpPr>
              <p:nvPr/>
            </p:nvCxnSpPr>
            <p:spPr>
              <a:xfrm rot="10800000" flipH="1">
                <a:off x="1256634" y="2910601"/>
                <a:ext cx="1526400" cy="2097000"/>
              </a:xfrm>
              <a:prstGeom prst="straightConnector1">
                <a:avLst/>
              </a:prstGeom>
              <a:noFill/>
              <a:ln w="9525" cap="flat" cmpd="sng">
                <a:solidFill>
                  <a:srgbClr val="868686"/>
                </a:solidFill>
                <a:prstDash val="solid"/>
                <a:round/>
                <a:headEnd type="none" w="sm" len="sm"/>
                <a:tailEnd type="none" w="sm" len="sm"/>
              </a:ln>
            </p:spPr>
          </p:cxnSp>
          <p:cxnSp>
            <p:nvCxnSpPr>
              <p:cNvPr id="1110" name="Google Shape;1110;p13"/>
              <p:cNvCxnSpPr>
                <a:stCxn id="1048" idx="6"/>
                <a:endCxn id="1108" idx="2"/>
              </p:cNvCxnSpPr>
              <p:nvPr/>
            </p:nvCxnSpPr>
            <p:spPr>
              <a:xfrm rot="10800000" flipH="1">
                <a:off x="1256634" y="2910769"/>
                <a:ext cx="1526400" cy="1770600"/>
              </a:xfrm>
              <a:prstGeom prst="straightConnector1">
                <a:avLst/>
              </a:prstGeom>
              <a:noFill/>
              <a:ln w="9525" cap="flat" cmpd="sng">
                <a:solidFill>
                  <a:srgbClr val="868686"/>
                </a:solidFill>
                <a:prstDash val="solid"/>
                <a:round/>
                <a:headEnd type="none" w="sm" len="sm"/>
                <a:tailEnd type="none" w="sm" len="sm"/>
              </a:ln>
            </p:spPr>
          </p:cxnSp>
          <p:cxnSp>
            <p:nvCxnSpPr>
              <p:cNvPr id="1111" name="Google Shape;1111;p13"/>
              <p:cNvCxnSpPr>
                <a:stCxn id="1050" idx="6"/>
                <a:endCxn id="1108" idx="2"/>
              </p:cNvCxnSpPr>
              <p:nvPr/>
            </p:nvCxnSpPr>
            <p:spPr>
              <a:xfrm rot="10800000" flipH="1">
                <a:off x="1256634" y="2910636"/>
                <a:ext cx="1526400" cy="1444500"/>
              </a:xfrm>
              <a:prstGeom prst="straightConnector1">
                <a:avLst/>
              </a:prstGeom>
              <a:noFill/>
              <a:ln w="9525" cap="flat" cmpd="sng">
                <a:solidFill>
                  <a:srgbClr val="868686"/>
                </a:solidFill>
                <a:prstDash val="solid"/>
                <a:round/>
                <a:headEnd type="none" w="sm" len="sm"/>
                <a:tailEnd type="none" w="sm" len="sm"/>
              </a:ln>
            </p:spPr>
          </p:cxnSp>
          <p:cxnSp>
            <p:nvCxnSpPr>
              <p:cNvPr id="1112" name="Google Shape;1112;p13"/>
              <p:cNvCxnSpPr>
                <a:stCxn id="1052" idx="6"/>
                <a:endCxn id="1108" idx="2"/>
              </p:cNvCxnSpPr>
              <p:nvPr/>
            </p:nvCxnSpPr>
            <p:spPr>
              <a:xfrm rot="10800000" flipH="1">
                <a:off x="1247945" y="2910504"/>
                <a:ext cx="1535100" cy="1118400"/>
              </a:xfrm>
              <a:prstGeom prst="straightConnector1">
                <a:avLst/>
              </a:prstGeom>
              <a:noFill/>
              <a:ln w="9525" cap="flat" cmpd="sng">
                <a:solidFill>
                  <a:srgbClr val="868686"/>
                </a:solidFill>
                <a:prstDash val="solid"/>
                <a:round/>
                <a:headEnd type="none" w="sm" len="sm"/>
                <a:tailEnd type="none" w="sm" len="sm"/>
              </a:ln>
            </p:spPr>
          </p:cxnSp>
          <p:cxnSp>
            <p:nvCxnSpPr>
              <p:cNvPr id="1113" name="Google Shape;1113;p13"/>
              <p:cNvCxnSpPr>
                <a:stCxn id="1054" idx="6"/>
                <a:endCxn id="1108" idx="2"/>
              </p:cNvCxnSpPr>
              <p:nvPr/>
            </p:nvCxnSpPr>
            <p:spPr>
              <a:xfrm rot="10800000" flipH="1">
                <a:off x="1247944" y="2910671"/>
                <a:ext cx="1535100" cy="792000"/>
              </a:xfrm>
              <a:prstGeom prst="straightConnector1">
                <a:avLst/>
              </a:prstGeom>
              <a:noFill/>
              <a:ln w="9525" cap="flat" cmpd="sng">
                <a:solidFill>
                  <a:srgbClr val="868686"/>
                </a:solidFill>
                <a:prstDash val="solid"/>
                <a:round/>
                <a:headEnd type="none" w="sm" len="sm"/>
                <a:tailEnd type="none" w="sm" len="sm"/>
              </a:ln>
            </p:spPr>
          </p:cxnSp>
          <p:cxnSp>
            <p:nvCxnSpPr>
              <p:cNvPr id="1114" name="Google Shape;1114;p13"/>
              <p:cNvCxnSpPr>
                <a:stCxn id="1056" idx="6"/>
                <a:endCxn id="1108" idx="2"/>
              </p:cNvCxnSpPr>
              <p:nvPr/>
            </p:nvCxnSpPr>
            <p:spPr>
              <a:xfrm rot="10800000" flipH="1">
                <a:off x="1247944" y="2910539"/>
                <a:ext cx="1535100" cy="465900"/>
              </a:xfrm>
              <a:prstGeom prst="straightConnector1">
                <a:avLst/>
              </a:prstGeom>
              <a:noFill/>
              <a:ln w="9525" cap="flat" cmpd="sng">
                <a:solidFill>
                  <a:srgbClr val="868686"/>
                </a:solidFill>
                <a:prstDash val="solid"/>
                <a:round/>
                <a:headEnd type="none" w="sm" len="sm"/>
                <a:tailEnd type="none" w="sm" len="sm"/>
              </a:ln>
            </p:spPr>
          </p:cxnSp>
          <p:cxnSp>
            <p:nvCxnSpPr>
              <p:cNvPr id="1115" name="Google Shape;1115;p13"/>
              <p:cNvCxnSpPr>
                <a:stCxn id="1058" idx="6"/>
                <a:endCxn id="1108" idx="2"/>
              </p:cNvCxnSpPr>
              <p:nvPr/>
            </p:nvCxnSpPr>
            <p:spPr>
              <a:xfrm rot="10800000" flipH="1">
                <a:off x="1247944" y="2910707"/>
                <a:ext cx="1535100" cy="139500"/>
              </a:xfrm>
              <a:prstGeom prst="straightConnector1">
                <a:avLst/>
              </a:prstGeom>
              <a:noFill/>
              <a:ln w="9525" cap="flat" cmpd="sng">
                <a:solidFill>
                  <a:srgbClr val="868686"/>
                </a:solidFill>
                <a:prstDash val="solid"/>
                <a:round/>
                <a:headEnd type="none" w="sm" len="sm"/>
                <a:tailEnd type="none" w="sm" len="sm"/>
              </a:ln>
            </p:spPr>
          </p:cxnSp>
          <p:cxnSp>
            <p:nvCxnSpPr>
              <p:cNvPr id="1116" name="Google Shape;1116;p13"/>
              <p:cNvCxnSpPr>
                <a:stCxn id="1060" idx="6"/>
                <a:endCxn id="1108" idx="2"/>
              </p:cNvCxnSpPr>
              <p:nvPr/>
            </p:nvCxnSpPr>
            <p:spPr>
              <a:xfrm>
                <a:off x="1247944" y="2723975"/>
                <a:ext cx="1535100" cy="186600"/>
              </a:xfrm>
              <a:prstGeom prst="straightConnector1">
                <a:avLst/>
              </a:prstGeom>
              <a:noFill/>
              <a:ln w="9525" cap="flat" cmpd="sng">
                <a:solidFill>
                  <a:srgbClr val="868686"/>
                </a:solidFill>
                <a:prstDash val="solid"/>
                <a:round/>
                <a:headEnd type="none" w="sm" len="sm"/>
                <a:tailEnd type="none" w="sm" len="sm"/>
              </a:ln>
            </p:spPr>
          </p:cxnSp>
          <p:cxnSp>
            <p:nvCxnSpPr>
              <p:cNvPr id="1117" name="Google Shape;1117;p13"/>
              <p:cNvCxnSpPr>
                <a:stCxn id="1062" idx="6"/>
                <a:endCxn id="1108" idx="2"/>
              </p:cNvCxnSpPr>
              <p:nvPr/>
            </p:nvCxnSpPr>
            <p:spPr>
              <a:xfrm>
                <a:off x="1247944" y="2397742"/>
                <a:ext cx="1535100" cy="513000"/>
              </a:xfrm>
              <a:prstGeom prst="straightConnector1">
                <a:avLst/>
              </a:prstGeom>
              <a:noFill/>
              <a:ln w="9525" cap="flat" cmpd="sng">
                <a:solidFill>
                  <a:srgbClr val="868686"/>
                </a:solidFill>
                <a:prstDash val="solid"/>
                <a:round/>
                <a:headEnd type="none" w="sm" len="sm"/>
                <a:tailEnd type="none" w="sm" len="sm"/>
              </a:ln>
            </p:spPr>
          </p:cxnSp>
          <p:cxnSp>
            <p:nvCxnSpPr>
              <p:cNvPr id="1118" name="Google Shape;1118;p13"/>
              <p:cNvCxnSpPr>
                <a:stCxn id="1064" idx="6"/>
                <a:endCxn id="1108" idx="2"/>
              </p:cNvCxnSpPr>
              <p:nvPr/>
            </p:nvCxnSpPr>
            <p:spPr>
              <a:xfrm>
                <a:off x="1239256" y="2071510"/>
                <a:ext cx="1543800" cy="839100"/>
              </a:xfrm>
              <a:prstGeom prst="straightConnector1">
                <a:avLst/>
              </a:prstGeom>
              <a:noFill/>
              <a:ln w="9525" cap="flat" cmpd="sng">
                <a:solidFill>
                  <a:srgbClr val="868686"/>
                </a:solidFill>
                <a:prstDash val="solid"/>
                <a:round/>
                <a:headEnd type="none" w="sm" len="sm"/>
                <a:tailEnd type="none" w="sm" len="sm"/>
              </a:ln>
            </p:spPr>
          </p:cxnSp>
          <p:cxnSp>
            <p:nvCxnSpPr>
              <p:cNvPr id="1119" name="Google Shape;1119;p13"/>
              <p:cNvCxnSpPr>
                <a:stCxn id="1066" idx="6"/>
                <a:endCxn id="1108" idx="2"/>
              </p:cNvCxnSpPr>
              <p:nvPr/>
            </p:nvCxnSpPr>
            <p:spPr>
              <a:xfrm>
                <a:off x="1239255" y="1745279"/>
                <a:ext cx="1543800" cy="1165500"/>
              </a:xfrm>
              <a:prstGeom prst="straightConnector1">
                <a:avLst/>
              </a:prstGeom>
              <a:noFill/>
              <a:ln w="9525" cap="flat" cmpd="sng">
                <a:solidFill>
                  <a:srgbClr val="868686"/>
                </a:solidFill>
                <a:prstDash val="solid"/>
                <a:round/>
                <a:headEnd type="none" w="sm" len="sm"/>
                <a:tailEnd type="none" w="sm" len="sm"/>
              </a:ln>
            </p:spPr>
          </p:cxnSp>
          <p:cxnSp>
            <p:nvCxnSpPr>
              <p:cNvPr id="1120" name="Google Shape;1120;p13"/>
              <p:cNvCxnSpPr>
                <a:stCxn id="1043" idx="6"/>
                <a:endCxn id="1121" idx="2"/>
              </p:cNvCxnSpPr>
              <p:nvPr/>
            </p:nvCxnSpPr>
            <p:spPr>
              <a:xfrm rot="10800000" flipH="1">
                <a:off x="1256634" y="2453533"/>
                <a:ext cx="1526400" cy="2880300"/>
              </a:xfrm>
              <a:prstGeom prst="straightConnector1">
                <a:avLst/>
              </a:prstGeom>
              <a:noFill/>
              <a:ln w="9525" cap="flat" cmpd="sng">
                <a:solidFill>
                  <a:srgbClr val="868686"/>
                </a:solidFill>
                <a:prstDash val="solid"/>
                <a:round/>
                <a:headEnd type="none" w="sm" len="sm"/>
                <a:tailEnd type="none" w="sm" len="sm"/>
              </a:ln>
            </p:spPr>
          </p:cxnSp>
          <p:cxnSp>
            <p:nvCxnSpPr>
              <p:cNvPr id="1122" name="Google Shape;1122;p13"/>
              <p:cNvCxnSpPr>
                <a:stCxn id="1046" idx="6"/>
                <a:endCxn id="1121" idx="2"/>
              </p:cNvCxnSpPr>
              <p:nvPr/>
            </p:nvCxnSpPr>
            <p:spPr>
              <a:xfrm rot="10800000" flipH="1">
                <a:off x="1256634" y="2453701"/>
                <a:ext cx="1526400" cy="2553900"/>
              </a:xfrm>
              <a:prstGeom prst="straightConnector1">
                <a:avLst/>
              </a:prstGeom>
              <a:noFill/>
              <a:ln w="9525" cap="flat" cmpd="sng">
                <a:solidFill>
                  <a:srgbClr val="868686"/>
                </a:solidFill>
                <a:prstDash val="solid"/>
                <a:round/>
                <a:headEnd type="none" w="sm" len="sm"/>
                <a:tailEnd type="none" w="sm" len="sm"/>
              </a:ln>
            </p:spPr>
          </p:cxnSp>
          <p:cxnSp>
            <p:nvCxnSpPr>
              <p:cNvPr id="1123" name="Google Shape;1123;p13"/>
              <p:cNvCxnSpPr>
                <a:stCxn id="1048" idx="6"/>
                <a:endCxn id="1121" idx="2"/>
              </p:cNvCxnSpPr>
              <p:nvPr/>
            </p:nvCxnSpPr>
            <p:spPr>
              <a:xfrm rot="10800000" flipH="1">
                <a:off x="1256634" y="2453569"/>
                <a:ext cx="1526400" cy="2227800"/>
              </a:xfrm>
              <a:prstGeom prst="straightConnector1">
                <a:avLst/>
              </a:prstGeom>
              <a:noFill/>
              <a:ln w="9525" cap="flat" cmpd="sng">
                <a:solidFill>
                  <a:srgbClr val="868686"/>
                </a:solidFill>
                <a:prstDash val="solid"/>
                <a:round/>
                <a:headEnd type="none" w="sm" len="sm"/>
                <a:tailEnd type="none" w="sm" len="sm"/>
              </a:ln>
            </p:spPr>
          </p:cxnSp>
          <p:cxnSp>
            <p:nvCxnSpPr>
              <p:cNvPr id="1124" name="Google Shape;1124;p13"/>
              <p:cNvCxnSpPr>
                <a:stCxn id="1050" idx="6"/>
                <a:endCxn id="1121" idx="2"/>
              </p:cNvCxnSpPr>
              <p:nvPr/>
            </p:nvCxnSpPr>
            <p:spPr>
              <a:xfrm rot="10800000" flipH="1">
                <a:off x="1256634" y="2453436"/>
                <a:ext cx="1526400" cy="1901700"/>
              </a:xfrm>
              <a:prstGeom prst="straightConnector1">
                <a:avLst/>
              </a:prstGeom>
              <a:noFill/>
              <a:ln w="9525" cap="flat" cmpd="sng">
                <a:solidFill>
                  <a:srgbClr val="868686"/>
                </a:solidFill>
                <a:prstDash val="solid"/>
                <a:round/>
                <a:headEnd type="none" w="sm" len="sm"/>
                <a:tailEnd type="none" w="sm" len="sm"/>
              </a:ln>
            </p:spPr>
          </p:cxnSp>
          <p:cxnSp>
            <p:nvCxnSpPr>
              <p:cNvPr id="1125" name="Google Shape;1125;p13"/>
              <p:cNvCxnSpPr>
                <a:stCxn id="1052" idx="6"/>
                <a:endCxn id="1121" idx="2"/>
              </p:cNvCxnSpPr>
              <p:nvPr/>
            </p:nvCxnSpPr>
            <p:spPr>
              <a:xfrm rot="10800000" flipH="1">
                <a:off x="1247945" y="2453604"/>
                <a:ext cx="1535100" cy="1575300"/>
              </a:xfrm>
              <a:prstGeom prst="straightConnector1">
                <a:avLst/>
              </a:prstGeom>
              <a:noFill/>
              <a:ln w="9525" cap="flat" cmpd="sng">
                <a:solidFill>
                  <a:srgbClr val="868686"/>
                </a:solidFill>
                <a:prstDash val="solid"/>
                <a:round/>
                <a:headEnd type="none" w="sm" len="sm"/>
                <a:tailEnd type="none" w="sm" len="sm"/>
              </a:ln>
            </p:spPr>
          </p:cxnSp>
          <p:cxnSp>
            <p:nvCxnSpPr>
              <p:cNvPr id="1126" name="Google Shape;1126;p13"/>
              <p:cNvCxnSpPr>
                <a:stCxn id="1054" idx="6"/>
                <a:endCxn id="1121" idx="2"/>
              </p:cNvCxnSpPr>
              <p:nvPr/>
            </p:nvCxnSpPr>
            <p:spPr>
              <a:xfrm rot="10800000" flipH="1">
                <a:off x="1247944" y="2453471"/>
                <a:ext cx="1535100" cy="1249200"/>
              </a:xfrm>
              <a:prstGeom prst="straightConnector1">
                <a:avLst/>
              </a:prstGeom>
              <a:noFill/>
              <a:ln w="9525" cap="flat" cmpd="sng">
                <a:solidFill>
                  <a:srgbClr val="868686"/>
                </a:solidFill>
                <a:prstDash val="solid"/>
                <a:round/>
                <a:headEnd type="none" w="sm" len="sm"/>
                <a:tailEnd type="none" w="sm" len="sm"/>
              </a:ln>
            </p:spPr>
          </p:cxnSp>
          <p:cxnSp>
            <p:nvCxnSpPr>
              <p:cNvPr id="1127" name="Google Shape;1127;p13"/>
              <p:cNvCxnSpPr>
                <a:stCxn id="1056" idx="6"/>
                <a:endCxn id="1121" idx="2"/>
              </p:cNvCxnSpPr>
              <p:nvPr/>
            </p:nvCxnSpPr>
            <p:spPr>
              <a:xfrm rot="10800000" flipH="1">
                <a:off x="1247944" y="2453639"/>
                <a:ext cx="1535100" cy="922800"/>
              </a:xfrm>
              <a:prstGeom prst="straightConnector1">
                <a:avLst/>
              </a:prstGeom>
              <a:noFill/>
              <a:ln w="9525" cap="flat" cmpd="sng">
                <a:solidFill>
                  <a:srgbClr val="868686"/>
                </a:solidFill>
                <a:prstDash val="solid"/>
                <a:round/>
                <a:headEnd type="none" w="sm" len="sm"/>
                <a:tailEnd type="none" w="sm" len="sm"/>
              </a:ln>
            </p:spPr>
          </p:cxnSp>
          <p:cxnSp>
            <p:nvCxnSpPr>
              <p:cNvPr id="1128" name="Google Shape;1128;p13"/>
              <p:cNvCxnSpPr>
                <a:stCxn id="1060" idx="6"/>
                <a:endCxn id="1121" idx="2"/>
              </p:cNvCxnSpPr>
              <p:nvPr/>
            </p:nvCxnSpPr>
            <p:spPr>
              <a:xfrm rot="10800000" flipH="1">
                <a:off x="1247944" y="2453675"/>
                <a:ext cx="1535100" cy="270300"/>
              </a:xfrm>
              <a:prstGeom prst="straightConnector1">
                <a:avLst/>
              </a:prstGeom>
              <a:noFill/>
              <a:ln w="9525" cap="flat" cmpd="sng">
                <a:solidFill>
                  <a:srgbClr val="868686"/>
                </a:solidFill>
                <a:prstDash val="solid"/>
                <a:round/>
                <a:headEnd type="none" w="sm" len="sm"/>
                <a:tailEnd type="none" w="sm" len="sm"/>
              </a:ln>
            </p:spPr>
          </p:cxnSp>
          <p:cxnSp>
            <p:nvCxnSpPr>
              <p:cNvPr id="1129" name="Google Shape;1129;p13"/>
              <p:cNvCxnSpPr>
                <a:stCxn id="1062" idx="6"/>
                <a:endCxn id="1121" idx="2"/>
              </p:cNvCxnSpPr>
              <p:nvPr/>
            </p:nvCxnSpPr>
            <p:spPr>
              <a:xfrm>
                <a:off x="1247944" y="2397742"/>
                <a:ext cx="1535100" cy="55800"/>
              </a:xfrm>
              <a:prstGeom prst="straightConnector1">
                <a:avLst/>
              </a:prstGeom>
              <a:noFill/>
              <a:ln w="9525" cap="flat" cmpd="sng">
                <a:solidFill>
                  <a:srgbClr val="868686"/>
                </a:solidFill>
                <a:prstDash val="solid"/>
                <a:round/>
                <a:headEnd type="none" w="sm" len="sm"/>
                <a:tailEnd type="none" w="sm" len="sm"/>
              </a:ln>
            </p:spPr>
          </p:cxnSp>
          <p:cxnSp>
            <p:nvCxnSpPr>
              <p:cNvPr id="1130" name="Google Shape;1130;p13"/>
              <p:cNvCxnSpPr>
                <a:stCxn id="1064" idx="6"/>
                <a:endCxn id="1121" idx="2"/>
              </p:cNvCxnSpPr>
              <p:nvPr/>
            </p:nvCxnSpPr>
            <p:spPr>
              <a:xfrm>
                <a:off x="1239256" y="2071510"/>
                <a:ext cx="1543800" cy="382200"/>
              </a:xfrm>
              <a:prstGeom prst="straightConnector1">
                <a:avLst/>
              </a:prstGeom>
              <a:noFill/>
              <a:ln w="9525" cap="flat" cmpd="sng">
                <a:solidFill>
                  <a:srgbClr val="868686"/>
                </a:solidFill>
                <a:prstDash val="solid"/>
                <a:round/>
                <a:headEnd type="none" w="sm" len="sm"/>
                <a:tailEnd type="none" w="sm" len="sm"/>
              </a:ln>
            </p:spPr>
          </p:cxnSp>
          <p:cxnSp>
            <p:nvCxnSpPr>
              <p:cNvPr id="1131" name="Google Shape;1131;p13"/>
              <p:cNvCxnSpPr>
                <a:stCxn id="1066" idx="6"/>
                <a:endCxn id="1121" idx="2"/>
              </p:cNvCxnSpPr>
              <p:nvPr/>
            </p:nvCxnSpPr>
            <p:spPr>
              <a:xfrm>
                <a:off x="1239255" y="1745279"/>
                <a:ext cx="1543800" cy="708300"/>
              </a:xfrm>
              <a:prstGeom prst="straightConnector1">
                <a:avLst/>
              </a:prstGeom>
              <a:noFill/>
              <a:ln w="9525" cap="flat" cmpd="sng">
                <a:solidFill>
                  <a:srgbClr val="868686"/>
                </a:solidFill>
                <a:prstDash val="solid"/>
                <a:round/>
                <a:headEnd type="none" w="sm" len="sm"/>
                <a:tailEnd type="none" w="sm" len="sm"/>
              </a:ln>
            </p:spPr>
          </p:cxnSp>
          <p:sp>
            <p:nvSpPr>
              <p:cNvPr id="1043" name="Google Shape;1043;p13"/>
              <p:cNvSpPr/>
              <p:nvPr/>
            </p:nvSpPr>
            <p:spPr>
              <a:xfrm>
                <a:off x="963581" y="5207004"/>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46" name="Google Shape;1046;p13"/>
              <p:cNvSpPr/>
              <p:nvPr/>
            </p:nvSpPr>
            <p:spPr>
              <a:xfrm>
                <a:off x="963583" y="4880773"/>
                <a:ext cx="293051" cy="253656"/>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48" name="Google Shape;1048;p13"/>
              <p:cNvSpPr/>
              <p:nvPr/>
            </p:nvSpPr>
            <p:spPr>
              <a:xfrm>
                <a:off x="963581" y="4554540"/>
                <a:ext cx="293053" cy="253658"/>
              </a:xfrm>
              <a:prstGeom prst="ellipse">
                <a:avLst/>
              </a:prstGeom>
              <a:solidFill>
                <a:srgbClr val="588A00"/>
              </a:solidFill>
              <a:ln w="28575" cap="flat" cmpd="sng">
                <a:solidFill>
                  <a:srgbClr val="0C0C0C"/>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50" name="Google Shape;1050;p13"/>
              <p:cNvSpPr/>
              <p:nvPr/>
            </p:nvSpPr>
            <p:spPr>
              <a:xfrm>
                <a:off x="963581" y="4228307"/>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52" name="Google Shape;1052;p13"/>
              <p:cNvSpPr/>
              <p:nvPr/>
            </p:nvSpPr>
            <p:spPr>
              <a:xfrm>
                <a:off x="954892" y="3902075"/>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54" name="Google Shape;1054;p13"/>
              <p:cNvSpPr/>
              <p:nvPr/>
            </p:nvSpPr>
            <p:spPr>
              <a:xfrm>
                <a:off x="954892" y="3575843"/>
                <a:ext cx="293052" cy="253657"/>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56" name="Google Shape;1056;p13"/>
              <p:cNvSpPr/>
              <p:nvPr/>
            </p:nvSpPr>
            <p:spPr>
              <a:xfrm>
                <a:off x="954891" y="324961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58" name="Google Shape;1058;p13"/>
              <p:cNvSpPr/>
              <p:nvPr/>
            </p:nvSpPr>
            <p:spPr>
              <a:xfrm>
                <a:off x="954893" y="2923379"/>
                <a:ext cx="293051" cy="253656"/>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0" name="Google Shape;1060;p13"/>
              <p:cNvSpPr/>
              <p:nvPr/>
            </p:nvSpPr>
            <p:spPr>
              <a:xfrm>
                <a:off x="954891" y="2597146"/>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2" name="Google Shape;1062;p13"/>
              <p:cNvSpPr/>
              <p:nvPr/>
            </p:nvSpPr>
            <p:spPr>
              <a:xfrm>
                <a:off x="954891" y="2270913"/>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4" name="Google Shape;1064;p13"/>
              <p:cNvSpPr/>
              <p:nvPr/>
            </p:nvSpPr>
            <p:spPr>
              <a:xfrm>
                <a:off x="946203" y="1944681"/>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6" name="Google Shape;1066;p13"/>
              <p:cNvSpPr/>
              <p:nvPr/>
            </p:nvSpPr>
            <p:spPr>
              <a:xfrm>
                <a:off x="946203" y="1618451"/>
                <a:ext cx="293052" cy="253657"/>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32" name="Google Shape;1132;p13"/>
              <p:cNvSpPr txBox="1"/>
              <p:nvPr/>
            </p:nvSpPr>
            <p:spPr>
              <a:xfrm>
                <a:off x="122961" y="3244879"/>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Bark</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3" name="Google Shape;1133;p13"/>
              <p:cNvSpPr txBox="1"/>
              <p:nvPr/>
            </p:nvSpPr>
            <p:spPr>
              <a:xfrm>
                <a:off x="122961" y="2920102"/>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Ate</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4" name="Google Shape;1134;p13"/>
              <p:cNvSpPr txBox="1"/>
              <p:nvPr/>
            </p:nvSpPr>
            <p:spPr>
              <a:xfrm>
                <a:off x="122961" y="2270549"/>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And</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5" name="Google Shape;1135;p13"/>
              <p:cNvSpPr txBox="1"/>
              <p:nvPr/>
            </p:nvSpPr>
            <p:spPr>
              <a:xfrm>
                <a:off x="122961" y="2595325"/>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6" name="Google Shape;1136;p13"/>
              <p:cNvSpPr txBox="1"/>
              <p:nvPr/>
            </p:nvSpPr>
            <p:spPr>
              <a:xfrm>
                <a:off x="122961" y="1945771"/>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An</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7" name="Google Shape;1137;p13"/>
              <p:cNvSpPr txBox="1"/>
              <p:nvPr/>
            </p:nvSpPr>
            <p:spPr>
              <a:xfrm>
                <a:off x="122961" y="1620994"/>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8" name="Google Shape;1138;p13"/>
              <p:cNvSpPr txBox="1"/>
              <p:nvPr/>
            </p:nvSpPr>
            <p:spPr>
              <a:xfrm>
                <a:off x="122961" y="3894433"/>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39" name="Google Shape;1139;p13"/>
              <p:cNvSpPr txBox="1"/>
              <p:nvPr/>
            </p:nvSpPr>
            <p:spPr>
              <a:xfrm>
                <a:off x="122961" y="4219211"/>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40" name="Google Shape;1140;p13"/>
              <p:cNvSpPr txBox="1"/>
              <p:nvPr/>
            </p:nvSpPr>
            <p:spPr>
              <a:xfrm>
                <a:off x="122961" y="4543988"/>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41" name="Google Shape;1141;p13"/>
              <p:cNvSpPr txBox="1"/>
              <p:nvPr/>
            </p:nvSpPr>
            <p:spPr>
              <a:xfrm>
                <a:off x="122961" y="4868764"/>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142" name="Google Shape;1142;p13"/>
              <p:cNvSpPr txBox="1"/>
              <p:nvPr/>
            </p:nvSpPr>
            <p:spPr>
              <a:xfrm>
                <a:off x="122961" y="5193546"/>
                <a:ext cx="789525" cy="285447"/>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200"/>
                  <a:buFont typeface="Arial"/>
                  <a:buNone/>
                </a:pPr>
                <a:r>
                  <a:rPr lang="en-US" altLang="zh-CN" sz="12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Eat</a:t>
                </a:r>
                <a:endParaRPr lang="zh-CN" altLang="en-US" sz="12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1143" name="Google Shape;1143;p13"/>
              <p:cNvCxnSpPr>
                <a:stCxn id="1058" idx="6"/>
                <a:endCxn id="1121" idx="2"/>
              </p:cNvCxnSpPr>
              <p:nvPr/>
            </p:nvCxnSpPr>
            <p:spPr>
              <a:xfrm rot="10800000" flipH="1">
                <a:off x="1247944" y="2453507"/>
                <a:ext cx="1535100" cy="596700"/>
              </a:xfrm>
              <a:prstGeom prst="straightConnector1">
                <a:avLst/>
              </a:prstGeom>
              <a:noFill/>
              <a:ln w="9525" cap="flat" cmpd="sng">
                <a:solidFill>
                  <a:srgbClr val="868686"/>
                </a:solidFill>
                <a:prstDash val="solid"/>
                <a:round/>
                <a:headEnd type="none" w="sm" len="sm"/>
                <a:tailEnd type="none" w="sm" len="sm"/>
              </a:ln>
            </p:spPr>
          </p:cxnSp>
          <p:cxnSp>
            <p:nvCxnSpPr>
              <p:cNvPr id="1144" name="Google Shape;1144;p13"/>
              <p:cNvCxnSpPr>
                <a:stCxn id="1145" idx="6"/>
                <a:endCxn id="1044" idx="6"/>
              </p:cNvCxnSpPr>
              <p:nvPr/>
            </p:nvCxnSpPr>
            <p:spPr>
              <a:xfrm rot="10800000">
                <a:off x="3076063" y="4738933"/>
                <a:ext cx="1533600" cy="594900"/>
              </a:xfrm>
              <a:prstGeom prst="straightConnector1">
                <a:avLst/>
              </a:prstGeom>
              <a:noFill/>
              <a:ln w="9525" cap="flat" cmpd="sng">
                <a:solidFill>
                  <a:srgbClr val="868686"/>
                </a:solidFill>
                <a:prstDash val="solid"/>
                <a:round/>
                <a:headEnd type="none" w="sm" len="sm"/>
                <a:tailEnd type="none" w="sm" len="sm"/>
              </a:ln>
            </p:spPr>
          </p:cxnSp>
          <p:cxnSp>
            <p:nvCxnSpPr>
              <p:cNvPr id="1146" name="Google Shape;1146;p13"/>
              <p:cNvCxnSpPr>
                <a:stCxn id="1147" idx="6"/>
                <a:endCxn id="1044" idx="6"/>
              </p:cNvCxnSpPr>
              <p:nvPr/>
            </p:nvCxnSpPr>
            <p:spPr>
              <a:xfrm rot="10800000">
                <a:off x="3076063" y="4738801"/>
                <a:ext cx="1533600" cy="268800"/>
              </a:xfrm>
              <a:prstGeom prst="straightConnector1">
                <a:avLst/>
              </a:prstGeom>
              <a:noFill/>
              <a:ln w="9525" cap="flat" cmpd="sng">
                <a:solidFill>
                  <a:srgbClr val="868686"/>
                </a:solidFill>
                <a:prstDash val="solid"/>
                <a:round/>
                <a:headEnd type="none" w="sm" len="sm"/>
                <a:tailEnd type="none" w="sm" len="sm"/>
              </a:ln>
            </p:spPr>
          </p:cxnSp>
          <p:cxnSp>
            <p:nvCxnSpPr>
              <p:cNvPr id="1148" name="Google Shape;1148;p13"/>
              <p:cNvCxnSpPr>
                <a:stCxn id="1149" idx="6"/>
                <a:endCxn id="1044" idx="6"/>
              </p:cNvCxnSpPr>
              <p:nvPr/>
            </p:nvCxnSpPr>
            <p:spPr>
              <a:xfrm flipH="1">
                <a:off x="3076063" y="4681369"/>
                <a:ext cx="1533600" cy="57600"/>
              </a:xfrm>
              <a:prstGeom prst="straightConnector1">
                <a:avLst/>
              </a:prstGeom>
              <a:noFill/>
              <a:ln w="9525" cap="flat" cmpd="sng">
                <a:solidFill>
                  <a:srgbClr val="868686"/>
                </a:solidFill>
                <a:prstDash val="solid"/>
                <a:round/>
                <a:headEnd type="none" w="sm" len="sm"/>
                <a:tailEnd type="none" w="sm" len="sm"/>
              </a:ln>
            </p:spPr>
          </p:cxnSp>
          <p:cxnSp>
            <p:nvCxnSpPr>
              <p:cNvPr id="1150" name="Google Shape;1150;p13"/>
              <p:cNvCxnSpPr>
                <a:stCxn id="1151" idx="6"/>
                <a:endCxn id="1044" idx="6"/>
              </p:cNvCxnSpPr>
              <p:nvPr/>
            </p:nvCxnSpPr>
            <p:spPr>
              <a:xfrm flipH="1">
                <a:off x="3076063" y="4355136"/>
                <a:ext cx="1533600" cy="383700"/>
              </a:xfrm>
              <a:prstGeom prst="straightConnector1">
                <a:avLst/>
              </a:prstGeom>
              <a:noFill/>
              <a:ln w="9525" cap="flat" cmpd="sng">
                <a:solidFill>
                  <a:srgbClr val="868686"/>
                </a:solidFill>
                <a:prstDash val="solid"/>
                <a:round/>
                <a:headEnd type="none" w="sm" len="sm"/>
                <a:tailEnd type="none" w="sm" len="sm"/>
              </a:ln>
            </p:spPr>
          </p:cxnSp>
          <p:cxnSp>
            <p:nvCxnSpPr>
              <p:cNvPr id="1152" name="Google Shape;1152;p13"/>
              <p:cNvCxnSpPr>
                <a:stCxn id="1153" idx="6"/>
                <a:endCxn id="1044" idx="6"/>
              </p:cNvCxnSpPr>
              <p:nvPr/>
            </p:nvCxnSpPr>
            <p:spPr>
              <a:xfrm flipH="1">
                <a:off x="3076052" y="4028904"/>
                <a:ext cx="1542300" cy="710100"/>
              </a:xfrm>
              <a:prstGeom prst="straightConnector1">
                <a:avLst/>
              </a:prstGeom>
              <a:noFill/>
              <a:ln w="9525" cap="flat" cmpd="sng">
                <a:solidFill>
                  <a:srgbClr val="868686"/>
                </a:solidFill>
                <a:prstDash val="solid"/>
                <a:round/>
                <a:headEnd type="none" w="sm" len="sm"/>
                <a:tailEnd type="none" w="sm" len="sm"/>
              </a:ln>
            </p:spPr>
          </p:cxnSp>
          <p:cxnSp>
            <p:nvCxnSpPr>
              <p:cNvPr id="1154" name="Google Shape;1154;p13"/>
              <p:cNvCxnSpPr>
                <a:stCxn id="1155" idx="6"/>
                <a:endCxn id="1044" idx="6"/>
              </p:cNvCxnSpPr>
              <p:nvPr/>
            </p:nvCxnSpPr>
            <p:spPr>
              <a:xfrm flipH="1">
                <a:off x="3076053" y="3702671"/>
                <a:ext cx="1542300" cy="1036200"/>
              </a:xfrm>
              <a:prstGeom prst="straightConnector1">
                <a:avLst/>
              </a:prstGeom>
              <a:noFill/>
              <a:ln w="9525" cap="flat" cmpd="sng">
                <a:solidFill>
                  <a:srgbClr val="868686"/>
                </a:solidFill>
                <a:prstDash val="solid"/>
                <a:round/>
                <a:headEnd type="none" w="sm" len="sm"/>
                <a:tailEnd type="none" w="sm" len="sm"/>
              </a:ln>
            </p:spPr>
          </p:cxnSp>
          <p:cxnSp>
            <p:nvCxnSpPr>
              <p:cNvPr id="1156" name="Google Shape;1156;p13"/>
              <p:cNvCxnSpPr>
                <a:stCxn id="1157" idx="6"/>
                <a:endCxn id="1044" idx="6"/>
              </p:cNvCxnSpPr>
              <p:nvPr/>
            </p:nvCxnSpPr>
            <p:spPr>
              <a:xfrm flipH="1">
                <a:off x="3076053" y="3376439"/>
                <a:ext cx="1542300" cy="1362600"/>
              </a:xfrm>
              <a:prstGeom prst="straightConnector1">
                <a:avLst/>
              </a:prstGeom>
              <a:noFill/>
              <a:ln w="9525" cap="flat" cmpd="sng">
                <a:solidFill>
                  <a:srgbClr val="868686"/>
                </a:solidFill>
                <a:prstDash val="solid"/>
                <a:round/>
                <a:headEnd type="none" w="sm" len="sm"/>
                <a:tailEnd type="none" w="sm" len="sm"/>
              </a:ln>
            </p:spPr>
          </p:cxnSp>
          <p:cxnSp>
            <p:nvCxnSpPr>
              <p:cNvPr id="1158" name="Google Shape;1158;p13"/>
              <p:cNvCxnSpPr>
                <a:stCxn id="1159" idx="6"/>
                <a:endCxn id="1044" idx="6"/>
              </p:cNvCxnSpPr>
              <p:nvPr/>
            </p:nvCxnSpPr>
            <p:spPr>
              <a:xfrm flipH="1">
                <a:off x="3076053" y="3050207"/>
                <a:ext cx="1542300" cy="1688700"/>
              </a:xfrm>
              <a:prstGeom prst="straightConnector1">
                <a:avLst/>
              </a:prstGeom>
              <a:noFill/>
              <a:ln w="9525" cap="flat" cmpd="sng">
                <a:solidFill>
                  <a:srgbClr val="868686"/>
                </a:solidFill>
                <a:prstDash val="solid"/>
                <a:round/>
                <a:headEnd type="none" w="sm" len="sm"/>
                <a:tailEnd type="none" w="sm" len="sm"/>
              </a:ln>
            </p:spPr>
          </p:cxnSp>
          <p:cxnSp>
            <p:nvCxnSpPr>
              <p:cNvPr id="1160" name="Google Shape;1160;p13"/>
              <p:cNvCxnSpPr>
                <a:stCxn id="1161" idx="6"/>
                <a:endCxn id="1044" idx="6"/>
              </p:cNvCxnSpPr>
              <p:nvPr/>
            </p:nvCxnSpPr>
            <p:spPr>
              <a:xfrm flipH="1">
                <a:off x="3076053" y="2723975"/>
                <a:ext cx="1542300" cy="2014800"/>
              </a:xfrm>
              <a:prstGeom prst="straightConnector1">
                <a:avLst/>
              </a:prstGeom>
              <a:noFill/>
              <a:ln w="9525" cap="flat" cmpd="sng">
                <a:solidFill>
                  <a:srgbClr val="868686"/>
                </a:solidFill>
                <a:prstDash val="solid"/>
                <a:round/>
                <a:headEnd type="none" w="sm" len="sm"/>
                <a:tailEnd type="none" w="sm" len="sm"/>
              </a:ln>
            </p:spPr>
          </p:cxnSp>
          <p:cxnSp>
            <p:nvCxnSpPr>
              <p:cNvPr id="1162" name="Google Shape;1162;p13"/>
              <p:cNvCxnSpPr>
                <a:stCxn id="1163" idx="6"/>
                <a:endCxn id="1044" idx="6"/>
              </p:cNvCxnSpPr>
              <p:nvPr/>
            </p:nvCxnSpPr>
            <p:spPr>
              <a:xfrm flipH="1">
                <a:off x="3076053" y="2397742"/>
                <a:ext cx="1542300" cy="2341200"/>
              </a:xfrm>
              <a:prstGeom prst="straightConnector1">
                <a:avLst/>
              </a:prstGeom>
              <a:noFill/>
              <a:ln w="9525" cap="flat" cmpd="sng">
                <a:solidFill>
                  <a:srgbClr val="868686"/>
                </a:solidFill>
                <a:prstDash val="solid"/>
                <a:round/>
                <a:headEnd type="none" w="sm" len="sm"/>
                <a:tailEnd type="none" w="sm" len="sm"/>
              </a:ln>
            </p:spPr>
          </p:cxnSp>
          <p:cxnSp>
            <p:nvCxnSpPr>
              <p:cNvPr id="1164" name="Google Shape;1164;p13"/>
              <p:cNvCxnSpPr>
                <a:stCxn id="1165" idx="6"/>
                <a:endCxn id="1044" idx="6"/>
              </p:cNvCxnSpPr>
              <p:nvPr/>
            </p:nvCxnSpPr>
            <p:spPr>
              <a:xfrm flipH="1">
                <a:off x="3076041" y="2071510"/>
                <a:ext cx="1551000" cy="2667300"/>
              </a:xfrm>
              <a:prstGeom prst="straightConnector1">
                <a:avLst/>
              </a:prstGeom>
              <a:noFill/>
              <a:ln w="9525" cap="flat" cmpd="sng">
                <a:solidFill>
                  <a:srgbClr val="868686"/>
                </a:solidFill>
                <a:prstDash val="solid"/>
                <a:round/>
                <a:headEnd type="none" w="sm" len="sm"/>
                <a:tailEnd type="none" w="sm" len="sm"/>
              </a:ln>
            </p:spPr>
          </p:cxnSp>
          <p:cxnSp>
            <p:nvCxnSpPr>
              <p:cNvPr id="1166" name="Google Shape;1166;p13"/>
              <p:cNvCxnSpPr>
                <a:stCxn id="1167" idx="6"/>
                <a:endCxn id="1044" idx="6"/>
              </p:cNvCxnSpPr>
              <p:nvPr/>
            </p:nvCxnSpPr>
            <p:spPr>
              <a:xfrm flipH="1">
                <a:off x="3076042" y="1745279"/>
                <a:ext cx="1551000" cy="2993700"/>
              </a:xfrm>
              <a:prstGeom prst="straightConnector1">
                <a:avLst/>
              </a:prstGeom>
              <a:noFill/>
              <a:ln w="9525" cap="flat" cmpd="sng">
                <a:solidFill>
                  <a:srgbClr val="868686"/>
                </a:solidFill>
                <a:prstDash val="solid"/>
                <a:round/>
                <a:headEnd type="none" w="sm" len="sm"/>
                <a:tailEnd type="none" w="sm" len="sm"/>
              </a:ln>
            </p:spPr>
          </p:cxnSp>
          <p:cxnSp>
            <p:nvCxnSpPr>
              <p:cNvPr id="1168" name="Google Shape;1168;p13"/>
              <p:cNvCxnSpPr>
                <a:stCxn id="1145" idx="6"/>
                <a:endCxn id="1068" idx="6"/>
              </p:cNvCxnSpPr>
              <p:nvPr/>
            </p:nvCxnSpPr>
            <p:spPr>
              <a:xfrm rot="10800000">
                <a:off x="3076063" y="4281733"/>
                <a:ext cx="1533600" cy="1052100"/>
              </a:xfrm>
              <a:prstGeom prst="straightConnector1">
                <a:avLst/>
              </a:prstGeom>
              <a:noFill/>
              <a:ln w="9525" cap="flat" cmpd="sng">
                <a:solidFill>
                  <a:srgbClr val="868686"/>
                </a:solidFill>
                <a:prstDash val="solid"/>
                <a:round/>
                <a:headEnd type="none" w="sm" len="sm"/>
                <a:tailEnd type="none" w="sm" len="sm"/>
              </a:ln>
            </p:spPr>
          </p:cxnSp>
          <p:cxnSp>
            <p:nvCxnSpPr>
              <p:cNvPr id="1169" name="Google Shape;1169;p13"/>
              <p:cNvCxnSpPr>
                <a:stCxn id="1147" idx="6"/>
                <a:endCxn id="1068" idx="6"/>
              </p:cNvCxnSpPr>
              <p:nvPr/>
            </p:nvCxnSpPr>
            <p:spPr>
              <a:xfrm rot="10800000">
                <a:off x="3076063" y="4281901"/>
                <a:ext cx="1533600" cy="725700"/>
              </a:xfrm>
              <a:prstGeom prst="straightConnector1">
                <a:avLst/>
              </a:prstGeom>
              <a:noFill/>
              <a:ln w="9525" cap="flat" cmpd="sng">
                <a:solidFill>
                  <a:srgbClr val="868686"/>
                </a:solidFill>
                <a:prstDash val="solid"/>
                <a:round/>
                <a:headEnd type="none" w="sm" len="sm"/>
                <a:tailEnd type="none" w="sm" len="sm"/>
              </a:ln>
            </p:spPr>
          </p:cxnSp>
          <p:cxnSp>
            <p:nvCxnSpPr>
              <p:cNvPr id="1170" name="Google Shape;1170;p13"/>
              <p:cNvCxnSpPr>
                <a:stCxn id="1149" idx="6"/>
                <a:endCxn id="1068" idx="6"/>
              </p:cNvCxnSpPr>
              <p:nvPr/>
            </p:nvCxnSpPr>
            <p:spPr>
              <a:xfrm rot="10800000">
                <a:off x="3076063" y="4281769"/>
                <a:ext cx="1533600" cy="399600"/>
              </a:xfrm>
              <a:prstGeom prst="straightConnector1">
                <a:avLst/>
              </a:prstGeom>
              <a:noFill/>
              <a:ln w="9525" cap="flat" cmpd="sng">
                <a:solidFill>
                  <a:srgbClr val="868686"/>
                </a:solidFill>
                <a:prstDash val="solid"/>
                <a:round/>
                <a:headEnd type="none" w="sm" len="sm"/>
                <a:tailEnd type="none" w="sm" len="sm"/>
              </a:ln>
            </p:spPr>
          </p:cxnSp>
          <p:cxnSp>
            <p:nvCxnSpPr>
              <p:cNvPr id="1171" name="Google Shape;1171;p13"/>
              <p:cNvCxnSpPr>
                <a:stCxn id="1151" idx="6"/>
                <a:endCxn id="1068" idx="6"/>
              </p:cNvCxnSpPr>
              <p:nvPr/>
            </p:nvCxnSpPr>
            <p:spPr>
              <a:xfrm rot="10800000">
                <a:off x="3076063" y="4281936"/>
                <a:ext cx="1533600" cy="73200"/>
              </a:xfrm>
              <a:prstGeom prst="straightConnector1">
                <a:avLst/>
              </a:prstGeom>
              <a:noFill/>
              <a:ln w="9525" cap="flat" cmpd="sng">
                <a:solidFill>
                  <a:srgbClr val="868686"/>
                </a:solidFill>
                <a:prstDash val="solid"/>
                <a:round/>
                <a:headEnd type="none" w="sm" len="sm"/>
                <a:tailEnd type="none" w="sm" len="sm"/>
              </a:ln>
            </p:spPr>
          </p:cxnSp>
          <p:cxnSp>
            <p:nvCxnSpPr>
              <p:cNvPr id="1172" name="Google Shape;1172;p13"/>
              <p:cNvCxnSpPr>
                <a:stCxn id="1153" idx="6"/>
                <a:endCxn id="1068" idx="6"/>
              </p:cNvCxnSpPr>
              <p:nvPr/>
            </p:nvCxnSpPr>
            <p:spPr>
              <a:xfrm flipH="1">
                <a:off x="3076052" y="4028904"/>
                <a:ext cx="1542300" cy="252900"/>
              </a:xfrm>
              <a:prstGeom prst="straightConnector1">
                <a:avLst/>
              </a:prstGeom>
              <a:noFill/>
              <a:ln w="9525" cap="flat" cmpd="sng">
                <a:solidFill>
                  <a:srgbClr val="868686"/>
                </a:solidFill>
                <a:prstDash val="solid"/>
                <a:round/>
                <a:headEnd type="none" w="sm" len="sm"/>
                <a:tailEnd type="none" w="sm" len="sm"/>
              </a:ln>
            </p:spPr>
          </p:cxnSp>
          <p:cxnSp>
            <p:nvCxnSpPr>
              <p:cNvPr id="1173" name="Google Shape;1173;p13"/>
              <p:cNvCxnSpPr>
                <a:stCxn id="1155" idx="6"/>
                <a:endCxn id="1068" idx="6"/>
              </p:cNvCxnSpPr>
              <p:nvPr/>
            </p:nvCxnSpPr>
            <p:spPr>
              <a:xfrm flipH="1">
                <a:off x="3076053" y="3702671"/>
                <a:ext cx="1542300" cy="579300"/>
              </a:xfrm>
              <a:prstGeom prst="straightConnector1">
                <a:avLst/>
              </a:prstGeom>
              <a:noFill/>
              <a:ln w="9525" cap="flat" cmpd="sng">
                <a:solidFill>
                  <a:srgbClr val="868686"/>
                </a:solidFill>
                <a:prstDash val="solid"/>
                <a:round/>
                <a:headEnd type="none" w="sm" len="sm"/>
                <a:tailEnd type="none" w="sm" len="sm"/>
              </a:ln>
            </p:spPr>
          </p:cxnSp>
          <p:cxnSp>
            <p:nvCxnSpPr>
              <p:cNvPr id="1174" name="Google Shape;1174;p13"/>
              <p:cNvCxnSpPr>
                <a:stCxn id="1157" idx="6"/>
                <a:endCxn id="1068" idx="6"/>
              </p:cNvCxnSpPr>
              <p:nvPr/>
            </p:nvCxnSpPr>
            <p:spPr>
              <a:xfrm flipH="1">
                <a:off x="3076053" y="3376439"/>
                <a:ext cx="1542300" cy="905400"/>
              </a:xfrm>
              <a:prstGeom prst="straightConnector1">
                <a:avLst/>
              </a:prstGeom>
              <a:noFill/>
              <a:ln w="9525" cap="flat" cmpd="sng">
                <a:solidFill>
                  <a:srgbClr val="868686"/>
                </a:solidFill>
                <a:prstDash val="solid"/>
                <a:round/>
                <a:headEnd type="none" w="sm" len="sm"/>
                <a:tailEnd type="none" w="sm" len="sm"/>
              </a:ln>
            </p:spPr>
          </p:cxnSp>
          <p:cxnSp>
            <p:nvCxnSpPr>
              <p:cNvPr id="1175" name="Google Shape;1175;p13"/>
              <p:cNvCxnSpPr>
                <a:stCxn id="1159" idx="6"/>
                <a:endCxn id="1068" idx="6"/>
              </p:cNvCxnSpPr>
              <p:nvPr/>
            </p:nvCxnSpPr>
            <p:spPr>
              <a:xfrm flipH="1">
                <a:off x="3076053" y="3050207"/>
                <a:ext cx="1542300" cy="1231500"/>
              </a:xfrm>
              <a:prstGeom prst="straightConnector1">
                <a:avLst/>
              </a:prstGeom>
              <a:noFill/>
              <a:ln w="9525" cap="flat" cmpd="sng">
                <a:solidFill>
                  <a:srgbClr val="868686"/>
                </a:solidFill>
                <a:prstDash val="solid"/>
                <a:round/>
                <a:headEnd type="none" w="sm" len="sm"/>
                <a:tailEnd type="none" w="sm" len="sm"/>
              </a:ln>
            </p:spPr>
          </p:cxnSp>
          <p:cxnSp>
            <p:nvCxnSpPr>
              <p:cNvPr id="1176" name="Google Shape;1176;p13"/>
              <p:cNvCxnSpPr>
                <a:stCxn id="1161" idx="6"/>
                <a:endCxn id="1068" idx="6"/>
              </p:cNvCxnSpPr>
              <p:nvPr/>
            </p:nvCxnSpPr>
            <p:spPr>
              <a:xfrm flipH="1">
                <a:off x="3076053" y="2723975"/>
                <a:ext cx="1542300" cy="1557900"/>
              </a:xfrm>
              <a:prstGeom prst="straightConnector1">
                <a:avLst/>
              </a:prstGeom>
              <a:noFill/>
              <a:ln w="9525" cap="flat" cmpd="sng">
                <a:solidFill>
                  <a:srgbClr val="868686"/>
                </a:solidFill>
                <a:prstDash val="solid"/>
                <a:round/>
                <a:headEnd type="none" w="sm" len="sm"/>
                <a:tailEnd type="none" w="sm" len="sm"/>
              </a:ln>
            </p:spPr>
          </p:cxnSp>
          <p:cxnSp>
            <p:nvCxnSpPr>
              <p:cNvPr id="1177" name="Google Shape;1177;p13"/>
              <p:cNvCxnSpPr>
                <a:stCxn id="1163" idx="6"/>
                <a:endCxn id="1068" idx="6"/>
              </p:cNvCxnSpPr>
              <p:nvPr/>
            </p:nvCxnSpPr>
            <p:spPr>
              <a:xfrm flipH="1">
                <a:off x="3076053" y="2397742"/>
                <a:ext cx="1542300" cy="1884000"/>
              </a:xfrm>
              <a:prstGeom prst="straightConnector1">
                <a:avLst/>
              </a:prstGeom>
              <a:noFill/>
              <a:ln w="9525" cap="flat" cmpd="sng">
                <a:solidFill>
                  <a:srgbClr val="868686"/>
                </a:solidFill>
                <a:prstDash val="solid"/>
                <a:round/>
                <a:headEnd type="none" w="sm" len="sm"/>
                <a:tailEnd type="none" w="sm" len="sm"/>
              </a:ln>
            </p:spPr>
          </p:cxnSp>
          <p:cxnSp>
            <p:nvCxnSpPr>
              <p:cNvPr id="1178" name="Google Shape;1178;p13"/>
              <p:cNvCxnSpPr>
                <a:stCxn id="1165" idx="6"/>
                <a:endCxn id="1068" idx="6"/>
              </p:cNvCxnSpPr>
              <p:nvPr/>
            </p:nvCxnSpPr>
            <p:spPr>
              <a:xfrm flipH="1">
                <a:off x="3076041" y="2071510"/>
                <a:ext cx="1551000" cy="2210400"/>
              </a:xfrm>
              <a:prstGeom prst="straightConnector1">
                <a:avLst/>
              </a:prstGeom>
              <a:noFill/>
              <a:ln w="9525" cap="flat" cmpd="sng">
                <a:solidFill>
                  <a:srgbClr val="868686"/>
                </a:solidFill>
                <a:prstDash val="solid"/>
                <a:round/>
                <a:headEnd type="none" w="sm" len="sm"/>
                <a:tailEnd type="none" w="sm" len="sm"/>
              </a:ln>
            </p:spPr>
          </p:cxnSp>
          <p:cxnSp>
            <p:nvCxnSpPr>
              <p:cNvPr id="1179" name="Google Shape;1179;p13"/>
              <p:cNvCxnSpPr>
                <a:stCxn id="1167" idx="6"/>
                <a:endCxn id="1068" idx="6"/>
              </p:cNvCxnSpPr>
              <p:nvPr/>
            </p:nvCxnSpPr>
            <p:spPr>
              <a:xfrm flipH="1">
                <a:off x="3076042" y="1745279"/>
                <a:ext cx="1551000" cy="2536500"/>
              </a:xfrm>
              <a:prstGeom prst="straightConnector1">
                <a:avLst/>
              </a:prstGeom>
              <a:noFill/>
              <a:ln w="9525" cap="flat" cmpd="sng">
                <a:solidFill>
                  <a:srgbClr val="868686"/>
                </a:solidFill>
                <a:prstDash val="solid"/>
                <a:round/>
                <a:headEnd type="none" w="sm" len="sm"/>
                <a:tailEnd type="none" w="sm" len="sm"/>
              </a:ln>
            </p:spPr>
          </p:cxnSp>
          <p:cxnSp>
            <p:nvCxnSpPr>
              <p:cNvPr id="1180" name="Google Shape;1180;p13"/>
              <p:cNvCxnSpPr>
                <a:stCxn id="1145" idx="6"/>
                <a:endCxn id="1081" idx="6"/>
              </p:cNvCxnSpPr>
              <p:nvPr/>
            </p:nvCxnSpPr>
            <p:spPr>
              <a:xfrm rot="10800000">
                <a:off x="3076063" y="3824833"/>
                <a:ext cx="1533600" cy="1509000"/>
              </a:xfrm>
              <a:prstGeom prst="straightConnector1">
                <a:avLst/>
              </a:prstGeom>
              <a:noFill/>
              <a:ln w="9525" cap="flat" cmpd="sng">
                <a:solidFill>
                  <a:srgbClr val="868686"/>
                </a:solidFill>
                <a:prstDash val="solid"/>
                <a:round/>
                <a:headEnd type="none" w="sm" len="sm"/>
                <a:tailEnd type="none" w="sm" len="sm"/>
              </a:ln>
            </p:spPr>
          </p:cxnSp>
          <p:cxnSp>
            <p:nvCxnSpPr>
              <p:cNvPr id="1181" name="Google Shape;1181;p13"/>
              <p:cNvCxnSpPr>
                <a:stCxn id="1147" idx="6"/>
                <a:endCxn id="1081" idx="6"/>
              </p:cNvCxnSpPr>
              <p:nvPr/>
            </p:nvCxnSpPr>
            <p:spPr>
              <a:xfrm rot="10800000">
                <a:off x="3076063" y="3824701"/>
                <a:ext cx="1533600" cy="1182900"/>
              </a:xfrm>
              <a:prstGeom prst="straightConnector1">
                <a:avLst/>
              </a:prstGeom>
              <a:noFill/>
              <a:ln w="9525" cap="flat" cmpd="sng">
                <a:solidFill>
                  <a:srgbClr val="868686"/>
                </a:solidFill>
                <a:prstDash val="solid"/>
                <a:round/>
                <a:headEnd type="none" w="sm" len="sm"/>
                <a:tailEnd type="none" w="sm" len="sm"/>
              </a:ln>
            </p:spPr>
          </p:cxnSp>
          <p:cxnSp>
            <p:nvCxnSpPr>
              <p:cNvPr id="1182" name="Google Shape;1182;p13"/>
              <p:cNvCxnSpPr>
                <a:stCxn id="1149" idx="6"/>
                <a:endCxn id="1081" idx="6"/>
              </p:cNvCxnSpPr>
              <p:nvPr/>
            </p:nvCxnSpPr>
            <p:spPr>
              <a:xfrm rot="10800000">
                <a:off x="3076063" y="3824869"/>
                <a:ext cx="1533600" cy="856500"/>
              </a:xfrm>
              <a:prstGeom prst="straightConnector1">
                <a:avLst/>
              </a:prstGeom>
              <a:noFill/>
              <a:ln w="9525" cap="flat" cmpd="sng">
                <a:solidFill>
                  <a:srgbClr val="868686"/>
                </a:solidFill>
                <a:prstDash val="solid"/>
                <a:round/>
                <a:headEnd type="none" w="sm" len="sm"/>
                <a:tailEnd type="none" w="sm" len="sm"/>
              </a:ln>
            </p:spPr>
          </p:cxnSp>
          <p:cxnSp>
            <p:nvCxnSpPr>
              <p:cNvPr id="1183" name="Google Shape;1183;p13"/>
              <p:cNvCxnSpPr>
                <a:stCxn id="1151" idx="6"/>
                <a:endCxn id="1081" idx="6"/>
              </p:cNvCxnSpPr>
              <p:nvPr/>
            </p:nvCxnSpPr>
            <p:spPr>
              <a:xfrm rot="10800000">
                <a:off x="3076063" y="3824736"/>
                <a:ext cx="1533600" cy="530400"/>
              </a:xfrm>
              <a:prstGeom prst="straightConnector1">
                <a:avLst/>
              </a:prstGeom>
              <a:noFill/>
              <a:ln w="9525" cap="flat" cmpd="sng">
                <a:solidFill>
                  <a:srgbClr val="868686"/>
                </a:solidFill>
                <a:prstDash val="solid"/>
                <a:round/>
                <a:headEnd type="none" w="sm" len="sm"/>
                <a:tailEnd type="none" w="sm" len="sm"/>
              </a:ln>
            </p:spPr>
          </p:cxnSp>
          <p:cxnSp>
            <p:nvCxnSpPr>
              <p:cNvPr id="1184" name="Google Shape;1184;p13"/>
              <p:cNvCxnSpPr>
                <a:stCxn id="1153" idx="6"/>
                <a:endCxn id="1081" idx="6"/>
              </p:cNvCxnSpPr>
              <p:nvPr/>
            </p:nvCxnSpPr>
            <p:spPr>
              <a:xfrm rot="10800000">
                <a:off x="3076052" y="3824904"/>
                <a:ext cx="1542300" cy="204000"/>
              </a:xfrm>
              <a:prstGeom prst="straightConnector1">
                <a:avLst/>
              </a:prstGeom>
              <a:noFill/>
              <a:ln w="9525" cap="flat" cmpd="sng">
                <a:solidFill>
                  <a:srgbClr val="868686"/>
                </a:solidFill>
                <a:prstDash val="solid"/>
                <a:round/>
                <a:headEnd type="none" w="sm" len="sm"/>
                <a:tailEnd type="none" w="sm" len="sm"/>
              </a:ln>
            </p:spPr>
          </p:cxnSp>
          <p:cxnSp>
            <p:nvCxnSpPr>
              <p:cNvPr id="1185" name="Google Shape;1185;p13"/>
              <p:cNvCxnSpPr>
                <a:stCxn id="1155" idx="6"/>
                <a:endCxn id="1081" idx="6"/>
              </p:cNvCxnSpPr>
              <p:nvPr/>
            </p:nvCxnSpPr>
            <p:spPr>
              <a:xfrm flipH="1">
                <a:off x="3076053" y="3702671"/>
                <a:ext cx="1542300" cy="122100"/>
              </a:xfrm>
              <a:prstGeom prst="straightConnector1">
                <a:avLst/>
              </a:prstGeom>
              <a:noFill/>
              <a:ln w="9525" cap="flat" cmpd="sng">
                <a:solidFill>
                  <a:srgbClr val="868686"/>
                </a:solidFill>
                <a:prstDash val="solid"/>
                <a:round/>
                <a:headEnd type="none" w="sm" len="sm"/>
                <a:tailEnd type="none" w="sm" len="sm"/>
              </a:ln>
            </p:spPr>
          </p:cxnSp>
          <p:cxnSp>
            <p:nvCxnSpPr>
              <p:cNvPr id="1186" name="Google Shape;1186;p13"/>
              <p:cNvCxnSpPr>
                <a:stCxn id="1157" idx="6"/>
                <a:endCxn id="1081" idx="6"/>
              </p:cNvCxnSpPr>
              <p:nvPr/>
            </p:nvCxnSpPr>
            <p:spPr>
              <a:xfrm flipH="1">
                <a:off x="3076053" y="3376439"/>
                <a:ext cx="1542300" cy="448200"/>
              </a:xfrm>
              <a:prstGeom prst="straightConnector1">
                <a:avLst/>
              </a:prstGeom>
              <a:noFill/>
              <a:ln w="9525" cap="flat" cmpd="sng">
                <a:solidFill>
                  <a:srgbClr val="868686"/>
                </a:solidFill>
                <a:prstDash val="solid"/>
                <a:round/>
                <a:headEnd type="none" w="sm" len="sm"/>
                <a:tailEnd type="none" w="sm" len="sm"/>
              </a:ln>
            </p:spPr>
          </p:cxnSp>
          <p:cxnSp>
            <p:nvCxnSpPr>
              <p:cNvPr id="1187" name="Google Shape;1187;p13"/>
              <p:cNvCxnSpPr>
                <a:stCxn id="1159" idx="6"/>
                <a:endCxn id="1081" idx="6"/>
              </p:cNvCxnSpPr>
              <p:nvPr/>
            </p:nvCxnSpPr>
            <p:spPr>
              <a:xfrm flipH="1">
                <a:off x="3076053" y="3050207"/>
                <a:ext cx="1542300" cy="774600"/>
              </a:xfrm>
              <a:prstGeom prst="straightConnector1">
                <a:avLst/>
              </a:prstGeom>
              <a:noFill/>
              <a:ln w="9525" cap="flat" cmpd="sng">
                <a:solidFill>
                  <a:srgbClr val="868686"/>
                </a:solidFill>
                <a:prstDash val="solid"/>
                <a:round/>
                <a:headEnd type="none" w="sm" len="sm"/>
                <a:tailEnd type="none" w="sm" len="sm"/>
              </a:ln>
            </p:spPr>
          </p:cxnSp>
          <p:cxnSp>
            <p:nvCxnSpPr>
              <p:cNvPr id="1188" name="Google Shape;1188;p13"/>
              <p:cNvCxnSpPr>
                <a:stCxn id="1161" idx="6"/>
                <a:endCxn id="1081" idx="6"/>
              </p:cNvCxnSpPr>
              <p:nvPr/>
            </p:nvCxnSpPr>
            <p:spPr>
              <a:xfrm flipH="1">
                <a:off x="3076053" y="2723975"/>
                <a:ext cx="1542300" cy="1100700"/>
              </a:xfrm>
              <a:prstGeom prst="straightConnector1">
                <a:avLst/>
              </a:prstGeom>
              <a:noFill/>
              <a:ln w="9525" cap="flat" cmpd="sng">
                <a:solidFill>
                  <a:srgbClr val="868686"/>
                </a:solidFill>
                <a:prstDash val="solid"/>
                <a:round/>
                <a:headEnd type="none" w="sm" len="sm"/>
                <a:tailEnd type="none" w="sm" len="sm"/>
              </a:ln>
            </p:spPr>
          </p:cxnSp>
          <p:cxnSp>
            <p:nvCxnSpPr>
              <p:cNvPr id="1189" name="Google Shape;1189;p13"/>
              <p:cNvCxnSpPr>
                <a:stCxn id="1163" idx="6"/>
                <a:endCxn id="1081" idx="6"/>
              </p:cNvCxnSpPr>
              <p:nvPr/>
            </p:nvCxnSpPr>
            <p:spPr>
              <a:xfrm flipH="1">
                <a:off x="3076053" y="2397742"/>
                <a:ext cx="1542300" cy="1427100"/>
              </a:xfrm>
              <a:prstGeom prst="straightConnector1">
                <a:avLst/>
              </a:prstGeom>
              <a:noFill/>
              <a:ln w="9525" cap="flat" cmpd="sng">
                <a:solidFill>
                  <a:srgbClr val="868686"/>
                </a:solidFill>
                <a:prstDash val="solid"/>
                <a:round/>
                <a:headEnd type="none" w="sm" len="sm"/>
                <a:tailEnd type="none" w="sm" len="sm"/>
              </a:ln>
            </p:spPr>
          </p:cxnSp>
          <p:cxnSp>
            <p:nvCxnSpPr>
              <p:cNvPr id="1190" name="Google Shape;1190;p13"/>
              <p:cNvCxnSpPr>
                <a:stCxn id="1165" idx="6"/>
                <a:endCxn id="1081" idx="6"/>
              </p:cNvCxnSpPr>
              <p:nvPr/>
            </p:nvCxnSpPr>
            <p:spPr>
              <a:xfrm flipH="1">
                <a:off x="3076041" y="2071510"/>
                <a:ext cx="1551000" cy="1753200"/>
              </a:xfrm>
              <a:prstGeom prst="straightConnector1">
                <a:avLst/>
              </a:prstGeom>
              <a:noFill/>
              <a:ln w="9525" cap="flat" cmpd="sng">
                <a:solidFill>
                  <a:srgbClr val="868686"/>
                </a:solidFill>
                <a:prstDash val="solid"/>
                <a:round/>
                <a:headEnd type="none" w="sm" len="sm"/>
                <a:tailEnd type="none" w="sm" len="sm"/>
              </a:ln>
            </p:spPr>
          </p:cxnSp>
          <p:cxnSp>
            <p:nvCxnSpPr>
              <p:cNvPr id="1191" name="Google Shape;1191;p13"/>
              <p:cNvCxnSpPr>
                <a:stCxn id="1167" idx="6"/>
                <a:endCxn id="1081" idx="6"/>
              </p:cNvCxnSpPr>
              <p:nvPr/>
            </p:nvCxnSpPr>
            <p:spPr>
              <a:xfrm flipH="1">
                <a:off x="3076042" y="1745279"/>
                <a:ext cx="1551000" cy="2079600"/>
              </a:xfrm>
              <a:prstGeom prst="straightConnector1">
                <a:avLst/>
              </a:prstGeom>
              <a:noFill/>
              <a:ln w="9525" cap="flat" cmpd="sng">
                <a:solidFill>
                  <a:srgbClr val="868686"/>
                </a:solidFill>
                <a:prstDash val="solid"/>
                <a:round/>
                <a:headEnd type="none" w="sm" len="sm"/>
                <a:tailEnd type="none" w="sm" len="sm"/>
              </a:ln>
            </p:spPr>
          </p:cxnSp>
          <p:cxnSp>
            <p:nvCxnSpPr>
              <p:cNvPr id="1192" name="Google Shape;1192;p13"/>
              <p:cNvCxnSpPr>
                <a:stCxn id="1145" idx="6"/>
                <a:endCxn id="1094" idx="6"/>
              </p:cNvCxnSpPr>
              <p:nvPr/>
            </p:nvCxnSpPr>
            <p:spPr>
              <a:xfrm rot="10800000">
                <a:off x="3076063" y="3367633"/>
                <a:ext cx="1533600" cy="1966200"/>
              </a:xfrm>
              <a:prstGeom prst="straightConnector1">
                <a:avLst/>
              </a:prstGeom>
              <a:noFill/>
              <a:ln w="9525" cap="flat" cmpd="sng">
                <a:solidFill>
                  <a:srgbClr val="868686"/>
                </a:solidFill>
                <a:prstDash val="solid"/>
                <a:round/>
                <a:headEnd type="none" w="sm" len="sm"/>
                <a:tailEnd type="none" w="sm" len="sm"/>
              </a:ln>
            </p:spPr>
          </p:cxnSp>
          <p:cxnSp>
            <p:nvCxnSpPr>
              <p:cNvPr id="1193" name="Google Shape;1193;p13"/>
              <p:cNvCxnSpPr>
                <a:stCxn id="1147" idx="6"/>
                <a:endCxn id="1094" idx="6"/>
              </p:cNvCxnSpPr>
              <p:nvPr/>
            </p:nvCxnSpPr>
            <p:spPr>
              <a:xfrm rot="10800000">
                <a:off x="3076063" y="3367801"/>
                <a:ext cx="1533600" cy="1639800"/>
              </a:xfrm>
              <a:prstGeom prst="straightConnector1">
                <a:avLst/>
              </a:prstGeom>
              <a:noFill/>
              <a:ln w="9525" cap="flat" cmpd="sng">
                <a:solidFill>
                  <a:srgbClr val="868686"/>
                </a:solidFill>
                <a:prstDash val="solid"/>
                <a:round/>
                <a:headEnd type="none" w="sm" len="sm"/>
                <a:tailEnd type="none" w="sm" len="sm"/>
              </a:ln>
            </p:spPr>
          </p:cxnSp>
          <p:cxnSp>
            <p:nvCxnSpPr>
              <p:cNvPr id="1194" name="Google Shape;1194;p13"/>
              <p:cNvCxnSpPr>
                <a:stCxn id="1149" idx="6"/>
                <a:endCxn id="1094" idx="6"/>
              </p:cNvCxnSpPr>
              <p:nvPr/>
            </p:nvCxnSpPr>
            <p:spPr>
              <a:xfrm rot="10800000">
                <a:off x="3076063" y="3367669"/>
                <a:ext cx="1533600" cy="1313700"/>
              </a:xfrm>
              <a:prstGeom prst="straightConnector1">
                <a:avLst/>
              </a:prstGeom>
              <a:noFill/>
              <a:ln w="9525" cap="flat" cmpd="sng">
                <a:solidFill>
                  <a:srgbClr val="868686"/>
                </a:solidFill>
                <a:prstDash val="solid"/>
                <a:round/>
                <a:headEnd type="none" w="sm" len="sm"/>
                <a:tailEnd type="none" w="sm" len="sm"/>
              </a:ln>
            </p:spPr>
          </p:cxnSp>
          <p:cxnSp>
            <p:nvCxnSpPr>
              <p:cNvPr id="1195" name="Google Shape;1195;p13"/>
              <p:cNvCxnSpPr>
                <a:stCxn id="1151" idx="6"/>
                <a:endCxn id="1094" idx="6"/>
              </p:cNvCxnSpPr>
              <p:nvPr/>
            </p:nvCxnSpPr>
            <p:spPr>
              <a:xfrm rot="10800000">
                <a:off x="3076063" y="3367836"/>
                <a:ext cx="1533600" cy="987300"/>
              </a:xfrm>
              <a:prstGeom prst="straightConnector1">
                <a:avLst/>
              </a:prstGeom>
              <a:noFill/>
              <a:ln w="9525" cap="flat" cmpd="sng">
                <a:solidFill>
                  <a:srgbClr val="868686"/>
                </a:solidFill>
                <a:prstDash val="solid"/>
                <a:round/>
                <a:headEnd type="none" w="sm" len="sm"/>
                <a:tailEnd type="none" w="sm" len="sm"/>
              </a:ln>
            </p:spPr>
          </p:cxnSp>
          <p:cxnSp>
            <p:nvCxnSpPr>
              <p:cNvPr id="1196" name="Google Shape;1196;p13"/>
              <p:cNvCxnSpPr>
                <a:stCxn id="1153" idx="6"/>
                <a:endCxn id="1094" idx="6"/>
              </p:cNvCxnSpPr>
              <p:nvPr/>
            </p:nvCxnSpPr>
            <p:spPr>
              <a:xfrm rot="10800000">
                <a:off x="3076052" y="3367704"/>
                <a:ext cx="1542300" cy="661200"/>
              </a:xfrm>
              <a:prstGeom prst="straightConnector1">
                <a:avLst/>
              </a:prstGeom>
              <a:noFill/>
              <a:ln w="9525" cap="flat" cmpd="sng">
                <a:solidFill>
                  <a:srgbClr val="868686"/>
                </a:solidFill>
                <a:prstDash val="solid"/>
                <a:round/>
                <a:headEnd type="none" w="sm" len="sm"/>
                <a:tailEnd type="none" w="sm" len="sm"/>
              </a:ln>
            </p:spPr>
          </p:cxnSp>
          <p:cxnSp>
            <p:nvCxnSpPr>
              <p:cNvPr id="1197" name="Google Shape;1197;p13"/>
              <p:cNvCxnSpPr>
                <a:stCxn id="1155" idx="6"/>
                <a:endCxn id="1094" idx="6"/>
              </p:cNvCxnSpPr>
              <p:nvPr/>
            </p:nvCxnSpPr>
            <p:spPr>
              <a:xfrm rot="10800000">
                <a:off x="3076053" y="3367571"/>
                <a:ext cx="1542300" cy="335100"/>
              </a:xfrm>
              <a:prstGeom prst="straightConnector1">
                <a:avLst/>
              </a:prstGeom>
              <a:noFill/>
              <a:ln w="9525" cap="flat" cmpd="sng">
                <a:solidFill>
                  <a:srgbClr val="868686"/>
                </a:solidFill>
                <a:prstDash val="solid"/>
                <a:round/>
                <a:headEnd type="none" w="sm" len="sm"/>
                <a:tailEnd type="none" w="sm" len="sm"/>
              </a:ln>
            </p:spPr>
          </p:cxnSp>
          <p:cxnSp>
            <p:nvCxnSpPr>
              <p:cNvPr id="1198" name="Google Shape;1198;p13"/>
              <p:cNvCxnSpPr>
                <a:stCxn id="1157" idx="6"/>
                <a:endCxn id="1094" idx="6"/>
              </p:cNvCxnSpPr>
              <p:nvPr/>
            </p:nvCxnSpPr>
            <p:spPr>
              <a:xfrm rot="10800000">
                <a:off x="3076053" y="3367739"/>
                <a:ext cx="1542300" cy="8700"/>
              </a:xfrm>
              <a:prstGeom prst="straightConnector1">
                <a:avLst/>
              </a:prstGeom>
              <a:noFill/>
              <a:ln w="9525" cap="flat" cmpd="sng">
                <a:solidFill>
                  <a:srgbClr val="868686"/>
                </a:solidFill>
                <a:prstDash val="solid"/>
                <a:round/>
                <a:headEnd type="none" w="sm" len="sm"/>
                <a:tailEnd type="none" w="sm" len="sm"/>
              </a:ln>
            </p:spPr>
          </p:cxnSp>
          <p:cxnSp>
            <p:nvCxnSpPr>
              <p:cNvPr id="1199" name="Google Shape;1199;p13"/>
              <p:cNvCxnSpPr>
                <a:stCxn id="1159" idx="6"/>
                <a:endCxn id="1094" idx="6"/>
              </p:cNvCxnSpPr>
              <p:nvPr/>
            </p:nvCxnSpPr>
            <p:spPr>
              <a:xfrm flipH="1">
                <a:off x="3076053" y="3050207"/>
                <a:ext cx="1542300" cy="317400"/>
              </a:xfrm>
              <a:prstGeom prst="straightConnector1">
                <a:avLst/>
              </a:prstGeom>
              <a:noFill/>
              <a:ln w="9525" cap="flat" cmpd="sng">
                <a:solidFill>
                  <a:srgbClr val="868686"/>
                </a:solidFill>
                <a:prstDash val="solid"/>
                <a:round/>
                <a:headEnd type="none" w="sm" len="sm"/>
                <a:tailEnd type="none" w="sm" len="sm"/>
              </a:ln>
            </p:spPr>
          </p:cxnSp>
          <p:cxnSp>
            <p:nvCxnSpPr>
              <p:cNvPr id="1200" name="Google Shape;1200;p13"/>
              <p:cNvCxnSpPr>
                <a:stCxn id="1161" idx="6"/>
                <a:endCxn id="1094" idx="6"/>
              </p:cNvCxnSpPr>
              <p:nvPr/>
            </p:nvCxnSpPr>
            <p:spPr>
              <a:xfrm flipH="1">
                <a:off x="3076053" y="2723975"/>
                <a:ext cx="1542300" cy="643800"/>
              </a:xfrm>
              <a:prstGeom prst="straightConnector1">
                <a:avLst/>
              </a:prstGeom>
              <a:noFill/>
              <a:ln w="9525" cap="flat" cmpd="sng">
                <a:solidFill>
                  <a:srgbClr val="868686"/>
                </a:solidFill>
                <a:prstDash val="solid"/>
                <a:round/>
                <a:headEnd type="none" w="sm" len="sm"/>
                <a:tailEnd type="none" w="sm" len="sm"/>
              </a:ln>
            </p:spPr>
          </p:cxnSp>
          <p:cxnSp>
            <p:nvCxnSpPr>
              <p:cNvPr id="1201" name="Google Shape;1201;p13"/>
              <p:cNvCxnSpPr>
                <a:stCxn id="1163" idx="6"/>
                <a:endCxn id="1094" idx="6"/>
              </p:cNvCxnSpPr>
              <p:nvPr/>
            </p:nvCxnSpPr>
            <p:spPr>
              <a:xfrm flipH="1">
                <a:off x="3076053" y="2397742"/>
                <a:ext cx="1542300" cy="969900"/>
              </a:xfrm>
              <a:prstGeom prst="straightConnector1">
                <a:avLst/>
              </a:prstGeom>
              <a:noFill/>
              <a:ln w="9525" cap="flat" cmpd="sng">
                <a:solidFill>
                  <a:srgbClr val="868686"/>
                </a:solidFill>
                <a:prstDash val="solid"/>
                <a:round/>
                <a:headEnd type="none" w="sm" len="sm"/>
                <a:tailEnd type="none" w="sm" len="sm"/>
              </a:ln>
            </p:spPr>
          </p:cxnSp>
          <p:cxnSp>
            <p:nvCxnSpPr>
              <p:cNvPr id="1202" name="Google Shape;1202;p13"/>
              <p:cNvCxnSpPr>
                <a:stCxn id="1163" idx="6"/>
                <a:endCxn id="1094" idx="6"/>
              </p:cNvCxnSpPr>
              <p:nvPr/>
            </p:nvCxnSpPr>
            <p:spPr>
              <a:xfrm flipH="1">
                <a:off x="3076053" y="2397742"/>
                <a:ext cx="1542300" cy="969900"/>
              </a:xfrm>
              <a:prstGeom prst="straightConnector1">
                <a:avLst/>
              </a:prstGeom>
              <a:noFill/>
              <a:ln w="9525" cap="flat" cmpd="sng">
                <a:solidFill>
                  <a:srgbClr val="868686"/>
                </a:solidFill>
                <a:prstDash val="solid"/>
                <a:round/>
                <a:headEnd type="none" w="sm" len="sm"/>
                <a:tailEnd type="none" w="sm" len="sm"/>
              </a:ln>
            </p:spPr>
          </p:cxnSp>
          <p:cxnSp>
            <p:nvCxnSpPr>
              <p:cNvPr id="1203" name="Google Shape;1203;p13"/>
              <p:cNvCxnSpPr>
                <a:stCxn id="1165" idx="6"/>
                <a:endCxn id="1094" idx="6"/>
              </p:cNvCxnSpPr>
              <p:nvPr/>
            </p:nvCxnSpPr>
            <p:spPr>
              <a:xfrm flipH="1">
                <a:off x="3076041" y="2071510"/>
                <a:ext cx="1551000" cy="1296300"/>
              </a:xfrm>
              <a:prstGeom prst="straightConnector1">
                <a:avLst/>
              </a:prstGeom>
              <a:noFill/>
              <a:ln w="9525" cap="flat" cmpd="sng">
                <a:solidFill>
                  <a:srgbClr val="868686"/>
                </a:solidFill>
                <a:prstDash val="solid"/>
                <a:round/>
                <a:headEnd type="none" w="sm" len="sm"/>
                <a:tailEnd type="none" w="sm" len="sm"/>
              </a:ln>
            </p:spPr>
          </p:cxnSp>
          <p:cxnSp>
            <p:nvCxnSpPr>
              <p:cNvPr id="1204" name="Google Shape;1204;p13"/>
              <p:cNvCxnSpPr>
                <a:stCxn id="1167" idx="6"/>
                <a:endCxn id="1094" idx="6"/>
              </p:cNvCxnSpPr>
              <p:nvPr/>
            </p:nvCxnSpPr>
            <p:spPr>
              <a:xfrm flipH="1">
                <a:off x="3076042" y="1745279"/>
                <a:ext cx="1551000" cy="1622400"/>
              </a:xfrm>
              <a:prstGeom prst="straightConnector1">
                <a:avLst/>
              </a:prstGeom>
              <a:noFill/>
              <a:ln w="9525" cap="flat" cmpd="sng">
                <a:solidFill>
                  <a:srgbClr val="868686"/>
                </a:solidFill>
                <a:prstDash val="solid"/>
                <a:round/>
                <a:headEnd type="none" w="sm" len="sm"/>
                <a:tailEnd type="none" w="sm" len="sm"/>
              </a:ln>
            </p:spPr>
          </p:cxnSp>
          <p:cxnSp>
            <p:nvCxnSpPr>
              <p:cNvPr id="1205" name="Google Shape;1205;p13"/>
              <p:cNvCxnSpPr>
                <a:stCxn id="1145" idx="6"/>
                <a:endCxn id="1108" idx="6"/>
              </p:cNvCxnSpPr>
              <p:nvPr/>
            </p:nvCxnSpPr>
            <p:spPr>
              <a:xfrm rot="10800000">
                <a:off x="3076063" y="2910733"/>
                <a:ext cx="1533600" cy="2423100"/>
              </a:xfrm>
              <a:prstGeom prst="straightConnector1">
                <a:avLst/>
              </a:prstGeom>
              <a:noFill/>
              <a:ln w="9525" cap="flat" cmpd="sng">
                <a:solidFill>
                  <a:srgbClr val="868686"/>
                </a:solidFill>
                <a:prstDash val="solid"/>
                <a:round/>
                <a:headEnd type="none" w="sm" len="sm"/>
                <a:tailEnd type="none" w="sm" len="sm"/>
              </a:ln>
            </p:spPr>
          </p:cxnSp>
          <p:cxnSp>
            <p:nvCxnSpPr>
              <p:cNvPr id="1206" name="Google Shape;1206;p13"/>
              <p:cNvCxnSpPr>
                <a:stCxn id="1147" idx="6"/>
                <a:endCxn id="1108" idx="6"/>
              </p:cNvCxnSpPr>
              <p:nvPr/>
            </p:nvCxnSpPr>
            <p:spPr>
              <a:xfrm rot="10800000">
                <a:off x="3076063" y="2910601"/>
                <a:ext cx="1533600" cy="2097000"/>
              </a:xfrm>
              <a:prstGeom prst="straightConnector1">
                <a:avLst/>
              </a:prstGeom>
              <a:noFill/>
              <a:ln w="9525" cap="flat" cmpd="sng">
                <a:solidFill>
                  <a:srgbClr val="868686"/>
                </a:solidFill>
                <a:prstDash val="solid"/>
                <a:round/>
                <a:headEnd type="none" w="sm" len="sm"/>
                <a:tailEnd type="none" w="sm" len="sm"/>
              </a:ln>
            </p:spPr>
          </p:cxnSp>
          <p:cxnSp>
            <p:nvCxnSpPr>
              <p:cNvPr id="1207" name="Google Shape;1207;p13"/>
              <p:cNvCxnSpPr>
                <a:endCxn id="1108" idx="6"/>
              </p:cNvCxnSpPr>
              <p:nvPr/>
            </p:nvCxnSpPr>
            <p:spPr>
              <a:xfrm rot="10800000">
                <a:off x="3076046" y="2910647"/>
                <a:ext cx="1562700" cy="1764000"/>
              </a:xfrm>
              <a:prstGeom prst="straightConnector1">
                <a:avLst/>
              </a:prstGeom>
              <a:noFill/>
              <a:ln w="9525" cap="flat" cmpd="sng">
                <a:solidFill>
                  <a:srgbClr val="868686"/>
                </a:solidFill>
                <a:prstDash val="solid"/>
                <a:round/>
                <a:headEnd type="none" w="sm" len="sm"/>
                <a:tailEnd type="none" w="sm" len="sm"/>
              </a:ln>
            </p:spPr>
          </p:cxnSp>
          <p:cxnSp>
            <p:nvCxnSpPr>
              <p:cNvPr id="1208" name="Google Shape;1208;p13"/>
              <p:cNvCxnSpPr>
                <a:stCxn id="1151" idx="6"/>
                <a:endCxn id="1108" idx="6"/>
              </p:cNvCxnSpPr>
              <p:nvPr/>
            </p:nvCxnSpPr>
            <p:spPr>
              <a:xfrm rot="10800000">
                <a:off x="3076063" y="2910636"/>
                <a:ext cx="1533600" cy="1444500"/>
              </a:xfrm>
              <a:prstGeom prst="straightConnector1">
                <a:avLst/>
              </a:prstGeom>
              <a:noFill/>
              <a:ln w="9525" cap="flat" cmpd="sng">
                <a:solidFill>
                  <a:srgbClr val="868686"/>
                </a:solidFill>
                <a:prstDash val="solid"/>
                <a:round/>
                <a:headEnd type="none" w="sm" len="sm"/>
                <a:tailEnd type="none" w="sm" len="sm"/>
              </a:ln>
            </p:spPr>
          </p:cxnSp>
          <p:cxnSp>
            <p:nvCxnSpPr>
              <p:cNvPr id="1209" name="Google Shape;1209;p13"/>
              <p:cNvCxnSpPr>
                <a:stCxn id="1153" idx="6"/>
                <a:endCxn id="1108" idx="6"/>
              </p:cNvCxnSpPr>
              <p:nvPr/>
            </p:nvCxnSpPr>
            <p:spPr>
              <a:xfrm rot="10800000">
                <a:off x="3076052" y="2910504"/>
                <a:ext cx="1542300" cy="1118400"/>
              </a:xfrm>
              <a:prstGeom prst="straightConnector1">
                <a:avLst/>
              </a:prstGeom>
              <a:noFill/>
              <a:ln w="9525" cap="flat" cmpd="sng">
                <a:solidFill>
                  <a:srgbClr val="868686"/>
                </a:solidFill>
                <a:prstDash val="solid"/>
                <a:round/>
                <a:headEnd type="none" w="sm" len="sm"/>
                <a:tailEnd type="none" w="sm" len="sm"/>
              </a:ln>
            </p:spPr>
          </p:cxnSp>
          <p:cxnSp>
            <p:nvCxnSpPr>
              <p:cNvPr id="1210" name="Google Shape;1210;p13"/>
              <p:cNvCxnSpPr>
                <a:stCxn id="1155" idx="6"/>
                <a:endCxn id="1108" idx="6"/>
              </p:cNvCxnSpPr>
              <p:nvPr/>
            </p:nvCxnSpPr>
            <p:spPr>
              <a:xfrm rot="10800000">
                <a:off x="3076053" y="2910671"/>
                <a:ext cx="1542300" cy="792000"/>
              </a:xfrm>
              <a:prstGeom prst="straightConnector1">
                <a:avLst/>
              </a:prstGeom>
              <a:noFill/>
              <a:ln w="9525" cap="flat" cmpd="sng">
                <a:solidFill>
                  <a:srgbClr val="868686"/>
                </a:solidFill>
                <a:prstDash val="solid"/>
                <a:round/>
                <a:headEnd type="none" w="sm" len="sm"/>
                <a:tailEnd type="none" w="sm" len="sm"/>
              </a:ln>
            </p:spPr>
          </p:cxnSp>
          <p:cxnSp>
            <p:nvCxnSpPr>
              <p:cNvPr id="1211" name="Google Shape;1211;p13"/>
              <p:cNvCxnSpPr>
                <a:stCxn id="1157" idx="6"/>
                <a:endCxn id="1108" idx="6"/>
              </p:cNvCxnSpPr>
              <p:nvPr/>
            </p:nvCxnSpPr>
            <p:spPr>
              <a:xfrm rot="10800000">
                <a:off x="3076053" y="2910539"/>
                <a:ext cx="1542300" cy="465900"/>
              </a:xfrm>
              <a:prstGeom prst="straightConnector1">
                <a:avLst/>
              </a:prstGeom>
              <a:noFill/>
              <a:ln w="9525" cap="flat" cmpd="sng">
                <a:solidFill>
                  <a:srgbClr val="868686"/>
                </a:solidFill>
                <a:prstDash val="solid"/>
                <a:round/>
                <a:headEnd type="none" w="sm" len="sm"/>
                <a:tailEnd type="none" w="sm" len="sm"/>
              </a:ln>
            </p:spPr>
          </p:cxnSp>
          <p:cxnSp>
            <p:nvCxnSpPr>
              <p:cNvPr id="1212" name="Google Shape;1212;p13"/>
              <p:cNvCxnSpPr>
                <a:stCxn id="1159" idx="6"/>
                <a:endCxn id="1108" idx="6"/>
              </p:cNvCxnSpPr>
              <p:nvPr/>
            </p:nvCxnSpPr>
            <p:spPr>
              <a:xfrm rot="10800000">
                <a:off x="3076053" y="2910707"/>
                <a:ext cx="1542300" cy="139500"/>
              </a:xfrm>
              <a:prstGeom prst="straightConnector1">
                <a:avLst/>
              </a:prstGeom>
              <a:noFill/>
              <a:ln w="9525" cap="flat" cmpd="sng">
                <a:solidFill>
                  <a:srgbClr val="868686"/>
                </a:solidFill>
                <a:prstDash val="solid"/>
                <a:round/>
                <a:headEnd type="none" w="sm" len="sm"/>
                <a:tailEnd type="none" w="sm" len="sm"/>
              </a:ln>
            </p:spPr>
          </p:cxnSp>
          <p:cxnSp>
            <p:nvCxnSpPr>
              <p:cNvPr id="1213" name="Google Shape;1213;p13"/>
              <p:cNvCxnSpPr>
                <a:stCxn id="1161" idx="6"/>
                <a:endCxn id="1108" idx="6"/>
              </p:cNvCxnSpPr>
              <p:nvPr/>
            </p:nvCxnSpPr>
            <p:spPr>
              <a:xfrm flipH="1">
                <a:off x="3076053" y="2723975"/>
                <a:ext cx="1542300" cy="186600"/>
              </a:xfrm>
              <a:prstGeom prst="straightConnector1">
                <a:avLst/>
              </a:prstGeom>
              <a:noFill/>
              <a:ln w="9525" cap="flat" cmpd="sng">
                <a:solidFill>
                  <a:srgbClr val="868686"/>
                </a:solidFill>
                <a:prstDash val="solid"/>
                <a:round/>
                <a:headEnd type="none" w="sm" len="sm"/>
                <a:tailEnd type="none" w="sm" len="sm"/>
              </a:ln>
            </p:spPr>
          </p:cxnSp>
          <p:cxnSp>
            <p:nvCxnSpPr>
              <p:cNvPr id="1214" name="Google Shape;1214;p13"/>
              <p:cNvCxnSpPr>
                <a:stCxn id="1163" idx="6"/>
                <a:endCxn id="1108" idx="6"/>
              </p:cNvCxnSpPr>
              <p:nvPr/>
            </p:nvCxnSpPr>
            <p:spPr>
              <a:xfrm flipH="1">
                <a:off x="3076053" y="2397742"/>
                <a:ext cx="1542300" cy="513000"/>
              </a:xfrm>
              <a:prstGeom prst="straightConnector1">
                <a:avLst/>
              </a:prstGeom>
              <a:noFill/>
              <a:ln w="9525" cap="flat" cmpd="sng">
                <a:solidFill>
                  <a:srgbClr val="868686"/>
                </a:solidFill>
                <a:prstDash val="solid"/>
                <a:round/>
                <a:headEnd type="none" w="sm" len="sm"/>
                <a:tailEnd type="none" w="sm" len="sm"/>
              </a:ln>
            </p:spPr>
          </p:cxnSp>
          <p:cxnSp>
            <p:nvCxnSpPr>
              <p:cNvPr id="1215" name="Google Shape;1215;p13"/>
              <p:cNvCxnSpPr>
                <a:stCxn id="1165" idx="6"/>
                <a:endCxn id="1108" idx="6"/>
              </p:cNvCxnSpPr>
              <p:nvPr/>
            </p:nvCxnSpPr>
            <p:spPr>
              <a:xfrm flipH="1">
                <a:off x="3076041" y="2071510"/>
                <a:ext cx="1551000" cy="839100"/>
              </a:xfrm>
              <a:prstGeom prst="straightConnector1">
                <a:avLst/>
              </a:prstGeom>
              <a:noFill/>
              <a:ln w="9525" cap="flat" cmpd="sng">
                <a:solidFill>
                  <a:srgbClr val="868686"/>
                </a:solidFill>
                <a:prstDash val="solid"/>
                <a:round/>
                <a:headEnd type="none" w="sm" len="sm"/>
                <a:tailEnd type="none" w="sm" len="sm"/>
              </a:ln>
            </p:spPr>
          </p:cxnSp>
          <p:cxnSp>
            <p:nvCxnSpPr>
              <p:cNvPr id="1216" name="Google Shape;1216;p13"/>
              <p:cNvCxnSpPr>
                <a:stCxn id="1167" idx="6"/>
                <a:endCxn id="1108" idx="6"/>
              </p:cNvCxnSpPr>
              <p:nvPr/>
            </p:nvCxnSpPr>
            <p:spPr>
              <a:xfrm flipH="1">
                <a:off x="3076042" y="1745279"/>
                <a:ext cx="1551000" cy="1165500"/>
              </a:xfrm>
              <a:prstGeom prst="straightConnector1">
                <a:avLst/>
              </a:prstGeom>
              <a:noFill/>
              <a:ln w="9525" cap="flat" cmpd="sng">
                <a:solidFill>
                  <a:srgbClr val="868686"/>
                </a:solidFill>
                <a:prstDash val="solid"/>
                <a:round/>
                <a:headEnd type="none" w="sm" len="sm"/>
                <a:tailEnd type="none" w="sm" len="sm"/>
              </a:ln>
            </p:spPr>
          </p:cxnSp>
          <p:cxnSp>
            <p:nvCxnSpPr>
              <p:cNvPr id="1217" name="Google Shape;1217;p13"/>
              <p:cNvCxnSpPr>
                <a:stCxn id="1145" idx="6"/>
                <a:endCxn id="1121" idx="6"/>
              </p:cNvCxnSpPr>
              <p:nvPr/>
            </p:nvCxnSpPr>
            <p:spPr>
              <a:xfrm rot="10800000">
                <a:off x="3076063" y="2453533"/>
                <a:ext cx="1533600" cy="2880300"/>
              </a:xfrm>
              <a:prstGeom prst="straightConnector1">
                <a:avLst/>
              </a:prstGeom>
              <a:noFill/>
              <a:ln w="9525" cap="flat" cmpd="sng">
                <a:solidFill>
                  <a:srgbClr val="868686"/>
                </a:solidFill>
                <a:prstDash val="solid"/>
                <a:round/>
                <a:headEnd type="none" w="sm" len="sm"/>
                <a:tailEnd type="none" w="sm" len="sm"/>
              </a:ln>
            </p:spPr>
          </p:cxnSp>
          <p:cxnSp>
            <p:nvCxnSpPr>
              <p:cNvPr id="1218" name="Google Shape;1218;p13"/>
              <p:cNvCxnSpPr>
                <a:stCxn id="1147" idx="6"/>
                <a:endCxn id="1121" idx="6"/>
              </p:cNvCxnSpPr>
              <p:nvPr/>
            </p:nvCxnSpPr>
            <p:spPr>
              <a:xfrm rot="10800000">
                <a:off x="3076063" y="2453701"/>
                <a:ext cx="1533600" cy="2553900"/>
              </a:xfrm>
              <a:prstGeom prst="straightConnector1">
                <a:avLst/>
              </a:prstGeom>
              <a:noFill/>
              <a:ln w="9525" cap="flat" cmpd="sng">
                <a:solidFill>
                  <a:srgbClr val="868686"/>
                </a:solidFill>
                <a:prstDash val="solid"/>
                <a:round/>
                <a:headEnd type="none" w="sm" len="sm"/>
                <a:tailEnd type="none" w="sm" len="sm"/>
              </a:ln>
            </p:spPr>
          </p:cxnSp>
          <p:cxnSp>
            <p:nvCxnSpPr>
              <p:cNvPr id="1219" name="Google Shape;1219;p13"/>
              <p:cNvCxnSpPr>
                <a:stCxn id="1149" idx="6"/>
                <a:endCxn id="1121" idx="6"/>
              </p:cNvCxnSpPr>
              <p:nvPr/>
            </p:nvCxnSpPr>
            <p:spPr>
              <a:xfrm rot="10800000">
                <a:off x="3076063" y="2453569"/>
                <a:ext cx="1533600" cy="2227800"/>
              </a:xfrm>
              <a:prstGeom prst="straightConnector1">
                <a:avLst/>
              </a:prstGeom>
              <a:noFill/>
              <a:ln w="9525" cap="flat" cmpd="sng">
                <a:solidFill>
                  <a:srgbClr val="868686"/>
                </a:solidFill>
                <a:prstDash val="solid"/>
                <a:round/>
                <a:headEnd type="none" w="sm" len="sm"/>
                <a:tailEnd type="none" w="sm" len="sm"/>
              </a:ln>
            </p:spPr>
          </p:cxnSp>
          <p:cxnSp>
            <p:nvCxnSpPr>
              <p:cNvPr id="1220" name="Google Shape;1220;p13"/>
              <p:cNvCxnSpPr>
                <a:stCxn id="1151" idx="6"/>
                <a:endCxn id="1121" idx="6"/>
              </p:cNvCxnSpPr>
              <p:nvPr/>
            </p:nvCxnSpPr>
            <p:spPr>
              <a:xfrm rot="10800000">
                <a:off x="3076063" y="2453436"/>
                <a:ext cx="1533600" cy="1901700"/>
              </a:xfrm>
              <a:prstGeom prst="straightConnector1">
                <a:avLst/>
              </a:prstGeom>
              <a:noFill/>
              <a:ln w="9525" cap="flat" cmpd="sng">
                <a:solidFill>
                  <a:srgbClr val="868686"/>
                </a:solidFill>
                <a:prstDash val="solid"/>
                <a:round/>
                <a:headEnd type="none" w="sm" len="sm"/>
                <a:tailEnd type="none" w="sm" len="sm"/>
              </a:ln>
            </p:spPr>
          </p:cxnSp>
          <p:cxnSp>
            <p:nvCxnSpPr>
              <p:cNvPr id="1221" name="Google Shape;1221;p13"/>
              <p:cNvCxnSpPr>
                <a:stCxn id="1153" idx="6"/>
                <a:endCxn id="1121" idx="6"/>
              </p:cNvCxnSpPr>
              <p:nvPr/>
            </p:nvCxnSpPr>
            <p:spPr>
              <a:xfrm rot="10800000">
                <a:off x="3076052" y="2453604"/>
                <a:ext cx="1542300" cy="1575300"/>
              </a:xfrm>
              <a:prstGeom prst="straightConnector1">
                <a:avLst/>
              </a:prstGeom>
              <a:noFill/>
              <a:ln w="9525" cap="flat" cmpd="sng">
                <a:solidFill>
                  <a:srgbClr val="868686"/>
                </a:solidFill>
                <a:prstDash val="solid"/>
                <a:round/>
                <a:headEnd type="none" w="sm" len="sm"/>
                <a:tailEnd type="none" w="sm" len="sm"/>
              </a:ln>
            </p:spPr>
          </p:cxnSp>
          <p:cxnSp>
            <p:nvCxnSpPr>
              <p:cNvPr id="1222" name="Google Shape;1222;p13"/>
              <p:cNvCxnSpPr>
                <a:stCxn id="1155" idx="6"/>
                <a:endCxn id="1121" idx="6"/>
              </p:cNvCxnSpPr>
              <p:nvPr/>
            </p:nvCxnSpPr>
            <p:spPr>
              <a:xfrm rot="10800000">
                <a:off x="3076053" y="2453471"/>
                <a:ext cx="1542300" cy="1249200"/>
              </a:xfrm>
              <a:prstGeom prst="straightConnector1">
                <a:avLst/>
              </a:prstGeom>
              <a:noFill/>
              <a:ln w="9525" cap="flat" cmpd="sng">
                <a:solidFill>
                  <a:srgbClr val="868686"/>
                </a:solidFill>
                <a:prstDash val="solid"/>
                <a:round/>
                <a:headEnd type="none" w="sm" len="sm"/>
                <a:tailEnd type="none" w="sm" len="sm"/>
              </a:ln>
            </p:spPr>
          </p:cxnSp>
          <p:cxnSp>
            <p:nvCxnSpPr>
              <p:cNvPr id="1223" name="Google Shape;1223;p13"/>
              <p:cNvCxnSpPr>
                <a:stCxn id="1157" idx="6"/>
                <a:endCxn id="1121" idx="6"/>
              </p:cNvCxnSpPr>
              <p:nvPr/>
            </p:nvCxnSpPr>
            <p:spPr>
              <a:xfrm rot="10800000">
                <a:off x="3076053" y="2453639"/>
                <a:ext cx="1542300" cy="922800"/>
              </a:xfrm>
              <a:prstGeom prst="straightConnector1">
                <a:avLst/>
              </a:prstGeom>
              <a:noFill/>
              <a:ln w="9525" cap="flat" cmpd="sng">
                <a:solidFill>
                  <a:srgbClr val="868686"/>
                </a:solidFill>
                <a:prstDash val="solid"/>
                <a:round/>
                <a:headEnd type="none" w="sm" len="sm"/>
                <a:tailEnd type="none" w="sm" len="sm"/>
              </a:ln>
            </p:spPr>
          </p:cxnSp>
          <p:cxnSp>
            <p:nvCxnSpPr>
              <p:cNvPr id="1224" name="Google Shape;1224;p13"/>
              <p:cNvCxnSpPr>
                <a:stCxn id="1161" idx="6"/>
                <a:endCxn id="1121" idx="6"/>
              </p:cNvCxnSpPr>
              <p:nvPr/>
            </p:nvCxnSpPr>
            <p:spPr>
              <a:xfrm rot="10800000">
                <a:off x="3076053" y="2453675"/>
                <a:ext cx="1542300" cy="270300"/>
              </a:xfrm>
              <a:prstGeom prst="straightConnector1">
                <a:avLst/>
              </a:prstGeom>
              <a:noFill/>
              <a:ln w="9525" cap="flat" cmpd="sng">
                <a:solidFill>
                  <a:srgbClr val="868686"/>
                </a:solidFill>
                <a:prstDash val="solid"/>
                <a:round/>
                <a:headEnd type="none" w="sm" len="sm"/>
                <a:tailEnd type="none" w="sm" len="sm"/>
              </a:ln>
            </p:spPr>
          </p:cxnSp>
          <p:cxnSp>
            <p:nvCxnSpPr>
              <p:cNvPr id="1225" name="Google Shape;1225;p13"/>
              <p:cNvCxnSpPr>
                <a:stCxn id="1163" idx="6"/>
                <a:endCxn id="1121" idx="6"/>
              </p:cNvCxnSpPr>
              <p:nvPr/>
            </p:nvCxnSpPr>
            <p:spPr>
              <a:xfrm flipH="1">
                <a:off x="3076053" y="2397742"/>
                <a:ext cx="1542300" cy="55800"/>
              </a:xfrm>
              <a:prstGeom prst="straightConnector1">
                <a:avLst/>
              </a:prstGeom>
              <a:noFill/>
              <a:ln w="9525" cap="flat" cmpd="sng">
                <a:solidFill>
                  <a:srgbClr val="868686"/>
                </a:solidFill>
                <a:prstDash val="solid"/>
                <a:round/>
                <a:headEnd type="none" w="sm" len="sm"/>
                <a:tailEnd type="none" w="sm" len="sm"/>
              </a:ln>
            </p:spPr>
          </p:cxnSp>
          <p:cxnSp>
            <p:nvCxnSpPr>
              <p:cNvPr id="1226" name="Google Shape;1226;p13"/>
              <p:cNvCxnSpPr>
                <a:stCxn id="1165" idx="6"/>
                <a:endCxn id="1121" idx="6"/>
              </p:cNvCxnSpPr>
              <p:nvPr/>
            </p:nvCxnSpPr>
            <p:spPr>
              <a:xfrm flipH="1">
                <a:off x="3076041" y="2071510"/>
                <a:ext cx="1551000" cy="382200"/>
              </a:xfrm>
              <a:prstGeom prst="straightConnector1">
                <a:avLst/>
              </a:prstGeom>
              <a:noFill/>
              <a:ln w="9525" cap="flat" cmpd="sng">
                <a:solidFill>
                  <a:srgbClr val="868686"/>
                </a:solidFill>
                <a:prstDash val="solid"/>
                <a:round/>
                <a:headEnd type="none" w="sm" len="sm"/>
                <a:tailEnd type="none" w="sm" len="sm"/>
              </a:ln>
            </p:spPr>
          </p:cxnSp>
          <p:cxnSp>
            <p:nvCxnSpPr>
              <p:cNvPr id="1227" name="Google Shape;1227;p13"/>
              <p:cNvCxnSpPr>
                <a:stCxn id="1167" idx="6"/>
                <a:endCxn id="1121" idx="6"/>
              </p:cNvCxnSpPr>
              <p:nvPr/>
            </p:nvCxnSpPr>
            <p:spPr>
              <a:xfrm flipH="1">
                <a:off x="3076042" y="1745279"/>
                <a:ext cx="1551000" cy="708300"/>
              </a:xfrm>
              <a:prstGeom prst="straightConnector1">
                <a:avLst/>
              </a:prstGeom>
              <a:noFill/>
              <a:ln w="9525" cap="flat" cmpd="sng">
                <a:solidFill>
                  <a:srgbClr val="868686"/>
                </a:solidFill>
                <a:prstDash val="solid"/>
                <a:round/>
                <a:headEnd type="none" w="sm" len="sm"/>
                <a:tailEnd type="none" w="sm" len="sm"/>
              </a:ln>
            </p:spPr>
          </p:cxnSp>
          <p:sp>
            <p:nvSpPr>
              <p:cNvPr id="1145" name="Google Shape;1145;p13"/>
              <p:cNvSpPr/>
              <p:nvPr/>
            </p:nvSpPr>
            <p:spPr>
              <a:xfrm flipH="1">
                <a:off x="4609663" y="5207004"/>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47" name="Google Shape;1147;p13"/>
              <p:cNvSpPr/>
              <p:nvPr/>
            </p:nvSpPr>
            <p:spPr>
              <a:xfrm flipH="1">
                <a:off x="4609663" y="4880773"/>
                <a:ext cx="293051" cy="253656"/>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49" name="Google Shape;1149;p13"/>
              <p:cNvSpPr/>
              <p:nvPr/>
            </p:nvSpPr>
            <p:spPr>
              <a:xfrm flipH="1">
                <a:off x="4609663" y="455454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1" name="Google Shape;1151;p13"/>
              <p:cNvSpPr/>
              <p:nvPr/>
            </p:nvSpPr>
            <p:spPr>
              <a:xfrm flipH="1">
                <a:off x="4609663" y="4228307"/>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3" name="Google Shape;1153;p13"/>
              <p:cNvSpPr/>
              <p:nvPr/>
            </p:nvSpPr>
            <p:spPr>
              <a:xfrm flipH="1">
                <a:off x="4618352" y="3902075"/>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5" name="Google Shape;1155;p13"/>
              <p:cNvSpPr/>
              <p:nvPr/>
            </p:nvSpPr>
            <p:spPr>
              <a:xfrm flipH="1">
                <a:off x="4618353" y="3575843"/>
                <a:ext cx="293052" cy="253657"/>
              </a:xfrm>
              <a:prstGeom prst="ellipse">
                <a:avLst/>
              </a:prstGeom>
              <a:solidFill>
                <a:srgbClr val="588A00"/>
              </a:solidFill>
              <a:ln w="28575" cap="flat" cmpd="sng">
                <a:solidFill>
                  <a:srgbClr val="0C0C0C"/>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7" name="Google Shape;1157;p13"/>
              <p:cNvSpPr/>
              <p:nvPr/>
            </p:nvSpPr>
            <p:spPr>
              <a:xfrm flipH="1">
                <a:off x="4618353" y="324961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59" name="Google Shape;1159;p13"/>
              <p:cNvSpPr/>
              <p:nvPr/>
            </p:nvSpPr>
            <p:spPr>
              <a:xfrm flipH="1">
                <a:off x="4618353" y="2923379"/>
                <a:ext cx="293051" cy="253656"/>
              </a:xfrm>
              <a:prstGeom prst="ellipse">
                <a:avLst/>
              </a:prstGeom>
              <a:solidFill>
                <a:srgbClr val="E7FFBE"/>
              </a:solidFill>
              <a:ln w="12700" cap="flat" cmpd="sng">
                <a:solidFill>
                  <a:srgbClr val="7F7F7F"/>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1" name="Google Shape;1161;p13"/>
              <p:cNvSpPr/>
              <p:nvPr/>
            </p:nvSpPr>
            <p:spPr>
              <a:xfrm flipH="1">
                <a:off x="4618353" y="2597146"/>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3" name="Google Shape;1163;p13"/>
              <p:cNvSpPr/>
              <p:nvPr/>
            </p:nvSpPr>
            <p:spPr>
              <a:xfrm flipH="1">
                <a:off x="4618353" y="2270913"/>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5" name="Google Shape;1165;p13"/>
              <p:cNvSpPr/>
              <p:nvPr/>
            </p:nvSpPr>
            <p:spPr>
              <a:xfrm flipH="1">
                <a:off x="4627041" y="1944681"/>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67" name="Google Shape;1167;p13"/>
              <p:cNvSpPr/>
              <p:nvPr/>
            </p:nvSpPr>
            <p:spPr>
              <a:xfrm flipH="1">
                <a:off x="4627042" y="1618451"/>
                <a:ext cx="293052" cy="253657"/>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228" name="Google Shape;1228;p13"/>
              <p:cNvCxnSpPr>
                <a:stCxn id="1159" idx="6"/>
                <a:endCxn id="1121" idx="6"/>
              </p:cNvCxnSpPr>
              <p:nvPr/>
            </p:nvCxnSpPr>
            <p:spPr>
              <a:xfrm rot="10800000">
                <a:off x="3076053" y="2453507"/>
                <a:ext cx="1542300" cy="596700"/>
              </a:xfrm>
              <a:prstGeom prst="straightConnector1">
                <a:avLst/>
              </a:prstGeom>
              <a:noFill/>
              <a:ln w="9525" cap="flat" cmpd="sng">
                <a:solidFill>
                  <a:srgbClr val="868686"/>
                </a:solidFill>
                <a:prstDash val="solid"/>
                <a:round/>
                <a:headEnd type="none" w="sm" len="sm"/>
                <a:tailEnd type="none" w="sm" len="sm"/>
              </a:ln>
            </p:spPr>
          </p:cxnSp>
          <p:sp>
            <p:nvSpPr>
              <p:cNvPr id="1044" name="Google Shape;1044;p13"/>
              <p:cNvSpPr/>
              <p:nvPr/>
            </p:nvSpPr>
            <p:spPr>
              <a:xfrm>
                <a:off x="2782993" y="4612089"/>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68" name="Google Shape;1068;p13"/>
              <p:cNvSpPr/>
              <p:nvPr/>
            </p:nvSpPr>
            <p:spPr>
              <a:xfrm>
                <a:off x="2782993" y="4155021"/>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81" name="Google Shape;1081;p13"/>
              <p:cNvSpPr/>
              <p:nvPr/>
            </p:nvSpPr>
            <p:spPr>
              <a:xfrm>
                <a:off x="2782993" y="3697953"/>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094" name="Google Shape;1094;p13"/>
              <p:cNvSpPr/>
              <p:nvPr/>
            </p:nvSpPr>
            <p:spPr>
              <a:xfrm>
                <a:off x="2782993" y="3240886"/>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08" name="Google Shape;1108;p13"/>
              <p:cNvSpPr/>
              <p:nvPr/>
            </p:nvSpPr>
            <p:spPr>
              <a:xfrm>
                <a:off x="2782993" y="2783818"/>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121" name="Google Shape;1121;p13"/>
              <p:cNvSpPr/>
              <p:nvPr/>
            </p:nvSpPr>
            <p:spPr>
              <a:xfrm>
                <a:off x="2782993" y="2326750"/>
                <a:ext cx="293053" cy="25365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grpSp>
      </p:grpSp>
      <p:sp>
        <p:nvSpPr>
          <p:cNvPr id="1229" name="Google Shape;1229;p13"/>
          <p:cNvSpPr/>
          <p:nvPr/>
        </p:nvSpPr>
        <p:spPr>
          <a:xfrm>
            <a:off x="839583" y="1379042"/>
            <a:ext cx="1174249" cy="4826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1230" name="Google Shape;1230;p13"/>
          <p:cNvSpPr/>
          <p:nvPr/>
        </p:nvSpPr>
        <p:spPr>
          <a:xfrm>
            <a:off x="4173348" y="1379042"/>
            <a:ext cx="1174249" cy="4826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1231" name="Google Shape;1231;p13"/>
          <p:cNvSpPr/>
          <p:nvPr/>
        </p:nvSpPr>
        <p:spPr>
          <a:xfrm>
            <a:off x="2044370" y="1360747"/>
            <a:ext cx="2098440" cy="1160869"/>
          </a:xfrm>
          <a:prstGeom prst="downArrow">
            <a:avLst>
              <a:gd name="adj1" fmla="val 70788"/>
              <a:gd name="adj2" fmla="val 32281"/>
            </a:avLst>
          </a:prstGeom>
          <a:solidFill>
            <a:srgbClr val="760D0D"/>
          </a:solidFill>
          <a:ln w="38100" cap="flat" cmpd="sng">
            <a:solidFill>
              <a:srgbClr val="0C0C0C"/>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嵌入层</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232" name="Google Shape;1232;p13"/>
          <p:cNvSpPr/>
          <p:nvPr/>
        </p:nvSpPr>
        <p:spPr>
          <a:xfrm>
            <a:off x="5991225" y="1657350"/>
            <a:ext cx="4124325" cy="3771900"/>
          </a:xfrm>
          <a:prstGeom prst="verticalScroll">
            <a:avLst>
              <a:gd name="adj" fmla="val 6500"/>
            </a:avLst>
          </a:prstGeom>
          <a:solidFill>
            <a:srgbClr val="EDE1A5"/>
          </a:solidFill>
          <a:ln w="254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rgbClr val="FFFFFF"/>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rgbClr val="000000"/>
                </a:solidFill>
                <a:latin typeface="Algerian"/>
                <a:ea typeface="黑体" panose="02010609060101010101" pitchFamily="49" charset="-122"/>
                <a:cs typeface="Algerian"/>
                <a:sym typeface="Algerian"/>
              </a:rPr>
              <a:t>字典</a:t>
            </a:r>
            <a:endParaRPr lang="zh-CN" altLang="en-US"/>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rgbClr val="000000"/>
              </a:solidFill>
              <a:latin typeface="Algerian"/>
              <a:ea typeface="Algerian"/>
              <a:cs typeface="Algerian"/>
              <a:sym typeface="Algerian"/>
            </a:endParaRPr>
          </a:p>
        </p:txBody>
      </p:sp>
      <p:sp>
        <p:nvSpPr>
          <p:cNvPr id="1233" name="Google Shape;1233;p13"/>
          <p:cNvSpPr txBox="1"/>
          <p:nvPr/>
        </p:nvSpPr>
        <p:spPr>
          <a:xfrm>
            <a:off x="6337008" y="2029107"/>
            <a:ext cx="3426117" cy="4062610"/>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a:t>
            </a:r>
            <a:endParaRPr lang="zh-CN" altLang="en-US"/>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An</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And</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Ate</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Bark</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Barked</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Cat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Cats</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Dog</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Dogs</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altLang="zh-CN" sz="2000" b="0" i="0" u="none" strike="noStrike" cap="none">
                <a:solidFill>
                  <a:srgbClr val="000000"/>
                </a:solidFill>
                <a:latin typeface="Algerian"/>
                <a:ea typeface="黑体" panose="02010609060101010101" pitchFamily="49" charset="-122"/>
                <a:cs typeface="Algerian"/>
                <a:sym typeface="Algerian"/>
              </a:rPr>
              <a:t>Eat</a:t>
            </a:r>
            <a:endParaRPr lang="zh-CN" altLang="en-US" sz="2000" b="0" i="0" u="none" strike="noStrike" cap="none">
              <a:solidFill>
                <a:srgbClr val="000000"/>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rgbClr val="000000"/>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14"/>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sp>
        <p:nvSpPr>
          <p:cNvPr id="1245" name="Google Shape;1245;p15"/>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246" name="Google Shape;1246;p15"/>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247" name="Google Shape;1247;p15"/>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48" name="Google Shape;1248;p15"/>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249" name="Google Shape;1249;p15"/>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255" name="Google Shape;1255;p16"/>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256" name="Google Shape;1256;p16"/>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257" name="Google Shape;1257;p16"/>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258" name="Google Shape;1258;p16"/>
          <p:cNvSpPr/>
          <p:nvPr/>
        </p:nvSpPr>
        <p:spPr>
          <a:xfrm rot="-5400000">
            <a:off x="1613974" y="443128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59" name="Google Shape;1259;p16"/>
          <p:cNvSpPr/>
          <p:nvPr/>
        </p:nvSpPr>
        <p:spPr>
          <a:xfrm rot="-5400000">
            <a:off x="1613974" y="400716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0" name="Google Shape;1260;p16"/>
          <p:cNvSpPr/>
          <p:nvPr/>
        </p:nvSpPr>
        <p:spPr>
          <a:xfrm rot="-5400000">
            <a:off x="1613974" y="358303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1" name="Google Shape;1261;p16"/>
          <p:cNvSpPr/>
          <p:nvPr/>
        </p:nvSpPr>
        <p:spPr>
          <a:xfrm rot="-5400000">
            <a:off x="1613974" y="315891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2" name="Google Shape;1262;p16"/>
          <p:cNvSpPr/>
          <p:nvPr/>
        </p:nvSpPr>
        <p:spPr>
          <a:xfrm rot="-5400000">
            <a:off x="2448581" y="4014588"/>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3" name="Google Shape;1263;p16"/>
          <p:cNvSpPr/>
          <p:nvPr/>
        </p:nvSpPr>
        <p:spPr>
          <a:xfrm rot="-5400000">
            <a:off x="2448581" y="3586749"/>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4" name="Google Shape;1264;p16"/>
          <p:cNvSpPr/>
          <p:nvPr/>
        </p:nvSpPr>
        <p:spPr>
          <a:xfrm rot="-5400000">
            <a:off x="1613974" y="233200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5" name="Google Shape;1265;p16"/>
          <p:cNvSpPr/>
          <p:nvPr/>
        </p:nvSpPr>
        <p:spPr>
          <a:xfrm rot="-5400000">
            <a:off x="1613974" y="1904167"/>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6" name="Google Shape;1266;p16"/>
          <p:cNvSpPr/>
          <p:nvPr/>
        </p:nvSpPr>
        <p:spPr>
          <a:xfrm rot="-5400000">
            <a:off x="1613974" y="14763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7" name="Google Shape;1267;p16"/>
          <p:cNvSpPr/>
          <p:nvPr/>
        </p:nvSpPr>
        <p:spPr>
          <a:xfrm rot="-5400000">
            <a:off x="3266829" y="3296141"/>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8" name="Google Shape;1268;p16"/>
          <p:cNvSpPr/>
          <p:nvPr/>
        </p:nvSpPr>
        <p:spPr>
          <a:xfrm rot="-5400000">
            <a:off x="3266829" y="28804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69" name="Google Shape;1269;p16"/>
          <p:cNvSpPr/>
          <p:nvPr/>
        </p:nvSpPr>
        <p:spPr>
          <a:xfrm rot="-5400000">
            <a:off x="3266829" y="246471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70" name="Google Shape;1270;p16"/>
          <p:cNvSpPr/>
          <p:nvPr/>
        </p:nvSpPr>
        <p:spPr>
          <a:xfrm rot="-5400000">
            <a:off x="4319241" y="3862012"/>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71" name="Google Shape;1271;p16"/>
          <p:cNvSpPr/>
          <p:nvPr/>
        </p:nvSpPr>
        <p:spPr>
          <a:xfrm rot="-5400000">
            <a:off x="4319241" y="343309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72" name="Google Shape;1272;p16"/>
          <p:cNvSpPr/>
          <p:nvPr/>
        </p:nvSpPr>
        <p:spPr>
          <a:xfrm rot="-5400000">
            <a:off x="4319241" y="300418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73" name="Google Shape;1273;p16"/>
          <p:cNvSpPr/>
          <p:nvPr/>
        </p:nvSpPr>
        <p:spPr>
          <a:xfrm rot="-5400000">
            <a:off x="4319241" y="2575264"/>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274" name="Google Shape;1274;p16"/>
          <p:cNvCxnSpPr>
            <a:stCxn id="1258" idx="4"/>
            <a:endCxn id="1262" idx="0"/>
          </p:cNvCxnSpPr>
          <p:nvPr/>
        </p:nvCxnSpPr>
        <p:spPr>
          <a:xfrm rot="10800000" flipH="1">
            <a:off x="1980202" y="4197988"/>
            <a:ext cx="467700" cy="416700"/>
          </a:xfrm>
          <a:prstGeom prst="straightConnector1">
            <a:avLst/>
          </a:prstGeom>
          <a:noFill/>
          <a:ln w="9525" cap="flat" cmpd="sng">
            <a:solidFill>
              <a:srgbClr val="868686"/>
            </a:solidFill>
            <a:prstDash val="solid"/>
            <a:round/>
            <a:headEnd type="none" w="sm" len="sm"/>
            <a:tailEnd type="none" w="sm" len="sm"/>
          </a:ln>
        </p:spPr>
      </p:cxnSp>
      <p:cxnSp>
        <p:nvCxnSpPr>
          <p:cNvPr id="1275" name="Google Shape;1275;p16"/>
          <p:cNvCxnSpPr>
            <a:stCxn id="1258" idx="4"/>
            <a:endCxn id="1263" idx="0"/>
          </p:cNvCxnSpPr>
          <p:nvPr/>
        </p:nvCxnSpPr>
        <p:spPr>
          <a:xfrm rot="10800000" flipH="1">
            <a:off x="1980202" y="3770188"/>
            <a:ext cx="467700" cy="844500"/>
          </a:xfrm>
          <a:prstGeom prst="straightConnector1">
            <a:avLst/>
          </a:prstGeom>
          <a:noFill/>
          <a:ln w="9525" cap="flat" cmpd="sng">
            <a:solidFill>
              <a:srgbClr val="868686"/>
            </a:solidFill>
            <a:prstDash val="solid"/>
            <a:round/>
            <a:headEnd type="none" w="sm" len="sm"/>
            <a:tailEnd type="none" w="sm" len="sm"/>
          </a:ln>
        </p:spPr>
      </p:cxnSp>
      <p:cxnSp>
        <p:nvCxnSpPr>
          <p:cNvPr id="1276" name="Google Shape;1276;p16"/>
          <p:cNvCxnSpPr>
            <a:stCxn id="1259" idx="4"/>
            <a:endCxn id="1262" idx="0"/>
          </p:cNvCxnSpPr>
          <p:nvPr/>
        </p:nvCxnSpPr>
        <p:spPr>
          <a:xfrm>
            <a:off x="1980202" y="4190563"/>
            <a:ext cx="467700" cy="7500"/>
          </a:xfrm>
          <a:prstGeom prst="straightConnector1">
            <a:avLst/>
          </a:prstGeom>
          <a:noFill/>
          <a:ln w="9525" cap="flat" cmpd="sng">
            <a:solidFill>
              <a:srgbClr val="868686"/>
            </a:solidFill>
            <a:prstDash val="solid"/>
            <a:round/>
            <a:headEnd type="none" w="sm" len="sm"/>
            <a:tailEnd type="none" w="sm" len="sm"/>
          </a:ln>
        </p:spPr>
      </p:cxnSp>
      <p:cxnSp>
        <p:nvCxnSpPr>
          <p:cNvPr id="1277" name="Google Shape;1277;p16"/>
          <p:cNvCxnSpPr>
            <a:stCxn id="1259" idx="4"/>
            <a:endCxn id="1263" idx="0"/>
          </p:cNvCxnSpPr>
          <p:nvPr/>
        </p:nvCxnSpPr>
        <p:spPr>
          <a:xfrm rot="10800000" flipH="1">
            <a:off x="1980202" y="3770263"/>
            <a:ext cx="467700" cy="420300"/>
          </a:xfrm>
          <a:prstGeom prst="straightConnector1">
            <a:avLst/>
          </a:prstGeom>
          <a:noFill/>
          <a:ln w="9525" cap="flat" cmpd="sng">
            <a:solidFill>
              <a:srgbClr val="868686"/>
            </a:solidFill>
            <a:prstDash val="solid"/>
            <a:round/>
            <a:headEnd type="none" w="sm" len="sm"/>
            <a:tailEnd type="none" w="sm" len="sm"/>
          </a:ln>
        </p:spPr>
      </p:cxnSp>
      <p:cxnSp>
        <p:nvCxnSpPr>
          <p:cNvPr id="1278" name="Google Shape;1278;p16"/>
          <p:cNvCxnSpPr>
            <a:stCxn id="1260" idx="4"/>
            <a:endCxn id="1262" idx="0"/>
          </p:cNvCxnSpPr>
          <p:nvPr/>
        </p:nvCxnSpPr>
        <p:spPr>
          <a:xfrm>
            <a:off x="1980202" y="3766438"/>
            <a:ext cx="467700" cy="431700"/>
          </a:xfrm>
          <a:prstGeom prst="straightConnector1">
            <a:avLst/>
          </a:prstGeom>
          <a:noFill/>
          <a:ln w="9525" cap="flat" cmpd="sng">
            <a:solidFill>
              <a:srgbClr val="868686"/>
            </a:solidFill>
            <a:prstDash val="solid"/>
            <a:round/>
            <a:headEnd type="none" w="sm" len="sm"/>
            <a:tailEnd type="none" w="sm" len="sm"/>
          </a:ln>
        </p:spPr>
      </p:cxnSp>
      <p:cxnSp>
        <p:nvCxnSpPr>
          <p:cNvPr id="1279" name="Google Shape;1279;p16"/>
          <p:cNvCxnSpPr>
            <a:stCxn id="1260" idx="4"/>
            <a:endCxn id="1263" idx="0"/>
          </p:cNvCxnSpPr>
          <p:nvPr/>
        </p:nvCxnSpPr>
        <p:spPr>
          <a:xfrm>
            <a:off x="1980202" y="3766438"/>
            <a:ext cx="467700" cy="3600"/>
          </a:xfrm>
          <a:prstGeom prst="straightConnector1">
            <a:avLst/>
          </a:prstGeom>
          <a:noFill/>
          <a:ln w="9525" cap="flat" cmpd="sng">
            <a:solidFill>
              <a:srgbClr val="868686"/>
            </a:solidFill>
            <a:prstDash val="solid"/>
            <a:round/>
            <a:headEnd type="none" w="sm" len="sm"/>
            <a:tailEnd type="none" w="sm" len="sm"/>
          </a:ln>
        </p:spPr>
      </p:cxnSp>
      <p:cxnSp>
        <p:nvCxnSpPr>
          <p:cNvPr id="1280" name="Google Shape;1280;p16"/>
          <p:cNvCxnSpPr>
            <a:stCxn id="1261" idx="4"/>
            <a:endCxn id="1263" idx="0"/>
          </p:cNvCxnSpPr>
          <p:nvPr/>
        </p:nvCxnSpPr>
        <p:spPr>
          <a:xfrm>
            <a:off x="1980202" y="3342311"/>
            <a:ext cx="467700" cy="427800"/>
          </a:xfrm>
          <a:prstGeom prst="straightConnector1">
            <a:avLst/>
          </a:prstGeom>
          <a:noFill/>
          <a:ln w="9525" cap="flat" cmpd="sng">
            <a:solidFill>
              <a:srgbClr val="868686"/>
            </a:solidFill>
            <a:prstDash val="solid"/>
            <a:round/>
            <a:headEnd type="none" w="sm" len="sm"/>
            <a:tailEnd type="none" w="sm" len="sm"/>
          </a:ln>
        </p:spPr>
      </p:cxnSp>
      <p:cxnSp>
        <p:nvCxnSpPr>
          <p:cNvPr id="1281" name="Google Shape;1281;p16"/>
          <p:cNvCxnSpPr>
            <a:stCxn id="1261" idx="4"/>
            <a:endCxn id="1262" idx="0"/>
          </p:cNvCxnSpPr>
          <p:nvPr/>
        </p:nvCxnSpPr>
        <p:spPr>
          <a:xfrm>
            <a:off x="1980202" y="3342311"/>
            <a:ext cx="467700" cy="855600"/>
          </a:xfrm>
          <a:prstGeom prst="straightConnector1">
            <a:avLst/>
          </a:prstGeom>
          <a:noFill/>
          <a:ln w="9525" cap="flat" cmpd="sng">
            <a:solidFill>
              <a:srgbClr val="868686"/>
            </a:solidFill>
            <a:prstDash val="solid"/>
            <a:round/>
            <a:headEnd type="none" w="sm" len="sm"/>
            <a:tailEnd type="none" w="sm" len="sm"/>
          </a:ln>
        </p:spPr>
      </p:cxnSp>
      <p:cxnSp>
        <p:nvCxnSpPr>
          <p:cNvPr id="1282" name="Google Shape;1282;p16"/>
          <p:cNvCxnSpPr>
            <a:stCxn id="1262" idx="4"/>
            <a:endCxn id="1267" idx="0"/>
          </p:cNvCxnSpPr>
          <p:nvPr/>
        </p:nvCxnSpPr>
        <p:spPr>
          <a:xfrm rot="10800000" flipH="1">
            <a:off x="2814808" y="3479490"/>
            <a:ext cx="451500" cy="718500"/>
          </a:xfrm>
          <a:prstGeom prst="straightConnector1">
            <a:avLst/>
          </a:prstGeom>
          <a:noFill/>
          <a:ln w="9525" cap="flat" cmpd="sng">
            <a:solidFill>
              <a:srgbClr val="868686"/>
            </a:solidFill>
            <a:prstDash val="solid"/>
            <a:round/>
            <a:headEnd type="none" w="sm" len="sm"/>
            <a:tailEnd type="none" w="sm" len="sm"/>
          </a:ln>
        </p:spPr>
      </p:cxnSp>
      <p:cxnSp>
        <p:nvCxnSpPr>
          <p:cNvPr id="1283" name="Google Shape;1283;p16"/>
          <p:cNvCxnSpPr>
            <a:stCxn id="1262" idx="4"/>
            <a:endCxn id="1268" idx="0"/>
          </p:cNvCxnSpPr>
          <p:nvPr/>
        </p:nvCxnSpPr>
        <p:spPr>
          <a:xfrm rot="10800000" flipH="1">
            <a:off x="2814808" y="3063690"/>
            <a:ext cx="451500" cy="1134300"/>
          </a:xfrm>
          <a:prstGeom prst="straightConnector1">
            <a:avLst/>
          </a:prstGeom>
          <a:noFill/>
          <a:ln w="9525" cap="flat" cmpd="sng">
            <a:solidFill>
              <a:srgbClr val="868686"/>
            </a:solidFill>
            <a:prstDash val="solid"/>
            <a:round/>
            <a:headEnd type="none" w="sm" len="sm"/>
            <a:tailEnd type="none" w="sm" len="sm"/>
          </a:ln>
        </p:spPr>
      </p:cxnSp>
      <p:cxnSp>
        <p:nvCxnSpPr>
          <p:cNvPr id="1284" name="Google Shape;1284;p16"/>
          <p:cNvCxnSpPr>
            <a:stCxn id="1262" idx="4"/>
            <a:endCxn id="1269" idx="0"/>
          </p:cNvCxnSpPr>
          <p:nvPr/>
        </p:nvCxnSpPr>
        <p:spPr>
          <a:xfrm rot="10800000" flipH="1">
            <a:off x="2814808" y="2648190"/>
            <a:ext cx="451500" cy="1549800"/>
          </a:xfrm>
          <a:prstGeom prst="straightConnector1">
            <a:avLst/>
          </a:prstGeom>
          <a:noFill/>
          <a:ln w="9525" cap="flat" cmpd="sng">
            <a:solidFill>
              <a:srgbClr val="868686"/>
            </a:solidFill>
            <a:prstDash val="solid"/>
            <a:round/>
            <a:headEnd type="none" w="sm" len="sm"/>
            <a:tailEnd type="none" w="sm" len="sm"/>
          </a:ln>
        </p:spPr>
      </p:cxnSp>
      <p:cxnSp>
        <p:nvCxnSpPr>
          <p:cNvPr id="1285" name="Google Shape;1285;p16"/>
          <p:cNvCxnSpPr>
            <a:stCxn id="1263" idx="4"/>
            <a:endCxn id="1267" idx="0"/>
          </p:cNvCxnSpPr>
          <p:nvPr/>
        </p:nvCxnSpPr>
        <p:spPr>
          <a:xfrm rot="10800000" flipH="1">
            <a:off x="2814808" y="3479451"/>
            <a:ext cx="451500" cy="290700"/>
          </a:xfrm>
          <a:prstGeom prst="straightConnector1">
            <a:avLst/>
          </a:prstGeom>
          <a:noFill/>
          <a:ln w="9525" cap="flat" cmpd="sng">
            <a:solidFill>
              <a:srgbClr val="868686"/>
            </a:solidFill>
            <a:prstDash val="solid"/>
            <a:round/>
            <a:headEnd type="none" w="sm" len="sm"/>
            <a:tailEnd type="none" w="sm" len="sm"/>
          </a:ln>
        </p:spPr>
      </p:cxnSp>
      <p:cxnSp>
        <p:nvCxnSpPr>
          <p:cNvPr id="1286" name="Google Shape;1286;p16"/>
          <p:cNvCxnSpPr>
            <a:stCxn id="1263" idx="3"/>
            <a:endCxn id="1268" idx="0"/>
          </p:cNvCxnSpPr>
          <p:nvPr/>
        </p:nvCxnSpPr>
        <p:spPr>
          <a:xfrm rot="10800000" flipH="1">
            <a:off x="2761091" y="3063928"/>
            <a:ext cx="505200" cy="835500"/>
          </a:xfrm>
          <a:prstGeom prst="straightConnector1">
            <a:avLst/>
          </a:prstGeom>
          <a:noFill/>
          <a:ln w="9525" cap="flat" cmpd="sng">
            <a:solidFill>
              <a:srgbClr val="868686"/>
            </a:solidFill>
            <a:prstDash val="solid"/>
            <a:round/>
            <a:headEnd type="none" w="sm" len="sm"/>
            <a:tailEnd type="none" w="sm" len="sm"/>
          </a:ln>
        </p:spPr>
      </p:cxnSp>
      <p:cxnSp>
        <p:nvCxnSpPr>
          <p:cNvPr id="1287" name="Google Shape;1287;p16"/>
          <p:cNvCxnSpPr>
            <a:stCxn id="1263" idx="4"/>
            <a:endCxn id="1269" idx="0"/>
          </p:cNvCxnSpPr>
          <p:nvPr/>
        </p:nvCxnSpPr>
        <p:spPr>
          <a:xfrm rot="10800000" flipH="1">
            <a:off x="2814808" y="2648151"/>
            <a:ext cx="451500" cy="1122000"/>
          </a:xfrm>
          <a:prstGeom prst="straightConnector1">
            <a:avLst/>
          </a:prstGeom>
          <a:noFill/>
          <a:ln w="9525" cap="flat" cmpd="sng">
            <a:solidFill>
              <a:srgbClr val="868686"/>
            </a:solidFill>
            <a:prstDash val="solid"/>
            <a:round/>
            <a:headEnd type="none" w="sm" len="sm"/>
            <a:tailEnd type="none" w="sm" len="sm"/>
          </a:ln>
        </p:spPr>
      </p:cxnSp>
      <p:cxnSp>
        <p:nvCxnSpPr>
          <p:cNvPr id="1288" name="Google Shape;1288;p16"/>
          <p:cNvCxnSpPr>
            <a:stCxn id="1264" idx="4"/>
            <a:endCxn id="1267" idx="0"/>
          </p:cNvCxnSpPr>
          <p:nvPr/>
        </p:nvCxnSpPr>
        <p:spPr>
          <a:xfrm>
            <a:off x="1980202" y="2515408"/>
            <a:ext cx="1286100" cy="964200"/>
          </a:xfrm>
          <a:prstGeom prst="straightConnector1">
            <a:avLst/>
          </a:prstGeom>
          <a:noFill/>
          <a:ln w="9525" cap="flat" cmpd="sng">
            <a:solidFill>
              <a:srgbClr val="868686"/>
            </a:solidFill>
            <a:prstDash val="solid"/>
            <a:round/>
            <a:headEnd type="none" w="sm" len="sm"/>
            <a:tailEnd type="none" w="sm" len="sm"/>
          </a:ln>
        </p:spPr>
      </p:cxnSp>
      <p:cxnSp>
        <p:nvCxnSpPr>
          <p:cNvPr id="1289" name="Google Shape;1289;p16"/>
          <p:cNvCxnSpPr>
            <a:stCxn id="1265" idx="4"/>
            <a:endCxn id="1267" idx="0"/>
          </p:cNvCxnSpPr>
          <p:nvPr/>
        </p:nvCxnSpPr>
        <p:spPr>
          <a:xfrm>
            <a:off x="1980202" y="2087569"/>
            <a:ext cx="1286100" cy="1392000"/>
          </a:xfrm>
          <a:prstGeom prst="straightConnector1">
            <a:avLst/>
          </a:prstGeom>
          <a:noFill/>
          <a:ln w="9525" cap="flat" cmpd="sng">
            <a:solidFill>
              <a:srgbClr val="868686"/>
            </a:solidFill>
            <a:prstDash val="solid"/>
            <a:round/>
            <a:headEnd type="none" w="sm" len="sm"/>
            <a:tailEnd type="none" w="sm" len="sm"/>
          </a:ln>
        </p:spPr>
      </p:cxnSp>
      <p:cxnSp>
        <p:nvCxnSpPr>
          <p:cNvPr id="1290" name="Google Shape;1290;p16"/>
          <p:cNvCxnSpPr>
            <a:stCxn id="1266" idx="4"/>
            <a:endCxn id="1267" idx="0"/>
          </p:cNvCxnSpPr>
          <p:nvPr/>
        </p:nvCxnSpPr>
        <p:spPr>
          <a:xfrm>
            <a:off x="1980202" y="1659729"/>
            <a:ext cx="1286100" cy="1819800"/>
          </a:xfrm>
          <a:prstGeom prst="straightConnector1">
            <a:avLst/>
          </a:prstGeom>
          <a:noFill/>
          <a:ln w="9525" cap="flat" cmpd="sng">
            <a:solidFill>
              <a:srgbClr val="868686"/>
            </a:solidFill>
            <a:prstDash val="solid"/>
            <a:round/>
            <a:headEnd type="none" w="sm" len="sm"/>
            <a:tailEnd type="none" w="sm" len="sm"/>
          </a:ln>
        </p:spPr>
      </p:cxnSp>
      <p:cxnSp>
        <p:nvCxnSpPr>
          <p:cNvPr id="1291" name="Google Shape;1291;p16"/>
          <p:cNvCxnSpPr>
            <a:stCxn id="1264" idx="4"/>
            <a:endCxn id="1268" idx="0"/>
          </p:cNvCxnSpPr>
          <p:nvPr/>
        </p:nvCxnSpPr>
        <p:spPr>
          <a:xfrm>
            <a:off x="1980202" y="2515408"/>
            <a:ext cx="1286100" cy="548400"/>
          </a:xfrm>
          <a:prstGeom prst="straightConnector1">
            <a:avLst/>
          </a:prstGeom>
          <a:noFill/>
          <a:ln w="9525" cap="flat" cmpd="sng">
            <a:solidFill>
              <a:srgbClr val="868686"/>
            </a:solidFill>
            <a:prstDash val="solid"/>
            <a:round/>
            <a:headEnd type="none" w="sm" len="sm"/>
            <a:tailEnd type="none" w="sm" len="sm"/>
          </a:ln>
        </p:spPr>
      </p:cxnSp>
      <p:cxnSp>
        <p:nvCxnSpPr>
          <p:cNvPr id="1292" name="Google Shape;1292;p16"/>
          <p:cNvCxnSpPr>
            <a:stCxn id="1265" idx="4"/>
            <a:endCxn id="1268" idx="0"/>
          </p:cNvCxnSpPr>
          <p:nvPr/>
        </p:nvCxnSpPr>
        <p:spPr>
          <a:xfrm>
            <a:off x="1980202" y="2087569"/>
            <a:ext cx="1286100" cy="976200"/>
          </a:xfrm>
          <a:prstGeom prst="straightConnector1">
            <a:avLst/>
          </a:prstGeom>
          <a:noFill/>
          <a:ln w="9525" cap="flat" cmpd="sng">
            <a:solidFill>
              <a:srgbClr val="868686"/>
            </a:solidFill>
            <a:prstDash val="solid"/>
            <a:round/>
            <a:headEnd type="none" w="sm" len="sm"/>
            <a:tailEnd type="none" w="sm" len="sm"/>
          </a:ln>
        </p:spPr>
      </p:cxnSp>
      <p:cxnSp>
        <p:nvCxnSpPr>
          <p:cNvPr id="1293" name="Google Shape;1293;p16"/>
          <p:cNvCxnSpPr>
            <a:stCxn id="1266" idx="4"/>
            <a:endCxn id="1268" idx="0"/>
          </p:cNvCxnSpPr>
          <p:nvPr/>
        </p:nvCxnSpPr>
        <p:spPr>
          <a:xfrm>
            <a:off x="1980202" y="1659729"/>
            <a:ext cx="1286100" cy="1404000"/>
          </a:xfrm>
          <a:prstGeom prst="straightConnector1">
            <a:avLst/>
          </a:prstGeom>
          <a:noFill/>
          <a:ln w="9525" cap="flat" cmpd="sng">
            <a:solidFill>
              <a:srgbClr val="868686"/>
            </a:solidFill>
            <a:prstDash val="solid"/>
            <a:round/>
            <a:headEnd type="none" w="sm" len="sm"/>
            <a:tailEnd type="none" w="sm" len="sm"/>
          </a:ln>
        </p:spPr>
      </p:cxnSp>
      <p:cxnSp>
        <p:nvCxnSpPr>
          <p:cNvPr id="1294" name="Google Shape;1294;p16"/>
          <p:cNvCxnSpPr>
            <a:stCxn id="1264" idx="4"/>
            <a:endCxn id="1269" idx="0"/>
          </p:cNvCxnSpPr>
          <p:nvPr/>
        </p:nvCxnSpPr>
        <p:spPr>
          <a:xfrm>
            <a:off x="1980202" y="2515408"/>
            <a:ext cx="1286100" cy="132600"/>
          </a:xfrm>
          <a:prstGeom prst="straightConnector1">
            <a:avLst/>
          </a:prstGeom>
          <a:noFill/>
          <a:ln w="9525" cap="flat" cmpd="sng">
            <a:solidFill>
              <a:srgbClr val="868686"/>
            </a:solidFill>
            <a:prstDash val="solid"/>
            <a:round/>
            <a:headEnd type="none" w="sm" len="sm"/>
            <a:tailEnd type="none" w="sm" len="sm"/>
          </a:ln>
        </p:spPr>
      </p:cxnSp>
      <p:cxnSp>
        <p:nvCxnSpPr>
          <p:cNvPr id="1295" name="Google Shape;1295;p16"/>
          <p:cNvCxnSpPr>
            <a:stCxn id="1265" idx="4"/>
            <a:endCxn id="1269" idx="0"/>
          </p:cNvCxnSpPr>
          <p:nvPr/>
        </p:nvCxnSpPr>
        <p:spPr>
          <a:xfrm>
            <a:off x="1980202" y="2087569"/>
            <a:ext cx="1286100" cy="560400"/>
          </a:xfrm>
          <a:prstGeom prst="straightConnector1">
            <a:avLst/>
          </a:prstGeom>
          <a:noFill/>
          <a:ln w="9525" cap="flat" cmpd="sng">
            <a:solidFill>
              <a:srgbClr val="868686"/>
            </a:solidFill>
            <a:prstDash val="solid"/>
            <a:round/>
            <a:headEnd type="none" w="sm" len="sm"/>
            <a:tailEnd type="none" w="sm" len="sm"/>
          </a:ln>
        </p:spPr>
      </p:cxnSp>
      <p:cxnSp>
        <p:nvCxnSpPr>
          <p:cNvPr id="1296" name="Google Shape;1296;p16"/>
          <p:cNvCxnSpPr>
            <a:stCxn id="1266" idx="4"/>
            <a:endCxn id="1269" idx="0"/>
          </p:cNvCxnSpPr>
          <p:nvPr/>
        </p:nvCxnSpPr>
        <p:spPr>
          <a:xfrm>
            <a:off x="1980202" y="1659729"/>
            <a:ext cx="1286100" cy="988500"/>
          </a:xfrm>
          <a:prstGeom prst="straightConnector1">
            <a:avLst/>
          </a:prstGeom>
          <a:noFill/>
          <a:ln w="9525" cap="flat" cmpd="sng">
            <a:solidFill>
              <a:srgbClr val="868686"/>
            </a:solidFill>
            <a:prstDash val="solid"/>
            <a:round/>
            <a:headEnd type="none" w="sm" len="sm"/>
            <a:tailEnd type="none" w="sm" len="sm"/>
          </a:ln>
        </p:spPr>
      </p:cxnSp>
      <p:cxnSp>
        <p:nvCxnSpPr>
          <p:cNvPr id="1297" name="Google Shape;1297;p16"/>
          <p:cNvCxnSpPr>
            <a:stCxn id="1267" idx="4"/>
            <a:endCxn id="1270" idx="1"/>
          </p:cNvCxnSpPr>
          <p:nvPr/>
        </p:nvCxnSpPr>
        <p:spPr>
          <a:xfrm>
            <a:off x="3633057" y="3479542"/>
            <a:ext cx="739200" cy="695100"/>
          </a:xfrm>
          <a:prstGeom prst="straightConnector1">
            <a:avLst/>
          </a:prstGeom>
          <a:noFill/>
          <a:ln w="9525" cap="flat" cmpd="sng">
            <a:solidFill>
              <a:srgbClr val="868686"/>
            </a:solidFill>
            <a:prstDash val="solid"/>
            <a:round/>
            <a:headEnd type="none" w="sm" len="sm"/>
            <a:tailEnd type="none" w="sm" len="sm"/>
          </a:ln>
        </p:spPr>
      </p:cxnSp>
      <p:sp>
        <p:nvSpPr>
          <p:cNvPr id="1298" name="Google Shape;1298;p16"/>
          <p:cNvSpPr/>
          <p:nvPr/>
        </p:nvSpPr>
        <p:spPr>
          <a:xfrm rot="-5400000">
            <a:off x="1613974" y="485541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299" name="Google Shape;1299;p16"/>
          <p:cNvSpPr/>
          <p:nvPr/>
        </p:nvSpPr>
        <p:spPr>
          <a:xfrm rot="-5400000">
            <a:off x="4319241" y="214635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300" name="Google Shape;1300;p16"/>
          <p:cNvCxnSpPr>
            <a:stCxn id="1298" idx="4"/>
            <a:endCxn id="1262" idx="0"/>
          </p:cNvCxnSpPr>
          <p:nvPr/>
        </p:nvCxnSpPr>
        <p:spPr>
          <a:xfrm rot="10800000" flipH="1">
            <a:off x="1980202" y="4197913"/>
            <a:ext cx="467700" cy="840900"/>
          </a:xfrm>
          <a:prstGeom prst="straightConnector1">
            <a:avLst/>
          </a:prstGeom>
          <a:noFill/>
          <a:ln w="9525" cap="flat" cmpd="sng">
            <a:solidFill>
              <a:srgbClr val="868686"/>
            </a:solidFill>
            <a:prstDash val="solid"/>
            <a:round/>
            <a:headEnd type="none" w="sm" len="sm"/>
            <a:tailEnd type="none" w="sm" len="sm"/>
          </a:ln>
        </p:spPr>
      </p:cxnSp>
      <p:cxnSp>
        <p:nvCxnSpPr>
          <p:cNvPr id="1301" name="Google Shape;1301;p16"/>
          <p:cNvCxnSpPr>
            <a:stCxn id="1298" idx="4"/>
            <a:endCxn id="1263" idx="0"/>
          </p:cNvCxnSpPr>
          <p:nvPr/>
        </p:nvCxnSpPr>
        <p:spPr>
          <a:xfrm rot="10800000" flipH="1">
            <a:off x="1980202" y="3770113"/>
            <a:ext cx="467700" cy="1268700"/>
          </a:xfrm>
          <a:prstGeom prst="straightConnector1">
            <a:avLst/>
          </a:prstGeom>
          <a:noFill/>
          <a:ln w="9525" cap="flat" cmpd="sng">
            <a:solidFill>
              <a:srgbClr val="868686"/>
            </a:solidFill>
            <a:prstDash val="solid"/>
            <a:round/>
            <a:headEnd type="none" w="sm" len="sm"/>
            <a:tailEnd type="none" w="sm" len="sm"/>
          </a:ln>
        </p:spPr>
      </p:cxnSp>
      <p:cxnSp>
        <p:nvCxnSpPr>
          <p:cNvPr id="1302" name="Google Shape;1302;p16"/>
          <p:cNvCxnSpPr>
            <a:stCxn id="1267" idx="4"/>
            <a:endCxn id="1271" idx="0"/>
          </p:cNvCxnSpPr>
          <p:nvPr/>
        </p:nvCxnSpPr>
        <p:spPr>
          <a:xfrm>
            <a:off x="3633057" y="3479542"/>
            <a:ext cx="685500" cy="137100"/>
          </a:xfrm>
          <a:prstGeom prst="straightConnector1">
            <a:avLst/>
          </a:prstGeom>
          <a:noFill/>
          <a:ln w="9525" cap="flat" cmpd="sng">
            <a:solidFill>
              <a:srgbClr val="868686"/>
            </a:solidFill>
            <a:prstDash val="solid"/>
            <a:round/>
            <a:headEnd type="none" w="sm" len="sm"/>
            <a:tailEnd type="none" w="sm" len="sm"/>
          </a:ln>
        </p:spPr>
      </p:cxnSp>
      <p:cxnSp>
        <p:nvCxnSpPr>
          <p:cNvPr id="1303" name="Google Shape;1303;p16"/>
          <p:cNvCxnSpPr>
            <a:stCxn id="1267" idx="4"/>
            <a:endCxn id="1272" idx="0"/>
          </p:cNvCxnSpPr>
          <p:nvPr/>
        </p:nvCxnSpPr>
        <p:spPr>
          <a:xfrm rot="10800000" flipH="1">
            <a:off x="3633057" y="3187642"/>
            <a:ext cx="685500" cy="291900"/>
          </a:xfrm>
          <a:prstGeom prst="straightConnector1">
            <a:avLst/>
          </a:prstGeom>
          <a:noFill/>
          <a:ln w="9525" cap="flat" cmpd="sng">
            <a:solidFill>
              <a:srgbClr val="868686"/>
            </a:solidFill>
            <a:prstDash val="solid"/>
            <a:round/>
            <a:headEnd type="none" w="sm" len="sm"/>
            <a:tailEnd type="none" w="sm" len="sm"/>
          </a:ln>
        </p:spPr>
      </p:cxnSp>
      <p:cxnSp>
        <p:nvCxnSpPr>
          <p:cNvPr id="1304" name="Google Shape;1304;p16"/>
          <p:cNvCxnSpPr>
            <a:stCxn id="1267" idx="4"/>
            <a:endCxn id="1273" idx="0"/>
          </p:cNvCxnSpPr>
          <p:nvPr/>
        </p:nvCxnSpPr>
        <p:spPr>
          <a:xfrm rot="10800000" flipH="1">
            <a:off x="3633057" y="2758642"/>
            <a:ext cx="685500" cy="720900"/>
          </a:xfrm>
          <a:prstGeom prst="straightConnector1">
            <a:avLst/>
          </a:prstGeom>
          <a:noFill/>
          <a:ln w="9525" cap="flat" cmpd="sng">
            <a:solidFill>
              <a:srgbClr val="868686"/>
            </a:solidFill>
            <a:prstDash val="solid"/>
            <a:round/>
            <a:headEnd type="none" w="sm" len="sm"/>
            <a:tailEnd type="none" w="sm" len="sm"/>
          </a:ln>
        </p:spPr>
      </p:cxnSp>
      <p:cxnSp>
        <p:nvCxnSpPr>
          <p:cNvPr id="1305" name="Google Shape;1305;p16"/>
          <p:cNvCxnSpPr>
            <a:stCxn id="1267" idx="4"/>
            <a:endCxn id="1299" idx="0"/>
          </p:cNvCxnSpPr>
          <p:nvPr/>
        </p:nvCxnSpPr>
        <p:spPr>
          <a:xfrm rot="10800000" flipH="1">
            <a:off x="3633057" y="2329642"/>
            <a:ext cx="685500" cy="1149900"/>
          </a:xfrm>
          <a:prstGeom prst="straightConnector1">
            <a:avLst/>
          </a:prstGeom>
          <a:noFill/>
          <a:ln w="9525" cap="flat" cmpd="sng">
            <a:solidFill>
              <a:srgbClr val="868686"/>
            </a:solidFill>
            <a:prstDash val="solid"/>
            <a:round/>
            <a:headEnd type="none" w="sm" len="sm"/>
            <a:tailEnd type="none" w="sm" len="sm"/>
          </a:ln>
        </p:spPr>
      </p:cxnSp>
      <p:cxnSp>
        <p:nvCxnSpPr>
          <p:cNvPr id="1306" name="Google Shape;1306;p16"/>
          <p:cNvCxnSpPr>
            <a:stCxn id="1268" idx="4"/>
            <a:endCxn id="1270" idx="0"/>
          </p:cNvCxnSpPr>
          <p:nvPr/>
        </p:nvCxnSpPr>
        <p:spPr>
          <a:xfrm>
            <a:off x="3633057" y="3063829"/>
            <a:ext cx="685500" cy="981600"/>
          </a:xfrm>
          <a:prstGeom prst="straightConnector1">
            <a:avLst/>
          </a:prstGeom>
          <a:noFill/>
          <a:ln w="9525" cap="flat" cmpd="sng">
            <a:solidFill>
              <a:srgbClr val="868686"/>
            </a:solidFill>
            <a:prstDash val="solid"/>
            <a:round/>
            <a:headEnd type="none" w="sm" len="sm"/>
            <a:tailEnd type="none" w="sm" len="sm"/>
          </a:ln>
        </p:spPr>
      </p:cxnSp>
      <p:cxnSp>
        <p:nvCxnSpPr>
          <p:cNvPr id="1307" name="Google Shape;1307;p16"/>
          <p:cNvCxnSpPr>
            <a:stCxn id="1268" idx="4"/>
            <a:endCxn id="1271" idx="0"/>
          </p:cNvCxnSpPr>
          <p:nvPr/>
        </p:nvCxnSpPr>
        <p:spPr>
          <a:xfrm>
            <a:off x="3633057" y="3063829"/>
            <a:ext cx="685500" cy="552600"/>
          </a:xfrm>
          <a:prstGeom prst="straightConnector1">
            <a:avLst/>
          </a:prstGeom>
          <a:noFill/>
          <a:ln w="9525" cap="flat" cmpd="sng">
            <a:solidFill>
              <a:srgbClr val="868686"/>
            </a:solidFill>
            <a:prstDash val="solid"/>
            <a:round/>
            <a:headEnd type="none" w="sm" len="sm"/>
            <a:tailEnd type="none" w="sm" len="sm"/>
          </a:ln>
        </p:spPr>
      </p:cxnSp>
      <p:cxnSp>
        <p:nvCxnSpPr>
          <p:cNvPr id="1308" name="Google Shape;1308;p16"/>
          <p:cNvCxnSpPr>
            <a:stCxn id="1268" idx="4"/>
            <a:endCxn id="1272" idx="0"/>
          </p:cNvCxnSpPr>
          <p:nvPr/>
        </p:nvCxnSpPr>
        <p:spPr>
          <a:xfrm>
            <a:off x="3633057" y="3063829"/>
            <a:ext cx="685500" cy="123900"/>
          </a:xfrm>
          <a:prstGeom prst="straightConnector1">
            <a:avLst/>
          </a:prstGeom>
          <a:noFill/>
          <a:ln w="9525" cap="flat" cmpd="sng">
            <a:solidFill>
              <a:srgbClr val="868686"/>
            </a:solidFill>
            <a:prstDash val="solid"/>
            <a:round/>
            <a:headEnd type="none" w="sm" len="sm"/>
            <a:tailEnd type="none" w="sm" len="sm"/>
          </a:ln>
        </p:spPr>
      </p:cxnSp>
      <p:cxnSp>
        <p:nvCxnSpPr>
          <p:cNvPr id="1309" name="Google Shape;1309;p16"/>
          <p:cNvCxnSpPr>
            <a:stCxn id="1268" idx="4"/>
            <a:endCxn id="1273" idx="0"/>
          </p:cNvCxnSpPr>
          <p:nvPr/>
        </p:nvCxnSpPr>
        <p:spPr>
          <a:xfrm rot="10800000" flipH="1">
            <a:off x="3633057" y="2758729"/>
            <a:ext cx="685500" cy="305100"/>
          </a:xfrm>
          <a:prstGeom prst="straightConnector1">
            <a:avLst/>
          </a:prstGeom>
          <a:noFill/>
          <a:ln w="9525" cap="flat" cmpd="sng">
            <a:solidFill>
              <a:srgbClr val="868686"/>
            </a:solidFill>
            <a:prstDash val="solid"/>
            <a:round/>
            <a:headEnd type="none" w="sm" len="sm"/>
            <a:tailEnd type="none" w="sm" len="sm"/>
          </a:ln>
        </p:spPr>
      </p:cxnSp>
      <p:cxnSp>
        <p:nvCxnSpPr>
          <p:cNvPr id="1310" name="Google Shape;1310;p16"/>
          <p:cNvCxnSpPr>
            <a:stCxn id="1268" idx="4"/>
            <a:endCxn id="1299" idx="0"/>
          </p:cNvCxnSpPr>
          <p:nvPr/>
        </p:nvCxnSpPr>
        <p:spPr>
          <a:xfrm rot="10800000" flipH="1">
            <a:off x="3633057" y="2329729"/>
            <a:ext cx="685500" cy="734100"/>
          </a:xfrm>
          <a:prstGeom prst="straightConnector1">
            <a:avLst/>
          </a:prstGeom>
          <a:noFill/>
          <a:ln w="9525" cap="flat" cmpd="sng">
            <a:solidFill>
              <a:srgbClr val="868686"/>
            </a:solidFill>
            <a:prstDash val="solid"/>
            <a:round/>
            <a:headEnd type="none" w="sm" len="sm"/>
            <a:tailEnd type="none" w="sm" len="sm"/>
          </a:ln>
        </p:spPr>
      </p:cxnSp>
      <p:cxnSp>
        <p:nvCxnSpPr>
          <p:cNvPr id="1311" name="Google Shape;1311;p16"/>
          <p:cNvCxnSpPr>
            <a:stCxn id="1269" idx="4"/>
            <a:endCxn id="1270" idx="0"/>
          </p:cNvCxnSpPr>
          <p:nvPr/>
        </p:nvCxnSpPr>
        <p:spPr>
          <a:xfrm>
            <a:off x="3633057" y="2648118"/>
            <a:ext cx="685500" cy="1397400"/>
          </a:xfrm>
          <a:prstGeom prst="straightConnector1">
            <a:avLst/>
          </a:prstGeom>
          <a:noFill/>
          <a:ln w="9525" cap="flat" cmpd="sng">
            <a:solidFill>
              <a:srgbClr val="868686"/>
            </a:solidFill>
            <a:prstDash val="solid"/>
            <a:round/>
            <a:headEnd type="none" w="sm" len="sm"/>
            <a:tailEnd type="none" w="sm" len="sm"/>
          </a:ln>
        </p:spPr>
      </p:cxnSp>
      <p:cxnSp>
        <p:nvCxnSpPr>
          <p:cNvPr id="1312" name="Google Shape;1312;p16"/>
          <p:cNvCxnSpPr>
            <a:stCxn id="1269" idx="4"/>
            <a:endCxn id="1271" idx="0"/>
          </p:cNvCxnSpPr>
          <p:nvPr/>
        </p:nvCxnSpPr>
        <p:spPr>
          <a:xfrm>
            <a:off x="3633057" y="2648118"/>
            <a:ext cx="685500" cy="968400"/>
          </a:xfrm>
          <a:prstGeom prst="straightConnector1">
            <a:avLst/>
          </a:prstGeom>
          <a:noFill/>
          <a:ln w="9525" cap="flat" cmpd="sng">
            <a:solidFill>
              <a:srgbClr val="868686"/>
            </a:solidFill>
            <a:prstDash val="solid"/>
            <a:round/>
            <a:headEnd type="none" w="sm" len="sm"/>
            <a:tailEnd type="none" w="sm" len="sm"/>
          </a:ln>
        </p:spPr>
      </p:cxnSp>
      <p:cxnSp>
        <p:nvCxnSpPr>
          <p:cNvPr id="1313" name="Google Shape;1313;p16"/>
          <p:cNvCxnSpPr>
            <a:stCxn id="1269" idx="4"/>
            <a:endCxn id="1272" idx="0"/>
          </p:cNvCxnSpPr>
          <p:nvPr/>
        </p:nvCxnSpPr>
        <p:spPr>
          <a:xfrm>
            <a:off x="3633057" y="2648118"/>
            <a:ext cx="685500" cy="539400"/>
          </a:xfrm>
          <a:prstGeom prst="straightConnector1">
            <a:avLst/>
          </a:prstGeom>
          <a:noFill/>
          <a:ln w="9525" cap="flat" cmpd="sng">
            <a:solidFill>
              <a:srgbClr val="868686"/>
            </a:solidFill>
            <a:prstDash val="solid"/>
            <a:round/>
            <a:headEnd type="none" w="sm" len="sm"/>
            <a:tailEnd type="none" w="sm" len="sm"/>
          </a:ln>
        </p:spPr>
      </p:cxnSp>
      <p:cxnSp>
        <p:nvCxnSpPr>
          <p:cNvPr id="1314" name="Google Shape;1314;p16"/>
          <p:cNvCxnSpPr>
            <a:stCxn id="1269" idx="4"/>
            <a:endCxn id="1273" idx="0"/>
          </p:cNvCxnSpPr>
          <p:nvPr/>
        </p:nvCxnSpPr>
        <p:spPr>
          <a:xfrm>
            <a:off x="3633057" y="2648118"/>
            <a:ext cx="685500" cy="110400"/>
          </a:xfrm>
          <a:prstGeom prst="straightConnector1">
            <a:avLst/>
          </a:prstGeom>
          <a:noFill/>
          <a:ln w="9525" cap="flat" cmpd="sng">
            <a:solidFill>
              <a:srgbClr val="868686"/>
            </a:solidFill>
            <a:prstDash val="solid"/>
            <a:round/>
            <a:headEnd type="none" w="sm" len="sm"/>
            <a:tailEnd type="none" w="sm" len="sm"/>
          </a:ln>
        </p:spPr>
      </p:cxnSp>
      <p:cxnSp>
        <p:nvCxnSpPr>
          <p:cNvPr id="1315" name="Google Shape;1315;p16"/>
          <p:cNvCxnSpPr>
            <a:stCxn id="1269" idx="4"/>
            <a:endCxn id="1299" idx="0"/>
          </p:cNvCxnSpPr>
          <p:nvPr/>
        </p:nvCxnSpPr>
        <p:spPr>
          <a:xfrm rot="10800000" flipH="1">
            <a:off x="3633057" y="2329818"/>
            <a:ext cx="685500" cy="318300"/>
          </a:xfrm>
          <a:prstGeom prst="straightConnector1">
            <a:avLst/>
          </a:prstGeom>
          <a:noFill/>
          <a:ln w="9525" cap="flat" cmpd="sng">
            <a:solidFill>
              <a:srgbClr val="868686"/>
            </a:solidFill>
            <a:prstDash val="solid"/>
            <a:round/>
            <a:headEnd type="none" w="sm" len="sm"/>
            <a:tailEnd type="none" w="sm" len="sm"/>
          </a:ln>
        </p:spPr>
      </p:cxnSp>
      <p:sp>
        <p:nvSpPr>
          <p:cNvPr id="1316" name="Google Shape;1316;p16"/>
          <p:cNvSpPr/>
          <p:nvPr/>
        </p:nvSpPr>
        <p:spPr>
          <a:xfrm>
            <a:off x="1209675" y="528658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317" name="Google Shape;1317;p16"/>
          <p:cNvSpPr/>
          <p:nvPr/>
        </p:nvSpPr>
        <p:spPr>
          <a:xfrm>
            <a:off x="3914942" y="433615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318" name="Google Shape;1318;p16"/>
          <p:cNvSpPr/>
          <p:nvPr/>
        </p:nvSpPr>
        <p:spPr>
          <a:xfrm>
            <a:off x="2199447" y="4643901"/>
            <a:ext cx="1563923" cy="482612"/>
          </a:xfrm>
          <a:prstGeom prst="rect">
            <a:avLst/>
          </a:prstGeom>
          <a:solidFill>
            <a:srgbClr val="C0E3F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嵌入层</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319" name="Google Shape;1319;p16"/>
          <p:cNvSpPr/>
          <p:nvPr/>
        </p:nvSpPr>
        <p:spPr>
          <a:xfrm>
            <a:off x="3064314" y="3796655"/>
            <a:ext cx="752942" cy="482612"/>
          </a:xfrm>
          <a:prstGeom prst="rect">
            <a:avLst/>
          </a:prstGeom>
          <a:solidFill>
            <a:srgbClr val="DCDCDC"/>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RNN</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320" name="Google Shape;1320;p16"/>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1" name="Google Shape;1321;p16"/>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2" name="Google Shape;1322;p16"/>
          <p:cNvSpPr txBox="1"/>
          <p:nvPr/>
        </p:nvSpPr>
        <p:spPr>
          <a:xfrm>
            <a:off x="1011977" y="3169348"/>
            <a:ext cx="628698"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3" name="Google Shape;1323;p16"/>
          <p:cNvSpPr txBox="1"/>
          <p:nvPr/>
        </p:nvSpPr>
        <p:spPr>
          <a:xfrm>
            <a:off x="983123" y="3589622"/>
            <a:ext cx="657552"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4" name="Google Shape;1324;p16"/>
          <p:cNvSpPr txBox="1"/>
          <p:nvPr/>
        </p:nvSpPr>
        <p:spPr>
          <a:xfrm>
            <a:off x="870912" y="4009896"/>
            <a:ext cx="76976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Meow</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5" name="Google Shape;1325;p16"/>
          <p:cNvSpPr txBox="1"/>
          <p:nvPr/>
        </p:nvSpPr>
        <p:spPr>
          <a:xfrm>
            <a:off x="1109760" y="4430170"/>
            <a:ext cx="53091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Say</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6" name="Google Shape;1326;p16"/>
          <p:cNvSpPr txBox="1"/>
          <p:nvPr/>
        </p:nvSpPr>
        <p:spPr>
          <a:xfrm>
            <a:off x="664733" y="4817683"/>
            <a:ext cx="975942" cy="34159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Woof</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7" name="Google Shape;1327;p16"/>
          <p:cNvSpPr txBox="1"/>
          <p:nvPr/>
        </p:nvSpPr>
        <p:spPr>
          <a:xfrm>
            <a:off x="4656304" y="2205632"/>
            <a:ext cx="628698"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8" name="Google Shape;1328;p16"/>
          <p:cNvSpPr txBox="1"/>
          <p:nvPr/>
        </p:nvSpPr>
        <p:spPr>
          <a:xfrm>
            <a:off x="4656304" y="2625906"/>
            <a:ext cx="657552"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29" name="Google Shape;1329;p16"/>
          <p:cNvSpPr txBox="1"/>
          <p:nvPr/>
        </p:nvSpPr>
        <p:spPr>
          <a:xfrm>
            <a:off x="4656304" y="3046180"/>
            <a:ext cx="76976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Meow</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30" name="Google Shape;1330;p16"/>
          <p:cNvSpPr txBox="1"/>
          <p:nvPr/>
        </p:nvSpPr>
        <p:spPr>
          <a:xfrm>
            <a:off x="4656304" y="3466454"/>
            <a:ext cx="53091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Say</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331" name="Google Shape;1331;p16"/>
          <p:cNvSpPr txBox="1"/>
          <p:nvPr/>
        </p:nvSpPr>
        <p:spPr>
          <a:xfrm>
            <a:off x="4671655" y="3928772"/>
            <a:ext cx="865930" cy="34159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Woof</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17"/>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338" name="Google Shape;1338;p17"/>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339" name="Google Shape;1339;p17"/>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340" name="Google Shape;1340;p17"/>
          <p:cNvSpPr/>
          <p:nvPr/>
        </p:nvSpPr>
        <p:spPr>
          <a:xfrm rot="-5400000">
            <a:off x="1613974" y="443128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1" name="Google Shape;1341;p17"/>
          <p:cNvSpPr/>
          <p:nvPr/>
        </p:nvSpPr>
        <p:spPr>
          <a:xfrm rot="-5400000">
            <a:off x="1613974" y="400716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2" name="Google Shape;1342;p17"/>
          <p:cNvSpPr/>
          <p:nvPr/>
        </p:nvSpPr>
        <p:spPr>
          <a:xfrm rot="-5400000">
            <a:off x="1613974" y="358303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3" name="Google Shape;1343;p17"/>
          <p:cNvSpPr/>
          <p:nvPr/>
        </p:nvSpPr>
        <p:spPr>
          <a:xfrm rot="-5400000">
            <a:off x="1613974" y="315891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4" name="Google Shape;1344;p17"/>
          <p:cNvSpPr/>
          <p:nvPr/>
        </p:nvSpPr>
        <p:spPr>
          <a:xfrm rot="-5400000">
            <a:off x="2448581" y="4014588"/>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5" name="Google Shape;1345;p17"/>
          <p:cNvSpPr/>
          <p:nvPr/>
        </p:nvSpPr>
        <p:spPr>
          <a:xfrm rot="-5400000">
            <a:off x="2448581" y="3586749"/>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6" name="Google Shape;1346;p17"/>
          <p:cNvSpPr/>
          <p:nvPr/>
        </p:nvSpPr>
        <p:spPr>
          <a:xfrm rot="-5400000">
            <a:off x="1613974" y="233200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7" name="Google Shape;1347;p17"/>
          <p:cNvSpPr/>
          <p:nvPr/>
        </p:nvSpPr>
        <p:spPr>
          <a:xfrm rot="-5400000">
            <a:off x="1613974" y="1904167"/>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8" name="Google Shape;1348;p17"/>
          <p:cNvSpPr/>
          <p:nvPr/>
        </p:nvSpPr>
        <p:spPr>
          <a:xfrm rot="-5400000">
            <a:off x="1613974" y="14763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49" name="Google Shape;1349;p17"/>
          <p:cNvSpPr/>
          <p:nvPr/>
        </p:nvSpPr>
        <p:spPr>
          <a:xfrm rot="-5400000">
            <a:off x="3266829" y="3296141"/>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50" name="Google Shape;1350;p17"/>
          <p:cNvSpPr/>
          <p:nvPr/>
        </p:nvSpPr>
        <p:spPr>
          <a:xfrm rot="-5400000">
            <a:off x="3266829" y="28804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51" name="Google Shape;1351;p17"/>
          <p:cNvSpPr/>
          <p:nvPr/>
        </p:nvSpPr>
        <p:spPr>
          <a:xfrm rot="-5400000">
            <a:off x="3266829" y="246471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52" name="Google Shape;1352;p17"/>
          <p:cNvSpPr/>
          <p:nvPr/>
        </p:nvSpPr>
        <p:spPr>
          <a:xfrm rot="-5400000">
            <a:off x="4319241" y="3862012"/>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53" name="Google Shape;1353;p17"/>
          <p:cNvSpPr/>
          <p:nvPr/>
        </p:nvSpPr>
        <p:spPr>
          <a:xfrm rot="-5400000">
            <a:off x="4319241" y="343309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54" name="Google Shape;1354;p17"/>
          <p:cNvSpPr/>
          <p:nvPr/>
        </p:nvSpPr>
        <p:spPr>
          <a:xfrm rot="-5400000">
            <a:off x="4319241" y="300418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55" name="Google Shape;1355;p17"/>
          <p:cNvSpPr/>
          <p:nvPr/>
        </p:nvSpPr>
        <p:spPr>
          <a:xfrm rot="-5400000">
            <a:off x="4319241" y="2575264"/>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356" name="Google Shape;1356;p17"/>
          <p:cNvCxnSpPr>
            <a:stCxn id="1340" idx="4"/>
            <a:endCxn id="1344" idx="0"/>
          </p:cNvCxnSpPr>
          <p:nvPr/>
        </p:nvCxnSpPr>
        <p:spPr>
          <a:xfrm rot="10800000" flipH="1">
            <a:off x="1980202" y="4197988"/>
            <a:ext cx="467700" cy="416700"/>
          </a:xfrm>
          <a:prstGeom prst="straightConnector1">
            <a:avLst/>
          </a:prstGeom>
          <a:noFill/>
          <a:ln w="9525" cap="flat" cmpd="sng">
            <a:solidFill>
              <a:srgbClr val="868686"/>
            </a:solidFill>
            <a:prstDash val="solid"/>
            <a:round/>
            <a:headEnd type="none" w="sm" len="sm"/>
            <a:tailEnd type="none" w="sm" len="sm"/>
          </a:ln>
        </p:spPr>
      </p:cxnSp>
      <p:cxnSp>
        <p:nvCxnSpPr>
          <p:cNvPr id="1357" name="Google Shape;1357;p17"/>
          <p:cNvCxnSpPr>
            <a:stCxn id="1340" idx="4"/>
            <a:endCxn id="1345" idx="0"/>
          </p:cNvCxnSpPr>
          <p:nvPr/>
        </p:nvCxnSpPr>
        <p:spPr>
          <a:xfrm rot="10800000" flipH="1">
            <a:off x="1980202" y="3770188"/>
            <a:ext cx="467700" cy="844500"/>
          </a:xfrm>
          <a:prstGeom prst="straightConnector1">
            <a:avLst/>
          </a:prstGeom>
          <a:noFill/>
          <a:ln w="9525" cap="flat" cmpd="sng">
            <a:solidFill>
              <a:srgbClr val="868686"/>
            </a:solidFill>
            <a:prstDash val="solid"/>
            <a:round/>
            <a:headEnd type="none" w="sm" len="sm"/>
            <a:tailEnd type="none" w="sm" len="sm"/>
          </a:ln>
        </p:spPr>
      </p:cxnSp>
      <p:cxnSp>
        <p:nvCxnSpPr>
          <p:cNvPr id="1358" name="Google Shape;1358;p17"/>
          <p:cNvCxnSpPr>
            <a:stCxn id="1341" idx="4"/>
            <a:endCxn id="1344" idx="0"/>
          </p:cNvCxnSpPr>
          <p:nvPr/>
        </p:nvCxnSpPr>
        <p:spPr>
          <a:xfrm>
            <a:off x="1980202" y="4190563"/>
            <a:ext cx="467700" cy="7500"/>
          </a:xfrm>
          <a:prstGeom prst="straightConnector1">
            <a:avLst/>
          </a:prstGeom>
          <a:noFill/>
          <a:ln w="9525" cap="flat" cmpd="sng">
            <a:solidFill>
              <a:srgbClr val="868686"/>
            </a:solidFill>
            <a:prstDash val="solid"/>
            <a:round/>
            <a:headEnd type="none" w="sm" len="sm"/>
            <a:tailEnd type="none" w="sm" len="sm"/>
          </a:ln>
        </p:spPr>
      </p:cxnSp>
      <p:cxnSp>
        <p:nvCxnSpPr>
          <p:cNvPr id="1359" name="Google Shape;1359;p17"/>
          <p:cNvCxnSpPr>
            <a:stCxn id="1341" idx="4"/>
            <a:endCxn id="1345" idx="0"/>
          </p:cNvCxnSpPr>
          <p:nvPr/>
        </p:nvCxnSpPr>
        <p:spPr>
          <a:xfrm rot="10800000" flipH="1">
            <a:off x="1980202" y="3770263"/>
            <a:ext cx="467700" cy="420300"/>
          </a:xfrm>
          <a:prstGeom prst="straightConnector1">
            <a:avLst/>
          </a:prstGeom>
          <a:noFill/>
          <a:ln w="9525" cap="flat" cmpd="sng">
            <a:solidFill>
              <a:srgbClr val="868686"/>
            </a:solidFill>
            <a:prstDash val="solid"/>
            <a:round/>
            <a:headEnd type="none" w="sm" len="sm"/>
            <a:tailEnd type="none" w="sm" len="sm"/>
          </a:ln>
        </p:spPr>
      </p:cxnSp>
      <p:cxnSp>
        <p:nvCxnSpPr>
          <p:cNvPr id="1360" name="Google Shape;1360;p17"/>
          <p:cNvCxnSpPr>
            <a:stCxn id="1342" idx="4"/>
            <a:endCxn id="1344" idx="0"/>
          </p:cNvCxnSpPr>
          <p:nvPr/>
        </p:nvCxnSpPr>
        <p:spPr>
          <a:xfrm>
            <a:off x="1980202" y="3766438"/>
            <a:ext cx="467700" cy="431700"/>
          </a:xfrm>
          <a:prstGeom prst="straightConnector1">
            <a:avLst/>
          </a:prstGeom>
          <a:noFill/>
          <a:ln w="9525" cap="flat" cmpd="sng">
            <a:solidFill>
              <a:srgbClr val="868686"/>
            </a:solidFill>
            <a:prstDash val="solid"/>
            <a:round/>
            <a:headEnd type="none" w="sm" len="sm"/>
            <a:tailEnd type="none" w="sm" len="sm"/>
          </a:ln>
        </p:spPr>
      </p:cxnSp>
      <p:cxnSp>
        <p:nvCxnSpPr>
          <p:cNvPr id="1361" name="Google Shape;1361;p17"/>
          <p:cNvCxnSpPr>
            <a:stCxn id="1342" idx="4"/>
            <a:endCxn id="1345" idx="0"/>
          </p:cNvCxnSpPr>
          <p:nvPr/>
        </p:nvCxnSpPr>
        <p:spPr>
          <a:xfrm>
            <a:off x="1980202" y="3766438"/>
            <a:ext cx="467700" cy="3600"/>
          </a:xfrm>
          <a:prstGeom prst="straightConnector1">
            <a:avLst/>
          </a:prstGeom>
          <a:noFill/>
          <a:ln w="9525" cap="flat" cmpd="sng">
            <a:solidFill>
              <a:srgbClr val="868686"/>
            </a:solidFill>
            <a:prstDash val="solid"/>
            <a:round/>
            <a:headEnd type="none" w="sm" len="sm"/>
            <a:tailEnd type="none" w="sm" len="sm"/>
          </a:ln>
        </p:spPr>
      </p:cxnSp>
      <p:cxnSp>
        <p:nvCxnSpPr>
          <p:cNvPr id="1362" name="Google Shape;1362;p17"/>
          <p:cNvCxnSpPr>
            <a:stCxn id="1343" idx="4"/>
            <a:endCxn id="1345" idx="0"/>
          </p:cNvCxnSpPr>
          <p:nvPr/>
        </p:nvCxnSpPr>
        <p:spPr>
          <a:xfrm>
            <a:off x="1980202" y="3342311"/>
            <a:ext cx="467700" cy="427800"/>
          </a:xfrm>
          <a:prstGeom prst="straightConnector1">
            <a:avLst/>
          </a:prstGeom>
          <a:noFill/>
          <a:ln w="9525" cap="flat" cmpd="sng">
            <a:solidFill>
              <a:srgbClr val="868686"/>
            </a:solidFill>
            <a:prstDash val="solid"/>
            <a:round/>
            <a:headEnd type="none" w="sm" len="sm"/>
            <a:tailEnd type="none" w="sm" len="sm"/>
          </a:ln>
        </p:spPr>
      </p:cxnSp>
      <p:cxnSp>
        <p:nvCxnSpPr>
          <p:cNvPr id="1363" name="Google Shape;1363;p17"/>
          <p:cNvCxnSpPr>
            <a:stCxn id="1343" idx="4"/>
            <a:endCxn id="1344" idx="0"/>
          </p:cNvCxnSpPr>
          <p:nvPr/>
        </p:nvCxnSpPr>
        <p:spPr>
          <a:xfrm>
            <a:off x="1980202" y="3342311"/>
            <a:ext cx="467700" cy="855600"/>
          </a:xfrm>
          <a:prstGeom prst="straightConnector1">
            <a:avLst/>
          </a:prstGeom>
          <a:noFill/>
          <a:ln w="9525" cap="flat" cmpd="sng">
            <a:solidFill>
              <a:srgbClr val="868686"/>
            </a:solidFill>
            <a:prstDash val="solid"/>
            <a:round/>
            <a:headEnd type="none" w="sm" len="sm"/>
            <a:tailEnd type="none" w="sm" len="sm"/>
          </a:ln>
        </p:spPr>
      </p:cxnSp>
      <p:cxnSp>
        <p:nvCxnSpPr>
          <p:cNvPr id="1364" name="Google Shape;1364;p17"/>
          <p:cNvCxnSpPr>
            <a:stCxn id="1344" idx="4"/>
            <a:endCxn id="1349" idx="0"/>
          </p:cNvCxnSpPr>
          <p:nvPr/>
        </p:nvCxnSpPr>
        <p:spPr>
          <a:xfrm rot="10800000" flipH="1">
            <a:off x="2814808" y="3479490"/>
            <a:ext cx="451500" cy="718500"/>
          </a:xfrm>
          <a:prstGeom prst="straightConnector1">
            <a:avLst/>
          </a:prstGeom>
          <a:noFill/>
          <a:ln w="9525" cap="flat" cmpd="sng">
            <a:solidFill>
              <a:srgbClr val="868686"/>
            </a:solidFill>
            <a:prstDash val="solid"/>
            <a:round/>
            <a:headEnd type="none" w="sm" len="sm"/>
            <a:tailEnd type="none" w="sm" len="sm"/>
          </a:ln>
        </p:spPr>
      </p:cxnSp>
      <p:cxnSp>
        <p:nvCxnSpPr>
          <p:cNvPr id="1365" name="Google Shape;1365;p17"/>
          <p:cNvCxnSpPr>
            <a:stCxn id="1344" idx="4"/>
            <a:endCxn id="1350" idx="0"/>
          </p:cNvCxnSpPr>
          <p:nvPr/>
        </p:nvCxnSpPr>
        <p:spPr>
          <a:xfrm rot="10800000" flipH="1">
            <a:off x="2814808" y="3063690"/>
            <a:ext cx="451500" cy="1134300"/>
          </a:xfrm>
          <a:prstGeom prst="straightConnector1">
            <a:avLst/>
          </a:prstGeom>
          <a:noFill/>
          <a:ln w="9525" cap="flat" cmpd="sng">
            <a:solidFill>
              <a:srgbClr val="868686"/>
            </a:solidFill>
            <a:prstDash val="solid"/>
            <a:round/>
            <a:headEnd type="none" w="sm" len="sm"/>
            <a:tailEnd type="none" w="sm" len="sm"/>
          </a:ln>
        </p:spPr>
      </p:cxnSp>
      <p:cxnSp>
        <p:nvCxnSpPr>
          <p:cNvPr id="1366" name="Google Shape;1366;p17"/>
          <p:cNvCxnSpPr>
            <a:stCxn id="1344" idx="4"/>
            <a:endCxn id="1351" idx="0"/>
          </p:cNvCxnSpPr>
          <p:nvPr/>
        </p:nvCxnSpPr>
        <p:spPr>
          <a:xfrm rot="10800000" flipH="1">
            <a:off x="2814808" y="2648190"/>
            <a:ext cx="451500" cy="1549800"/>
          </a:xfrm>
          <a:prstGeom prst="straightConnector1">
            <a:avLst/>
          </a:prstGeom>
          <a:noFill/>
          <a:ln w="9525" cap="flat" cmpd="sng">
            <a:solidFill>
              <a:srgbClr val="868686"/>
            </a:solidFill>
            <a:prstDash val="solid"/>
            <a:round/>
            <a:headEnd type="none" w="sm" len="sm"/>
            <a:tailEnd type="none" w="sm" len="sm"/>
          </a:ln>
        </p:spPr>
      </p:cxnSp>
      <p:cxnSp>
        <p:nvCxnSpPr>
          <p:cNvPr id="1367" name="Google Shape;1367;p17"/>
          <p:cNvCxnSpPr>
            <a:stCxn id="1345" idx="4"/>
            <a:endCxn id="1349" idx="0"/>
          </p:cNvCxnSpPr>
          <p:nvPr/>
        </p:nvCxnSpPr>
        <p:spPr>
          <a:xfrm rot="10800000" flipH="1">
            <a:off x="2814808" y="3479451"/>
            <a:ext cx="451500" cy="290700"/>
          </a:xfrm>
          <a:prstGeom prst="straightConnector1">
            <a:avLst/>
          </a:prstGeom>
          <a:noFill/>
          <a:ln w="9525" cap="flat" cmpd="sng">
            <a:solidFill>
              <a:srgbClr val="868686"/>
            </a:solidFill>
            <a:prstDash val="solid"/>
            <a:round/>
            <a:headEnd type="none" w="sm" len="sm"/>
            <a:tailEnd type="none" w="sm" len="sm"/>
          </a:ln>
        </p:spPr>
      </p:cxnSp>
      <p:cxnSp>
        <p:nvCxnSpPr>
          <p:cNvPr id="1368" name="Google Shape;1368;p17"/>
          <p:cNvCxnSpPr>
            <a:stCxn id="1345" idx="3"/>
            <a:endCxn id="1350" idx="0"/>
          </p:cNvCxnSpPr>
          <p:nvPr/>
        </p:nvCxnSpPr>
        <p:spPr>
          <a:xfrm rot="10800000" flipH="1">
            <a:off x="2761091" y="3063928"/>
            <a:ext cx="505200" cy="835500"/>
          </a:xfrm>
          <a:prstGeom prst="straightConnector1">
            <a:avLst/>
          </a:prstGeom>
          <a:noFill/>
          <a:ln w="9525" cap="flat" cmpd="sng">
            <a:solidFill>
              <a:srgbClr val="868686"/>
            </a:solidFill>
            <a:prstDash val="solid"/>
            <a:round/>
            <a:headEnd type="none" w="sm" len="sm"/>
            <a:tailEnd type="none" w="sm" len="sm"/>
          </a:ln>
        </p:spPr>
      </p:cxnSp>
      <p:cxnSp>
        <p:nvCxnSpPr>
          <p:cNvPr id="1369" name="Google Shape;1369;p17"/>
          <p:cNvCxnSpPr>
            <a:stCxn id="1345" idx="4"/>
            <a:endCxn id="1351" idx="0"/>
          </p:cNvCxnSpPr>
          <p:nvPr/>
        </p:nvCxnSpPr>
        <p:spPr>
          <a:xfrm rot="10800000" flipH="1">
            <a:off x="2814808" y="2648151"/>
            <a:ext cx="451500" cy="1122000"/>
          </a:xfrm>
          <a:prstGeom prst="straightConnector1">
            <a:avLst/>
          </a:prstGeom>
          <a:noFill/>
          <a:ln w="9525" cap="flat" cmpd="sng">
            <a:solidFill>
              <a:srgbClr val="868686"/>
            </a:solidFill>
            <a:prstDash val="solid"/>
            <a:round/>
            <a:headEnd type="none" w="sm" len="sm"/>
            <a:tailEnd type="none" w="sm" len="sm"/>
          </a:ln>
        </p:spPr>
      </p:cxnSp>
      <p:cxnSp>
        <p:nvCxnSpPr>
          <p:cNvPr id="1370" name="Google Shape;1370;p17"/>
          <p:cNvCxnSpPr>
            <a:stCxn id="1346" idx="4"/>
            <a:endCxn id="1349" idx="0"/>
          </p:cNvCxnSpPr>
          <p:nvPr/>
        </p:nvCxnSpPr>
        <p:spPr>
          <a:xfrm>
            <a:off x="1980202" y="2515408"/>
            <a:ext cx="1286100" cy="964200"/>
          </a:xfrm>
          <a:prstGeom prst="straightConnector1">
            <a:avLst/>
          </a:prstGeom>
          <a:noFill/>
          <a:ln w="9525" cap="flat" cmpd="sng">
            <a:solidFill>
              <a:srgbClr val="868686"/>
            </a:solidFill>
            <a:prstDash val="solid"/>
            <a:round/>
            <a:headEnd type="none" w="sm" len="sm"/>
            <a:tailEnd type="none" w="sm" len="sm"/>
          </a:ln>
        </p:spPr>
      </p:cxnSp>
      <p:cxnSp>
        <p:nvCxnSpPr>
          <p:cNvPr id="1371" name="Google Shape;1371;p17"/>
          <p:cNvCxnSpPr>
            <a:stCxn id="1347" idx="4"/>
            <a:endCxn id="1349" idx="0"/>
          </p:cNvCxnSpPr>
          <p:nvPr/>
        </p:nvCxnSpPr>
        <p:spPr>
          <a:xfrm>
            <a:off x="1980202" y="2087569"/>
            <a:ext cx="1286100" cy="1392000"/>
          </a:xfrm>
          <a:prstGeom prst="straightConnector1">
            <a:avLst/>
          </a:prstGeom>
          <a:noFill/>
          <a:ln w="9525" cap="flat" cmpd="sng">
            <a:solidFill>
              <a:srgbClr val="868686"/>
            </a:solidFill>
            <a:prstDash val="solid"/>
            <a:round/>
            <a:headEnd type="none" w="sm" len="sm"/>
            <a:tailEnd type="none" w="sm" len="sm"/>
          </a:ln>
        </p:spPr>
      </p:cxnSp>
      <p:cxnSp>
        <p:nvCxnSpPr>
          <p:cNvPr id="1372" name="Google Shape;1372;p17"/>
          <p:cNvCxnSpPr>
            <a:stCxn id="1348" idx="4"/>
            <a:endCxn id="1349" idx="0"/>
          </p:cNvCxnSpPr>
          <p:nvPr/>
        </p:nvCxnSpPr>
        <p:spPr>
          <a:xfrm>
            <a:off x="1980202" y="1659729"/>
            <a:ext cx="1286100" cy="1819800"/>
          </a:xfrm>
          <a:prstGeom prst="straightConnector1">
            <a:avLst/>
          </a:prstGeom>
          <a:noFill/>
          <a:ln w="9525" cap="flat" cmpd="sng">
            <a:solidFill>
              <a:srgbClr val="868686"/>
            </a:solidFill>
            <a:prstDash val="solid"/>
            <a:round/>
            <a:headEnd type="none" w="sm" len="sm"/>
            <a:tailEnd type="none" w="sm" len="sm"/>
          </a:ln>
        </p:spPr>
      </p:cxnSp>
      <p:cxnSp>
        <p:nvCxnSpPr>
          <p:cNvPr id="1373" name="Google Shape;1373;p17"/>
          <p:cNvCxnSpPr>
            <a:stCxn id="1346" idx="4"/>
            <a:endCxn id="1350" idx="0"/>
          </p:cNvCxnSpPr>
          <p:nvPr/>
        </p:nvCxnSpPr>
        <p:spPr>
          <a:xfrm>
            <a:off x="1980202" y="2515408"/>
            <a:ext cx="1286100" cy="548400"/>
          </a:xfrm>
          <a:prstGeom prst="straightConnector1">
            <a:avLst/>
          </a:prstGeom>
          <a:noFill/>
          <a:ln w="9525" cap="flat" cmpd="sng">
            <a:solidFill>
              <a:srgbClr val="868686"/>
            </a:solidFill>
            <a:prstDash val="solid"/>
            <a:round/>
            <a:headEnd type="none" w="sm" len="sm"/>
            <a:tailEnd type="none" w="sm" len="sm"/>
          </a:ln>
        </p:spPr>
      </p:cxnSp>
      <p:cxnSp>
        <p:nvCxnSpPr>
          <p:cNvPr id="1374" name="Google Shape;1374;p17"/>
          <p:cNvCxnSpPr>
            <a:stCxn id="1347" idx="4"/>
            <a:endCxn id="1350" idx="0"/>
          </p:cNvCxnSpPr>
          <p:nvPr/>
        </p:nvCxnSpPr>
        <p:spPr>
          <a:xfrm>
            <a:off x="1980202" y="2087569"/>
            <a:ext cx="1286100" cy="976200"/>
          </a:xfrm>
          <a:prstGeom prst="straightConnector1">
            <a:avLst/>
          </a:prstGeom>
          <a:noFill/>
          <a:ln w="9525" cap="flat" cmpd="sng">
            <a:solidFill>
              <a:srgbClr val="868686"/>
            </a:solidFill>
            <a:prstDash val="solid"/>
            <a:round/>
            <a:headEnd type="none" w="sm" len="sm"/>
            <a:tailEnd type="none" w="sm" len="sm"/>
          </a:ln>
        </p:spPr>
      </p:cxnSp>
      <p:cxnSp>
        <p:nvCxnSpPr>
          <p:cNvPr id="1375" name="Google Shape;1375;p17"/>
          <p:cNvCxnSpPr>
            <a:stCxn id="1348" idx="4"/>
            <a:endCxn id="1350" idx="0"/>
          </p:cNvCxnSpPr>
          <p:nvPr/>
        </p:nvCxnSpPr>
        <p:spPr>
          <a:xfrm>
            <a:off x="1980202" y="1659729"/>
            <a:ext cx="1286100" cy="1404000"/>
          </a:xfrm>
          <a:prstGeom prst="straightConnector1">
            <a:avLst/>
          </a:prstGeom>
          <a:noFill/>
          <a:ln w="9525" cap="flat" cmpd="sng">
            <a:solidFill>
              <a:srgbClr val="868686"/>
            </a:solidFill>
            <a:prstDash val="solid"/>
            <a:round/>
            <a:headEnd type="none" w="sm" len="sm"/>
            <a:tailEnd type="none" w="sm" len="sm"/>
          </a:ln>
        </p:spPr>
      </p:cxnSp>
      <p:cxnSp>
        <p:nvCxnSpPr>
          <p:cNvPr id="1376" name="Google Shape;1376;p17"/>
          <p:cNvCxnSpPr>
            <a:stCxn id="1346" idx="4"/>
            <a:endCxn id="1351" idx="0"/>
          </p:cNvCxnSpPr>
          <p:nvPr/>
        </p:nvCxnSpPr>
        <p:spPr>
          <a:xfrm>
            <a:off x="1980202" y="2515408"/>
            <a:ext cx="1286100" cy="132600"/>
          </a:xfrm>
          <a:prstGeom prst="straightConnector1">
            <a:avLst/>
          </a:prstGeom>
          <a:noFill/>
          <a:ln w="9525" cap="flat" cmpd="sng">
            <a:solidFill>
              <a:srgbClr val="868686"/>
            </a:solidFill>
            <a:prstDash val="solid"/>
            <a:round/>
            <a:headEnd type="none" w="sm" len="sm"/>
            <a:tailEnd type="none" w="sm" len="sm"/>
          </a:ln>
        </p:spPr>
      </p:cxnSp>
      <p:cxnSp>
        <p:nvCxnSpPr>
          <p:cNvPr id="1377" name="Google Shape;1377;p17"/>
          <p:cNvCxnSpPr>
            <a:stCxn id="1347" idx="4"/>
            <a:endCxn id="1351" idx="0"/>
          </p:cNvCxnSpPr>
          <p:nvPr/>
        </p:nvCxnSpPr>
        <p:spPr>
          <a:xfrm>
            <a:off x="1980202" y="2087569"/>
            <a:ext cx="1286100" cy="560400"/>
          </a:xfrm>
          <a:prstGeom prst="straightConnector1">
            <a:avLst/>
          </a:prstGeom>
          <a:noFill/>
          <a:ln w="9525" cap="flat" cmpd="sng">
            <a:solidFill>
              <a:srgbClr val="868686"/>
            </a:solidFill>
            <a:prstDash val="solid"/>
            <a:round/>
            <a:headEnd type="none" w="sm" len="sm"/>
            <a:tailEnd type="none" w="sm" len="sm"/>
          </a:ln>
        </p:spPr>
      </p:cxnSp>
      <p:cxnSp>
        <p:nvCxnSpPr>
          <p:cNvPr id="1378" name="Google Shape;1378;p17"/>
          <p:cNvCxnSpPr>
            <a:stCxn id="1348" idx="4"/>
            <a:endCxn id="1351" idx="0"/>
          </p:cNvCxnSpPr>
          <p:nvPr/>
        </p:nvCxnSpPr>
        <p:spPr>
          <a:xfrm>
            <a:off x="1980202" y="1659729"/>
            <a:ext cx="1286100" cy="988500"/>
          </a:xfrm>
          <a:prstGeom prst="straightConnector1">
            <a:avLst/>
          </a:prstGeom>
          <a:noFill/>
          <a:ln w="9525" cap="flat" cmpd="sng">
            <a:solidFill>
              <a:srgbClr val="868686"/>
            </a:solidFill>
            <a:prstDash val="solid"/>
            <a:round/>
            <a:headEnd type="none" w="sm" len="sm"/>
            <a:tailEnd type="none" w="sm" len="sm"/>
          </a:ln>
        </p:spPr>
      </p:cxnSp>
      <p:cxnSp>
        <p:nvCxnSpPr>
          <p:cNvPr id="1379" name="Google Shape;1379;p17"/>
          <p:cNvCxnSpPr>
            <a:stCxn id="1349" idx="4"/>
            <a:endCxn id="1352" idx="1"/>
          </p:cNvCxnSpPr>
          <p:nvPr/>
        </p:nvCxnSpPr>
        <p:spPr>
          <a:xfrm>
            <a:off x="3633057" y="3479542"/>
            <a:ext cx="739200" cy="695100"/>
          </a:xfrm>
          <a:prstGeom prst="straightConnector1">
            <a:avLst/>
          </a:prstGeom>
          <a:noFill/>
          <a:ln w="9525" cap="flat" cmpd="sng">
            <a:solidFill>
              <a:srgbClr val="868686"/>
            </a:solidFill>
            <a:prstDash val="solid"/>
            <a:round/>
            <a:headEnd type="none" w="sm" len="sm"/>
            <a:tailEnd type="none" w="sm" len="sm"/>
          </a:ln>
        </p:spPr>
      </p:cxnSp>
      <p:sp>
        <p:nvSpPr>
          <p:cNvPr id="1380" name="Google Shape;1380;p17"/>
          <p:cNvSpPr/>
          <p:nvPr/>
        </p:nvSpPr>
        <p:spPr>
          <a:xfrm rot="-5400000">
            <a:off x="1613974" y="485541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381" name="Google Shape;1381;p17"/>
          <p:cNvSpPr/>
          <p:nvPr/>
        </p:nvSpPr>
        <p:spPr>
          <a:xfrm rot="-5400000">
            <a:off x="4319241" y="214635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382" name="Google Shape;1382;p17"/>
          <p:cNvCxnSpPr>
            <a:stCxn id="1380" idx="4"/>
            <a:endCxn id="1344" idx="0"/>
          </p:cNvCxnSpPr>
          <p:nvPr/>
        </p:nvCxnSpPr>
        <p:spPr>
          <a:xfrm rot="10800000" flipH="1">
            <a:off x="1980202" y="4197913"/>
            <a:ext cx="467700" cy="840900"/>
          </a:xfrm>
          <a:prstGeom prst="straightConnector1">
            <a:avLst/>
          </a:prstGeom>
          <a:noFill/>
          <a:ln w="9525" cap="flat" cmpd="sng">
            <a:solidFill>
              <a:srgbClr val="868686"/>
            </a:solidFill>
            <a:prstDash val="solid"/>
            <a:round/>
            <a:headEnd type="none" w="sm" len="sm"/>
            <a:tailEnd type="none" w="sm" len="sm"/>
          </a:ln>
        </p:spPr>
      </p:cxnSp>
      <p:cxnSp>
        <p:nvCxnSpPr>
          <p:cNvPr id="1383" name="Google Shape;1383;p17"/>
          <p:cNvCxnSpPr>
            <a:stCxn id="1380" idx="4"/>
            <a:endCxn id="1345" idx="0"/>
          </p:cNvCxnSpPr>
          <p:nvPr/>
        </p:nvCxnSpPr>
        <p:spPr>
          <a:xfrm rot="10800000" flipH="1">
            <a:off x="1980202" y="3770113"/>
            <a:ext cx="467700" cy="1268700"/>
          </a:xfrm>
          <a:prstGeom prst="straightConnector1">
            <a:avLst/>
          </a:prstGeom>
          <a:noFill/>
          <a:ln w="9525" cap="flat" cmpd="sng">
            <a:solidFill>
              <a:srgbClr val="868686"/>
            </a:solidFill>
            <a:prstDash val="solid"/>
            <a:round/>
            <a:headEnd type="none" w="sm" len="sm"/>
            <a:tailEnd type="none" w="sm" len="sm"/>
          </a:ln>
        </p:spPr>
      </p:cxnSp>
      <p:cxnSp>
        <p:nvCxnSpPr>
          <p:cNvPr id="1384" name="Google Shape;1384;p17"/>
          <p:cNvCxnSpPr>
            <a:stCxn id="1349" idx="4"/>
            <a:endCxn id="1353" idx="0"/>
          </p:cNvCxnSpPr>
          <p:nvPr/>
        </p:nvCxnSpPr>
        <p:spPr>
          <a:xfrm>
            <a:off x="3633057" y="3479542"/>
            <a:ext cx="685500" cy="137100"/>
          </a:xfrm>
          <a:prstGeom prst="straightConnector1">
            <a:avLst/>
          </a:prstGeom>
          <a:noFill/>
          <a:ln w="9525" cap="flat" cmpd="sng">
            <a:solidFill>
              <a:srgbClr val="868686"/>
            </a:solidFill>
            <a:prstDash val="solid"/>
            <a:round/>
            <a:headEnd type="none" w="sm" len="sm"/>
            <a:tailEnd type="none" w="sm" len="sm"/>
          </a:ln>
        </p:spPr>
      </p:cxnSp>
      <p:cxnSp>
        <p:nvCxnSpPr>
          <p:cNvPr id="1385" name="Google Shape;1385;p17"/>
          <p:cNvCxnSpPr>
            <a:stCxn id="1349" idx="4"/>
            <a:endCxn id="1354" idx="0"/>
          </p:cNvCxnSpPr>
          <p:nvPr/>
        </p:nvCxnSpPr>
        <p:spPr>
          <a:xfrm rot="10800000" flipH="1">
            <a:off x="3633057" y="3187642"/>
            <a:ext cx="685500" cy="291900"/>
          </a:xfrm>
          <a:prstGeom prst="straightConnector1">
            <a:avLst/>
          </a:prstGeom>
          <a:noFill/>
          <a:ln w="9525" cap="flat" cmpd="sng">
            <a:solidFill>
              <a:srgbClr val="868686"/>
            </a:solidFill>
            <a:prstDash val="solid"/>
            <a:round/>
            <a:headEnd type="none" w="sm" len="sm"/>
            <a:tailEnd type="none" w="sm" len="sm"/>
          </a:ln>
        </p:spPr>
      </p:cxnSp>
      <p:cxnSp>
        <p:nvCxnSpPr>
          <p:cNvPr id="1386" name="Google Shape;1386;p17"/>
          <p:cNvCxnSpPr>
            <a:stCxn id="1349" idx="4"/>
            <a:endCxn id="1355" idx="0"/>
          </p:cNvCxnSpPr>
          <p:nvPr/>
        </p:nvCxnSpPr>
        <p:spPr>
          <a:xfrm rot="10800000" flipH="1">
            <a:off x="3633057" y="2758642"/>
            <a:ext cx="685500" cy="720900"/>
          </a:xfrm>
          <a:prstGeom prst="straightConnector1">
            <a:avLst/>
          </a:prstGeom>
          <a:noFill/>
          <a:ln w="9525" cap="flat" cmpd="sng">
            <a:solidFill>
              <a:srgbClr val="868686"/>
            </a:solidFill>
            <a:prstDash val="solid"/>
            <a:round/>
            <a:headEnd type="none" w="sm" len="sm"/>
            <a:tailEnd type="none" w="sm" len="sm"/>
          </a:ln>
        </p:spPr>
      </p:cxnSp>
      <p:cxnSp>
        <p:nvCxnSpPr>
          <p:cNvPr id="1387" name="Google Shape;1387;p17"/>
          <p:cNvCxnSpPr>
            <a:stCxn id="1349" idx="4"/>
            <a:endCxn id="1381" idx="0"/>
          </p:cNvCxnSpPr>
          <p:nvPr/>
        </p:nvCxnSpPr>
        <p:spPr>
          <a:xfrm rot="10800000" flipH="1">
            <a:off x="3633057" y="2329642"/>
            <a:ext cx="685500" cy="1149900"/>
          </a:xfrm>
          <a:prstGeom prst="straightConnector1">
            <a:avLst/>
          </a:prstGeom>
          <a:noFill/>
          <a:ln w="9525" cap="flat" cmpd="sng">
            <a:solidFill>
              <a:srgbClr val="868686"/>
            </a:solidFill>
            <a:prstDash val="solid"/>
            <a:round/>
            <a:headEnd type="none" w="sm" len="sm"/>
            <a:tailEnd type="none" w="sm" len="sm"/>
          </a:ln>
        </p:spPr>
      </p:cxnSp>
      <p:cxnSp>
        <p:nvCxnSpPr>
          <p:cNvPr id="1388" name="Google Shape;1388;p17"/>
          <p:cNvCxnSpPr>
            <a:stCxn id="1350" idx="4"/>
            <a:endCxn id="1352" idx="0"/>
          </p:cNvCxnSpPr>
          <p:nvPr/>
        </p:nvCxnSpPr>
        <p:spPr>
          <a:xfrm>
            <a:off x="3633057" y="3063829"/>
            <a:ext cx="685500" cy="981600"/>
          </a:xfrm>
          <a:prstGeom prst="straightConnector1">
            <a:avLst/>
          </a:prstGeom>
          <a:noFill/>
          <a:ln w="9525" cap="flat" cmpd="sng">
            <a:solidFill>
              <a:srgbClr val="868686"/>
            </a:solidFill>
            <a:prstDash val="solid"/>
            <a:round/>
            <a:headEnd type="none" w="sm" len="sm"/>
            <a:tailEnd type="none" w="sm" len="sm"/>
          </a:ln>
        </p:spPr>
      </p:cxnSp>
      <p:cxnSp>
        <p:nvCxnSpPr>
          <p:cNvPr id="1389" name="Google Shape;1389;p17"/>
          <p:cNvCxnSpPr>
            <a:stCxn id="1350" idx="4"/>
            <a:endCxn id="1353" idx="0"/>
          </p:cNvCxnSpPr>
          <p:nvPr/>
        </p:nvCxnSpPr>
        <p:spPr>
          <a:xfrm>
            <a:off x="3633057" y="3063829"/>
            <a:ext cx="685500" cy="552600"/>
          </a:xfrm>
          <a:prstGeom prst="straightConnector1">
            <a:avLst/>
          </a:prstGeom>
          <a:noFill/>
          <a:ln w="9525" cap="flat" cmpd="sng">
            <a:solidFill>
              <a:srgbClr val="868686"/>
            </a:solidFill>
            <a:prstDash val="solid"/>
            <a:round/>
            <a:headEnd type="none" w="sm" len="sm"/>
            <a:tailEnd type="none" w="sm" len="sm"/>
          </a:ln>
        </p:spPr>
      </p:cxnSp>
      <p:cxnSp>
        <p:nvCxnSpPr>
          <p:cNvPr id="1390" name="Google Shape;1390;p17"/>
          <p:cNvCxnSpPr>
            <a:stCxn id="1350" idx="4"/>
            <a:endCxn id="1354" idx="0"/>
          </p:cNvCxnSpPr>
          <p:nvPr/>
        </p:nvCxnSpPr>
        <p:spPr>
          <a:xfrm>
            <a:off x="3633057" y="3063829"/>
            <a:ext cx="685500" cy="123900"/>
          </a:xfrm>
          <a:prstGeom prst="straightConnector1">
            <a:avLst/>
          </a:prstGeom>
          <a:noFill/>
          <a:ln w="9525" cap="flat" cmpd="sng">
            <a:solidFill>
              <a:srgbClr val="868686"/>
            </a:solidFill>
            <a:prstDash val="solid"/>
            <a:round/>
            <a:headEnd type="none" w="sm" len="sm"/>
            <a:tailEnd type="none" w="sm" len="sm"/>
          </a:ln>
        </p:spPr>
      </p:cxnSp>
      <p:cxnSp>
        <p:nvCxnSpPr>
          <p:cNvPr id="1391" name="Google Shape;1391;p17"/>
          <p:cNvCxnSpPr>
            <a:stCxn id="1350" idx="4"/>
            <a:endCxn id="1355" idx="0"/>
          </p:cNvCxnSpPr>
          <p:nvPr/>
        </p:nvCxnSpPr>
        <p:spPr>
          <a:xfrm rot="10800000" flipH="1">
            <a:off x="3633057" y="2758729"/>
            <a:ext cx="685500" cy="305100"/>
          </a:xfrm>
          <a:prstGeom prst="straightConnector1">
            <a:avLst/>
          </a:prstGeom>
          <a:noFill/>
          <a:ln w="9525" cap="flat" cmpd="sng">
            <a:solidFill>
              <a:srgbClr val="868686"/>
            </a:solidFill>
            <a:prstDash val="solid"/>
            <a:round/>
            <a:headEnd type="none" w="sm" len="sm"/>
            <a:tailEnd type="none" w="sm" len="sm"/>
          </a:ln>
        </p:spPr>
      </p:cxnSp>
      <p:cxnSp>
        <p:nvCxnSpPr>
          <p:cNvPr id="1392" name="Google Shape;1392;p17"/>
          <p:cNvCxnSpPr>
            <a:stCxn id="1350" idx="4"/>
            <a:endCxn id="1381" idx="0"/>
          </p:cNvCxnSpPr>
          <p:nvPr/>
        </p:nvCxnSpPr>
        <p:spPr>
          <a:xfrm rot="10800000" flipH="1">
            <a:off x="3633057" y="2329729"/>
            <a:ext cx="685500" cy="734100"/>
          </a:xfrm>
          <a:prstGeom prst="straightConnector1">
            <a:avLst/>
          </a:prstGeom>
          <a:noFill/>
          <a:ln w="9525" cap="flat" cmpd="sng">
            <a:solidFill>
              <a:srgbClr val="868686"/>
            </a:solidFill>
            <a:prstDash val="solid"/>
            <a:round/>
            <a:headEnd type="none" w="sm" len="sm"/>
            <a:tailEnd type="none" w="sm" len="sm"/>
          </a:ln>
        </p:spPr>
      </p:cxnSp>
      <p:cxnSp>
        <p:nvCxnSpPr>
          <p:cNvPr id="1393" name="Google Shape;1393;p17"/>
          <p:cNvCxnSpPr>
            <a:stCxn id="1351" idx="4"/>
            <a:endCxn id="1352" idx="0"/>
          </p:cNvCxnSpPr>
          <p:nvPr/>
        </p:nvCxnSpPr>
        <p:spPr>
          <a:xfrm>
            <a:off x="3633057" y="2648118"/>
            <a:ext cx="685500" cy="1397400"/>
          </a:xfrm>
          <a:prstGeom prst="straightConnector1">
            <a:avLst/>
          </a:prstGeom>
          <a:noFill/>
          <a:ln w="9525" cap="flat" cmpd="sng">
            <a:solidFill>
              <a:srgbClr val="868686"/>
            </a:solidFill>
            <a:prstDash val="solid"/>
            <a:round/>
            <a:headEnd type="none" w="sm" len="sm"/>
            <a:tailEnd type="none" w="sm" len="sm"/>
          </a:ln>
        </p:spPr>
      </p:cxnSp>
      <p:cxnSp>
        <p:nvCxnSpPr>
          <p:cNvPr id="1394" name="Google Shape;1394;p17"/>
          <p:cNvCxnSpPr>
            <a:stCxn id="1351" idx="4"/>
            <a:endCxn id="1353" idx="0"/>
          </p:cNvCxnSpPr>
          <p:nvPr/>
        </p:nvCxnSpPr>
        <p:spPr>
          <a:xfrm>
            <a:off x="3633057" y="2648118"/>
            <a:ext cx="685500" cy="968400"/>
          </a:xfrm>
          <a:prstGeom prst="straightConnector1">
            <a:avLst/>
          </a:prstGeom>
          <a:noFill/>
          <a:ln w="9525" cap="flat" cmpd="sng">
            <a:solidFill>
              <a:srgbClr val="868686"/>
            </a:solidFill>
            <a:prstDash val="solid"/>
            <a:round/>
            <a:headEnd type="none" w="sm" len="sm"/>
            <a:tailEnd type="none" w="sm" len="sm"/>
          </a:ln>
        </p:spPr>
      </p:cxnSp>
      <p:cxnSp>
        <p:nvCxnSpPr>
          <p:cNvPr id="1395" name="Google Shape;1395;p17"/>
          <p:cNvCxnSpPr>
            <a:stCxn id="1351" idx="4"/>
            <a:endCxn id="1354" idx="0"/>
          </p:cNvCxnSpPr>
          <p:nvPr/>
        </p:nvCxnSpPr>
        <p:spPr>
          <a:xfrm>
            <a:off x="3633057" y="2648118"/>
            <a:ext cx="685500" cy="539400"/>
          </a:xfrm>
          <a:prstGeom prst="straightConnector1">
            <a:avLst/>
          </a:prstGeom>
          <a:noFill/>
          <a:ln w="9525" cap="flat" cmpd="sng">
            <a:solidFill>
              <a:srgbClr val="868686"/>
            </a:solidFill>
            <a:prstDash val="solid"/>
            <a:round/>
            <a:headEnd type="none" w="sm" len="sm"/>
            <a:tailEnd type="none" w="sm" len="sm"/>
          </a:ln>
        </p:spPr>
      </p:cxnSp>
      <p:cxnSp>
        <p:nvCxnSpPr>
          <p:cNvPr id="1396" name="Google Shape;1396;p17"/>
          <p:cNvCxnSpPr>
            <a:stCxn id="1351" idx="4"/>
            <a:endCxn id="1355" idx="0"/>
          </p:cNvCxnSpPr>
          <p:nvPr/>
        </p:nvCxnSpPr>
        <p:spPr>
          <a:xfrm>
            <a:off x="3633057" y="2648118"/>
            <a:ext cx="685500" cy="110400"/>
          </a:xfrm>
          <a:prstGeom prst="straightConnector1">
            <a:avLst/>
          </a:prstGeom>
          <a:noFill/>
          <a:ln w="9525" cap="flat" cmpd="sng">
            <a:solidFill>
              <a:srgbClr val="868686"/>
            </a:solidFill>
            <a:prstDash val="solid"/>
            <a:round/>
            <a:headEnd type="none" w="sm" len="sm"/>
            <a:tailEnd type="none" w="sm" len="sm"/>
          </a:ln>
        </p:spPr>
      </p:cxnSp>
      <p:cxnSp>
        <p:nvCxnSpPr>
          <p:cNvPr id="1397" name="Google Shape;1397;p17"/>
          <p:cNvCxnSpPr>
            <a:stCxn id="1351" idx="4"/>
            <a:endCxn id="1381" idx="0"/>
          </p:cNvCxnSpPr>
          <p:nvPr/>
        </p:nvCxnSpPr>
        <p:spPr>
          <a:xfrm rot="10800000" flipH="1">
            <a:off x="3633057" y="2329818"/>
            <a:ext cx="685500" cy="318300"/>
          </a:xfrm>
          <a:prstGeom prst="straightConnector1">
            <a:avLst/>
          </a:prstGeom>
          <a:noFill/>
          <a:ln w="9525" cap="flat" cmpd="sng">
            <a:solidFill>
              <a:srgbClr val="868686"/>
            </a:solidFill>
            <a:prstDash val="solid"/>
            <a:round/>
            <a:headEnd type="none" w="sm" len="sm"/>
            <a:tailEnd type="none" w="sm" len="sm"/>
          </a:ln>
        </p:spPr>
      </p:cxnSp>
      <p:sp>
        <p:nvSpPr>
          <p:cNvPr id="1398" name="Google Shape;1398;p17"/>
          <p:cNvSpPr/>
          <p:nvPr/>
        </p:nvSpPr>
        <p:spPr>
          <a:xfrm>
            <a:off x="1209675" y="528658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399" name="Google Shape;1399;p17"/>
          <p:cNvSpPr/>
          <p:nvPr/>
        </p:nvSpPr>
        <p:spPr>
          <a:xfrm>
            <a:off x="3914942" y="433615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400" name="Google Shape;1400;p17"/>
          <p:cNvSpPr/>
          <p:nvPr/>
        </p:nvSpPr>
        <p:spPr>
          <a:xfrm>
            <a:off x="2199447" y="4643901"/>
            <a:ext cx="1563923" cy="482612"/>
          </a:xfrm>
          <a:prstGeom prst="rect">
            <a:avLst/>
          </a:prstGeom>
          <a:solidFill>
            <a:srgbClr val="C0E3F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嵌入层</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401" name="Google Shape;1401;p17"/>
          <p:cNvSpPr/>
          <p:nvPr/>
        </p:nvSpPr>
        <p:spPr>
          <a:xfrm>
            <a:off x="3064314" y="3796655"/>
            <a:ext cx="752942" cy="482612"/>
          </a:xfrm>
          <a:prstGeom prst="rect">
            <a:avLst/>
          </a:prstGeom>
          <a:solidFill>
            <a:srgbClr val="DCDCDC"/>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RNN</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402" name="Google Shape;1402;p17"/>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03" name="Google Shape;1403;p17"/>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04" name="Google Shape;1404;p17"/>
          <p:cNvSpPr txBox="1"/>
          <p:nvPr/>
        </p:nvSpPr>
        <p:spPr>
          <a:xfrm>
            <a:off x="1269081" y="3194748"/>
            <a:ext cx="306494"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05" name="Google Shape;1405;p17"/>
          <p:cNvSpPr txBox="1"/>
          <p:nvPr/>
        </p:nvSpPr>
        <p:spPr>
          <a:xfrm>
            <a:off x="1269080" y="3615022"/>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06" name="Google Shape;1406;p17"/>
          <p:cNvSpPr txBox="1"/>
          <p:nvPr/>
        </p:nvSpPr>
        <p:spPr>
          <a:xfrm>
            <a:off x="1269080" y="40352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07" name="Google Shape;1407;p17"/>
          <p:cNvSpPr txBox="1"/>
          <p:nvPr/>
        </p:nvSpPr>
        <p:spPr>
          <a:xfrm>
            <a:off x="1269080" y="4455570"/>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08" name="Google Shape;1408;p17"/>
          <p:cNvSpPr txBox="1"/>
          <p:nvPr/>
        </p:nvSpPr>
        <p:spPr>
          <a:xfrm>
            <a:off x="1269080" y="487584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409" name="Google Shape;1409;p17"/>
          <p:cNvSpPr txBox="1"/>
          <p:nvPr/>
        </p:nvSpPr>
        <p:spPr>
          <a:xfrm>
            <a:off x="4650480" y="2192932"/>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0" name="Google Shape;1410;p17"/>
          <p:cNvSpPr txBox="1"/>
          <p:nvPr/>
        </p:nvSpPr>
        <p:spPr>
          <a:xfrm>
            <a:off x="4650480" y="2613206"/>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1" name="Google Shape;1411;p17"/>
          <p:cNvSpPr txBox="1"/>
          <p:nvPr/>
        </p:nvSpPr>
        <p:spPr>
          <a:xfrm>
            <a:off x="4650480" y="3033480"/>
            <a:ext cx="566181"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2" name="Google Shape;1412;p17"/>
          <p:cNvSpPr txBox="1"/>
          <p:nvPr/>
        </p:nvSpPr>
        <p:spPr>
          <a:xfrm>
            <a:off x="4650480" y="3437307"/>
            <a:ext cx="566181"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3" name="Google Shape;1413;p17"/>
          <p:cNvSpPr txBox="1"/>
          <p:nvPr/>
        </p:nvSpPr>
        <p:spPr>
          <a:xfrm>
            <a:off x="4650480" y="3874029"/>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4" name="Google Shape;1414;p17"/>
          <p:cNvSpPr txBox="1"/>
          <p:nvPr/>
        </p:nvSpPr>
        <p:spPr>
          <a:xfrm>
            <a:off x="1255020" y="15086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5" name="Google Shape;1415;p17"/>
          <p:cNvSpPr txBox="1"/>
          <p:nvPr/>
        </p:nvSpPr>
        <p:spPr>
          <a:xfrm>
            <a:off x="1255020" y="193961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16" name="Google Shape;1416;p17"/>
          <p:cNvSpPr txBox="1"/>
          <p:nvPr/>
        </p:nvSpPr>
        <p:spPr>
          <a:xfrm>
            <a:off x="1255020" y="2357834"/>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p18"/>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423" name="Google Shape;1423;p18"/>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424" name="Google Shape;1424;p18"/>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425" name="Google Shape;1425;p18"/>
          <p:cNvSpPr/>
          <p:nvPr/>
        </p:nvSpPr>
        <p:spPr>
          <a:xfrm rot="-5400000">
            <a:off x="1613974" y="443128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26" name="Google Shape;1426;p18"/>
          <p:cNvSpPr/>
          <p:nvPr/>
        </p:nvSpPr>
        <p:spPr>
          <a:xfrm rot="-5400000">
            <a:off x="1613974" y="400716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27" name="Google Shape;1427;p18"/>
          <p:cNvSpPr/>
          <p:nvPr/>
        </p:nvSpPr>
        <p:spPr>
          <a:xfrm rot="-5400000">
            <a:off x="1613974" y="358303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28" name="Google Shape;1428;p18"/>
          <p:cNvSpPr/>
          <p:nvPr/>
        </p:nvSpPr>
        <p:spPr>
          <a:xfrm rot="-5400000">
            <a:off x="1613974" y="315891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29" name="Google Shape;1429;p18"/>
          <p:cNvSpPr/>
          <p:nvPr/>
        </p:nvSpPr>
        <p:spPr>
          <a:xfrm rot="-5400000">
            <a:off x="2448581" y="4014588"/>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0" name="Google Shape;1430;p18"/>
          <p:cNvSpPr/>
          <p:nvPr/>
        </p:nvSpPr>
        <p:spPr>
          <a:xfrm rot="-5400000">
            <a:off x="2448581" y="3586749"/>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1" name="Google Shape;1431;p18"/>
          <p:cNvSpPr/>
          <p:nvPr/>
        </p:nvSpPr>
        <p:spPr>
          <a:xfrm rot="-5400000">
            <a:off x="1613974" y="233200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2" name="Google Shape;1432;p18"/>
          <p:cNvSpPr/>
          <p:nvPr/>
        </p:nvSpPr>
        <p:spPr>
          <a:xfrm rot="-5400000">
            <a:off x="1613974" y="1904167"/>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3" name="Google Shape;1433;p18"/>
          <p:cNvSpPr/>
          <p:nvPr/>
        </p:nvSpPr>
        <p:spPr>
          <a:xfrm rot="-5400000">
            <a:off x="1613974" y="14763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4" name="Google Shape;1434;p18"/>
          <p:cNvSpPr/>
          <p:nvPr/>
        </p:nvSpPr>
        <p:spPr>
          <a:xfrm rot="-5400000">
            <a:off x="3266829" y="3296141"/>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5" name="Google Shape;1435;p18"/>
          <p:cNvSpPr/>
          <p:nvPr/>
        </p:nvSpPr>
        <p:spPr>
          <a:xfrm rot="-5400000">
            <a:off x="3266829" y="28804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6" name="Google Shape;1436;p18"/>
          <p:cNvSpPr/>
          <p:nvPr/>
        </p:nvSpPr>
        <p:spPr>
          <a:xfrm rot="-5400000">
            <a:off x="3266829" y="246471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7" name="Google Shape;1437;p18"/>
          <p:cNvSpPr/>
          <p:nvPr/>
        </p:nvSpPr>
        <p:spPr>
          <a:xfrm rot="-5400000">
            <a:off x="4319241" y="3862012"/>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8" name="Google Shape;1438;p18"/>
          <p:cNvSpPr/>
          <p:nvPr/>
        </p:nvSpPr>
        <p:spPr>
          <a:xfrm rot="-5400000">
            <a:off x="4319241" y="343309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39" name="Google Shape;1439;p18"/>
          <p:cNvSpPr/>
          <p:nvPr/>
        </p:nvSpPr>
        <p:spPr>
          <a:xfrm rot="-5400000">
            <a:off x="4319241" y="300418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40" name="Google Shape;1440;p18"/>
          <p:cNvSpPr/>
          <p:nvPr/>
        </p:nvSpPr>
        <p:spPr>
          <a:xfrm rot="-5400000">
            <a:off x="4319241" y="2575264"/>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441" name="Google Shape;1441;p18"/>
          <p:cNvCxnSpPr>
            <a:stCxn id="1425" idx="4"/>
            <a:endCxn id="1429" idx="0"/>
          </p:cNvCxnSpPr>
          <p:nvPr/>
        </p:nvCxnSpPr>
        <p:spPr>
          <a:xfrm rot="10800000" flipH="1">
            <a:off x="1980202" y="4197988"/>
            <a:ext cx="467700" cy="416700"/>
          </a:xfrm>
          <a:prstGeom prst="straightConnector1">
            <a:avLst/>
          </a:prstGeom>
          <a:noFill/>
          <a:ln w="9525" cap="flat" cmpd="sng">
            <a:solidFill>
              <a:srgbClr val="868686"/>
            </a:solidFill>
            <a:prstDash val="solid"/>
            <a:round/>
            <a:headEnd type="none" w="sm" len="sm"/>
            <a:tailEnd type="none" w="sm" len="sm"/>
          </a:ln>
        </p:spPr>
      </p:cxnSp>
      <p:cxnSp>
        <p:nvCxnSpPr>
          <p:cNvPr id="1442" name="Google Shape;1442;p18"/>
          <p:cNvCxnSpPr>
            <a:stCxn id="1425" idx="4"/>
            <a:endCxn id="1430" idx="0"/>
          </p:cNvCxnSpPr>
          <p:nvPr/>
        </p:nvCxnSpPr>
        <p:spPr>
          <a:xfrm rot="10800000" flipH="1">
            <a:off x="1980202" y="3770188"/>
            <a:ext cx="467700" cy="844500"/>
          </a:xfrm>
          <a:prstGeom prst="straightConnector1">
            <a:avLst/>
          </a:prstGeom>
          <a:noFill/>
          <a:ln w="9525" cap="flat" cmpd="sng">
            <a:solidFill>
              <a:srgbClr val="868686"/>
            </a:solidFill>
            <a:prstDash val="solid"/>
            <a:round/>
            <a:headEnd type="none" w="sm" len="sm"/>
            <a:tailEnd type="none" w="sm" len="sm"/>
          </a:ln>
        </p:spPr>
      </p:cxnSp>
      <p:cxnSp>
        <p:nvCxnSpPr>
          <p:cNvPr id="1443" name="Google Shape;1443;p18"/>
          <p:cNvCxnSpPr>
            <a:stCxn id="1426" idx="4"/>
            <a:endCxn id="1429" idx="0"/>
          </p:cNvCxnSpPr>
          <p:nvPr/>
        </p:nvCxnSpPr>
        <p:spPr>
          <a:xfrm>
            <a:off x="1980202" y="4190563"/>
            <a:ext cx="467700" cy="7500"/>
          </a:xfrm>
          <a:prstGeom prst="straightConnector1">
            <a:avLst/>
          </a:prstGeom>
          <a:noFill/>
          <a:ln w="9525" cap="flat" cmpd="sng">
            <a:solidFill>
              <a:srgbClr val="868686"/>
            </a:solidFill>
            <a:prstDash val="solid"/>
            <a:round/>
            <a:headEnd type="none" w="sm" len="sm"/>
            <a:tailEnd type="none" w="sm" len="sm"/>
          </a:ln>
        </p:spPr>
      </p:cxnSp>
      <p:cxnSp>
        <p:nvCxnSpPr>
          <p:cNvPr id="1444" name="Google Shape;1444;p18"/>
          <p:cNvCxnSpPr>
            <a:stCxn id="1426" idx="4"/>
            <a:endCxn id="1430" idx="0"/>
          </p:cNvCxnSpPr>
          <p:nvPr/>
        </p:nvCxnSpPr>
        <p:spPr>
          <a:xfrm rot="10800000" flipH="1">
            <a:off x="1980202" y="3770263"/>
            <a:ext cx="467700" cy="420300"/>
          </a:xfrm>
          <a:prstGeom prst="straightConnector1">
            <a:avLst/>
          </a:prstGeom>
          <a:noFill/>
          <a:ln w="9525" cap="flat" cmpd="sng">
            <a:solidFill>
              <a:srgbClr val="868686"/>
            </a:solidFill>
            <a:prstDash val="solid"/>
            <a:round/>
            <a:headEnd type="none" w="sm" len="sm"/>
            <a:tailEnd type="none" w="sm" len="sm"/>
          </a:ln>
        </p:spPr>
      </p:cxnSp>
      <p:cxnSp>
        <p:nvCxnSpPr>
          <p:cNvPr id="1445" name="Google Shape;1445;p18"/>
          <p:cNvCxnSpPr>
            <a:stCxn id="1427" idx="4"/>
            <a:endCxn id="1429" idx="0"/>
          </p:cNvCxnSpPr>
          <p:nvPr/>
        </p:nvCxnSpPr>
        <p:spPr>
          <a:xfrm>
            <a:off x="1980202" y="3766438"/>
            <a:ext cx="467700" cy="431700"/>
          </a:xfrm>
          <a:prstGeom prst="straightConnector1">
            <a:avLst/>
          </a:prstGeom>
          <a:noFill/>
          <a:ln w="9525" cap="flat" cmpd="sng">
            <a:solidFill>
              <a:srgbClr val="868686"/>
            </a:solidFill>
            <a:prstDash val="solid"/>
            <a:round/>
            <a:headEnd type="none" w="sm" len="sm"/>
            <a:tailEnd type="none" w="sm" len="sm"/>
          </a:ln>
        </p:spPr>
      </p:cxnSp>
      <p:cxnSp>
        <p:nvCxnSpPr>
          <p:cNvPr id="1446" name="Google Shape;1446;p18"/>
          <p:cNvCxnSpPr>
            <a:stCxn id="1427" idx="4"/>
            <a:endCxn id="1430" idx="0"/>
          </p:cNvCxnSpPr>
          <p:nvPr/>
        </p:nvCxnSpPr>
        <p:spPr>
          <a:xfrm>
            <a:off x="1980202" y="3766438"/>
            <a:ext cx="467700" cy="3600"/>
          </a:xfrm>
          <a:prstGeom prst="straightConnector1">
            <a:avLst/>
          </a:prstGeom>
          <a:noFill/>
          <a:ln w="9525" cap="flat" cmpd="sng">
            <a:solidFill>
              <a:srgbClr val="868686"/>
            </a:solidFill>
            <a:prstDash val="solid"/>
            <a:round/>
            <a:headEnd type="none" w="sm" len="sm"/>
            <a:tailEnd type="none" w="sm" len="sm"/>
          </a:ln>
        </p:spPr>
      </p:cxnSp>
      <p:cxnSp>
        <p:nvCxnSpPr>
          <p:cNvPr id="1447" name="Google Shape;1447;p18"/>
          <p:cNvCxnSpPr>
            <a:stCxn id="1428" idx="4"/>
            <a:endCxn id="1430" idx="0"/>
          </p:cNvCxnSpPr>
          <p:nvPr/>
        </p:nvCxnSpPr>
        <p:spPr>
          <a:xfrm>
            <a:off x="1980202" y="3342311"/>
            <a:ext cx="467700" cy="427800"/>
          </a:xfrm>
          <a:prstGeom prst="straightConnector1">
            <a:avLst/>
          </a:prstGeom>
          <a:noFill/>
          <a:ln w="9525" cap="flat" cmpd="sng">
            <a:solidFill>
              <a:srgbClr val="868686"/>
            </a:solidFill>
            <a:prstDash val="solid"/>
            <a:round/>
            <a:headEnd type="none" w="sm" len="sm"/>
            <a:tailEnd type="none" w="sm" len="sm"/>
          </a:ln>
        </p:spPr>
      </p:cxnSp>
      <p:cxnSp>
        <p:nvCxnSpPr>
          <p:cNvPr id="1448" name="Google Shape;1448;p18"/>
          <p:cNvCxnSpPr>
            <a:stCxn id="1428" idx="4"/>
            <a:endCxn id="1429" idx="0"/>
          </p:cNvCxnSpPr>
          <p:nvPr/>
        </p:nvCxnSpPr>
        <p:spPr>
          <a:xfrm>
            <a:off x="1980202" y="3342311"/>
            <a:ext cx="467700" cy="855600"/>
          </a:xfrm>
          <a:prstGeom prst="straightConnector1">
            <a:avLst/>
          </a:prstGeom>
          <a:noFill/>
          <a:ln w="9525" cap="flat" cmpd="sng">
            <a:solidFill>
              <a:srgbClr val="868686"/>
            </a:solidFill>
            <a:prstDash val="solid"/>
            <a:round/>
            <a:headEnd type="none" w="sm" len="sm"/>
            <a:tailEnd type="none" w="sm" len="sm"/>
          </a:ln>
        </p:spPr>
      </p:cxnSp>
      <p:cxnSp>
        <p:nvCxnSpPr>
          <p:cNvPr id="1449" name="Google Shape;1449;p18"/>
          <p:cNvCxnSpPr>
            <a:stCxn id="1429" idx="4"/>
            <a:endCxn id="1434" idx="0"/>
          </p:cNvCxnSpPr>
          <p:nvPr/>
        </p:nvCxnSpPr>
        <p:spPr>
          <a:xfrm rot="10800000" flipH="1">
            <a:off x="2814808" y="3479490"/>
            <a:ext cx="451500" cy="718500"/>
          </a:xfrm>
          <a:prstGeom prst="straightConnector1">
            <a:avLst/>
          </a:prstGeom>
          <a:noFill/>
          <a:ln w="9525" cap="flat" cmpd="sng">
            <a:solidFill>
              <a:srgbClr val="868686"/>
            </a:solidFill>
            <a:prstDash val="solid"/>
            <a:round/>
            <a:headEnd type="none" w="sm" len="sm"/>
            <a:tailEnd type="none" w="sm" len="sm"/>
          </a:ln>
        </p:spPr>
      </p:cxnSp>
      <p:cxnSp>
        <p:nvCxnSpPr>
          <p:cNvPr id="1450" name="Google Shape;1450;p18"/>
          <p:cNvCxnSpPr>
            <a:stCxn id="1429" idx="4"/>
            <a:endCxn id="1435" idx="0"/>
          </p:cNvCxnSpPr>
          <p:nvPr/>
        </p:nvCxnSpPr>
        <p:spPr>
          <a:xfrm rot="10800000" flipH="1">
            <a:off x="2814808" y="3063690"/>
            <a:ext cx="451500" cy="1134300"/>
          </a:xfrm>
          <a:prstGeom prst="straightConnector1">
            <a:avLst/>
          </a:prstGeom>
          <a:noFill/>
          <a:ln w="9525" cap="flat" cmpd="sng">
            <a:solidFill>
              <a:srgbClr val="868686"/>
            </a:solidFill>
            <a:prstDash val="solid"/>
            <a:round/>
            <a:headEnd type="none" w="sm" len="sm"/>
            <a:tailEnd type="none" w="sm" len="sm"/>
          </a:ln>
        </p:spPr>
      </p:cxnSp>
      <p:cxnSp>
        <p:nvCxnSpPr>
          <p:cNvPr id="1451" name="Google Shape;1451;p18"/>
          <p:cNvCxnSpPr>
            <a:stCxn id="1429" idx="4"/>
            <a:endCxn id="1436" idx="0"/>
          </p:cNvCxnSpPr>
          <p:nvPr/>
        </p:nvCxnSpPr>
        <p:spPr>
          <a:xfrm rot="10800000" flipH="1">
            <a:off x="2814808" y="2648190"/>
            <a:ext cx="451500" cy="1549800"/>
          </a:xfrm>
          <a:prstGeom prst="straightConnector1">
            <a:avLst/>
          </a:prstGeom>
          <a:noFill/>
          <a:ln w="9525" cap="flat" cmpd="sng">
            <a:solidFill>
              <a:srgbClr val="868686"/>
            </a:solidFill>
            <a:prstDash val="solid"/>
            <a:round/>
            <a:headEnd type="none" w="sm" len="sm"/>
            <a:tailEnd type="none" w="sm" len="sm"/>
          </a:ln>
        </p:spPr>
      </p:cxnSp>
      <p:cxnSp>
        <p:nvCxnSpPr>
          <p:cNvPr id="1452" name="Google Shape;1452;p18"/>
          <p:cNvCxnSpPr>
            <a:stCxn id="1430" idx="4"/>
            <a:endCxn id="1434" idx="0"/>
          </p:cNvCxnSpPr>
          <p:nvPr/>
        </p:nvCxnSpPr>
        <p:spPr>
          <a:xfrm rot="10800000" flipH="1">
            <a:off x="2814808" y="3479451"/>
            <a:ext cx="451500" cy="290700"/>
          </a:xfrm>
          <a:prstGeom prst="straightConnector1">
            <a:avLst/>
          </a:prstGeom>
          <a:noFill/>
          <a:ln w="9525" cap="flat" cmpd="sng">
            <a:solidFill>
              <a:srgbClr val="868686"/>
            </a:solidFill>
            <a:prstDash val="solid"/>
            <a:round/>
            <a:headEnd type="none" w="sm" len="sm"/>
            <a:tailEnd type="none" w="sm" len="sm"/>
          </a:ln>
        </p:spPr>
      </p:cxnSp>
      <p:cxnSp>
        <p:nvCxnSpPr>
          <p:cNvPr id="1453" name="Google Shape;1453;p18"/>
          <p:cNvCxnSpPr>
            <a:stCxn id="1430" idx="3"/>
            <a:endCxn id="1435" idx="0"/>
          </p:cNvCxnSpPr>
          <p:nvPr/>
        </p:nvCxnSpPr>
        <p:spPr>
          <a:xfrm rot="10800000" flipH="1">
            <a:off x="2761091" y="3063928"/>
            <a:ext cx="505200" cy="835500"/>
          </a:xfrm>
          <a:prstGeom prst="straightConnector1">
            <a:avLst/>
          </a:prstGeom>
          <a:noFill/>
          <a:ln w="9525" cap="flat" cmpd="sng">
            <a:solidFill>
              <a:srgbClr val="868686"/>
            </a:solidFill>
            <a:prstDash val="solid"/>
            <a:round/>
            <a:headEnd type="none" w="sm" len="sm"/>
            <a:tailEnd type="none" w="sm" len="sm"/>
          </a:ln>
        </p:spPr>
      </p:cxnSp>
      <p:cxnSp>
        <p:nvCxnSpPr>
          <p:cNvPr id="1454" name="Google Shape;1454;p18"/>
          <p:cNvCxnSpPr>
            <a:stCxn id="1430" idx="4"/>
            <a:endCxn id="1436" idx="0"/>
          </p:cNvCxnSpPr>
          <p:nvPr/>
        </p:nvCxnSpPr>
        <p:spPr>
          <a:xfrm rot="10800000" flipH="1">
            <a:off x="2814808" y="2648151"/>
            <a:ext cx="451500" cy="1122000"/>
          </a:xfrm>
          <a:prstGeom prst="straightConnector1">
            <a:avLst/>
          </a:prstGeom>
          <a:noFill/>
          <a:ln w="9525" cap="flat" cmpd="sng">
            <a:solidFill>
              <a:srgbClr val="868686"/>
            </a:solidFill>
            <a:prstDash val="solid"/>
            <a:round/>
            <a:headEnd type="none" w="sm" len="sm"/>
            <a:tailEnd type="none" w="sm" len="sm"/>
          </a:ln>
        </p:spPr>
      </p:cxnSp>
      <p:cxnSp>
        <p:nvCxnSpPr>
          <p:cNvPr id="1455" name="Google Shape;1455;p18"/>
          <p:cNvCxnSpPr>
            <a:stCxn id="1431" idx="4"/>
            <a:endCxn id="1434" idx="0"/>
          </p:cNvCxnSpPr>
          <p:nvPr/>
        </p:nvCxnSpPr>
        <p:spPr>
          <a:xfrm>
            <a:off x="1980202" y="2515408"/>
            <a:ext cx="1286100" cy="964200"/>
          </a:xfrm>
          <a:prstGeom prst="straightConnector1">
            <a:avLst/>
          </a:prstGeom>
          <a:noFill/>
          <a:ln w="9525" cap="flat" cmpd="sng">
            <a:solidFill>
              <a:srgbClr val="868686"/>
            </a:solidFill>
            <a:prstDash val="solid"/>
            <a:round/>
            <a:headEnd type="none" w="sm" len="sm"/>
            <a:tailEnd type="none" w="sm" len="sm"/>
          </a:ln>
        </p:spPr>
      </p:cxnSp>
      <p:cxnSp>
        <p:nvCxnSpPr>
          <p:cNvPr id="1456" name="Google Shape;1456;p18"/>
          <p:cNvCxnSpPr>
            <a:stCxn id="1432" idx="4"/>
            <a:endCxn id="1434" idx="0"/>
          </p:cNvCxnSpPr>
          <p:nvPr/>
        </p:nvCxnSpPr>
        <p:spPr>
          <a:xfrm>
            <a:off x="1980202" y="2087569"/>
            <a:ext cx="1286100" cy="1392000"/>
          </a:xfrm>
          <a:prstGeom prst="straightConnector1">
            <a:avLst/>
          </a:prstGeom>
          <a:noFill/>
          <a:ln w="9525" cap="flat" cmpd="sng">
            <a:solidFill>
              <a:srgbClr val="868686"/>
            </a:solidFill>
            <a:prstDash val="solid"/>
            <a:round/>
            <a:headEnd type="none" w="sm" len="sm"/>
            <a:tailEnd type="none" w="sm" len="sm"/>
          </a:ln>
        </p:spPr>
      </p:cxnSp>
      <p:cxnSp>
        <p:nvCxnSpPr>
          <p:cNvPr id="1457" name="Google Shape;1457;p18"/>
          <p:cNvCxnSpPr>
            <a:stCxn id="1433" idx="4"/>
            <a:endCxn id="1434" idx="0"/>
          </p:cNvCxnSpPr>
          <p:nvPr/>
        </p:nvCxnSpPr>
        <p:spPr>
          <a:xfrm>
            <a:off x="1980202" y="1659729"/>
            <a:ext cx="1286100" cy="1819800"/>
          </a:xfrm>
          <a:prstGeom prst="straightConnector1">
            <a:avLst/>
          </a:prstGeom>
          <a:noFill/>
          <a:ln w="9525" cap="flat" cmpd="sng">
            <a:solidFill>
              <a:srgbClr val="868686"/>
            </a:solidFill>
            <a:prstDash val="solid"/>
            <a:round/>
            <a:headEnd type="none" w="sm" len="sm"/>
            <a:tailEnd type="none" w="sm" len="sm"/>
          </a:ln>
        </p:spPr>
      </p:cxnSp>
      <p:cxnSp>
        <p:nvCxnSpPr>
          <p:cNvPr id="1458" name="Google Shape;1458;p18"/>
          <p:cNvCxnSpPr>
            <a:stCxn id="1431" idx="4"/>
            <a:endCxn id="1435" idx="0"/>
          </p:cNvCxnSpPr>
          <p:nvPr/>
        </p:nvCxnSpPr>
        <p:spPr>
          <a:xfrm>
            <a:off x="1980202" y="2515408"/>
            <a:ext cx="1286100" cy="548400"/>
          </a:xfrm>
          <a:prstGeom prst="straightConnector1">
            <a:avLst/>
          </a:prstGeom>
          <a:noFill/>
          <a:ln w="9525" cap="flat" cmpd="sng">
            <a:solidFill>
              <a:srgbClr val="868686"/>
            </a:solidFill>
            <a:prstDash val="solid"/>
            <a:round/>
            <a:headEnd type="none" w="sm" len="sm"/>
            <a:tailEnd type="none" w="sm" len="sm"/>
          </a:ln>
        </p:spPr>
      </p:cxnSp>
      <p:cxnSp>
        <p:nvCxnSpPr>
          <p:cNvPr id="1459" name="Google Shape;1459;p18"/>
          <p:cNvCxnSpPr>
            <a:stCxn id="1432" idx="4"/>
            <a:endCxn id="1435" idx="0"/>
          </p:cNvCxnSpPr>
          <p:nvPr/>
        </p:nvCxnSpPr>
        <p:spPr>
          <a:xfrm>
            <a:off x="1980202" y="2087569"/>
            <a:ext cx="1286100" cy="976200"/>
          </a:xfrm>
          <a:prstGeom prst="straightConnector1">
            <a:avLst/>
          </a:prstGeom>
          <a:noFill/>
          <a:ln w="9525" cap="flat" cmpd="sng">
            <a:solidFill>
              <a:srgbClr val="868686"/>
            </a:solidFill>
            <a:prstDash val="solid"/>
            <a:round/>
            <a:headEnd type="none" w="sm" len="sm"/>
            <a:tailEnd type="none" w="sm" len="sm"/>
          </a:ln>
        </p:spPr>
      </p:cxnSp>
      <p:cxnSp>
        <p:nvCxnSpPr>
          <p:cNvPr id="1460" name="Google Shape;1460;p18"/>
          <p:cNvCxnSpPr>
            <a:stCxn id="1433" idx="4"/>
            <a:endCxn id="1435" idx="0"/>
          </p:cNvCxnSpPr>
          <p:nvPr/>
        </p:nvCxnSpPr>
        <p:spPr>
          <a:xfrm>
            <a:off x="1980202" y="1659729"/>
            <a:ext cx="1286100" cy="1404000"/>
          </a:xfrm>
          <a:prstGeom prst="straightConnector1">
            <a:avLst/>
          </a:prstGeom>
          <a:noFill/>
          <a:ln w="9525" cap="flat" cmpd="sng">
            <a:solidFill>
              <a:srgbClr val="868686"/>
            </a:solidFill>
            <a:prstDash val="solid"/>
            <a:round/>
            <a:headEnd type="none" w="sm" len="sm"/>
            <a:tailEnd type="none" w="sm" len="sm"/>
          </a:ln>
        </p:spPr>
      </p:cxnSp>
      <p:cxnSp>
        <p:nvCxnSpPr>
          <p:cNvPr id="1461" name="Google Shape;1461;p18"/>
          <p:cNvCxnSpPr>
            <a:stCxn id="1431" idx="4"/>
            <a:endCxn id="1436" idx="0"/>
          </p:cNvCxnSpPr>
          <p:nvPr/>
        </p:nvCxnSpPr>
        <p:spPr>
          <a:xfrm>
            <a:off x="1980202" y="2515408"/>
            <a:ext cx="1286100" cy="132600"/>
          </a:xfrm>
          <a:prstGeom prst="straightConnector1">
            <a:avLst/>
          </a:prstGeom>
          <a:noFill/>
          <a:ln w="9525" cap="flat" cmpd="sng">
            <a:solidFill>
              <a:srgbClr val="868686"/>
            </a:solidFill>
            <a:prstDash val="solid"/>
            <a:round/>
            <a:headEnd type="none" w="sm" len="sm"/>
            <a:tailEnd type="none" w="sm" len="sm"/>
          </a:ln>
        </p:spPr>
      </p:cxnSp>
      <p:cxnSp>
        <p:nvCxnSpPr>
          <p:cNvPr id="1462" name="Google Shape;1462;p18"/>
          <p:cNvCxnSpPr>
            <a:stCxn id="1432" idx="4"/>
            <a:endCxn id="1436" idx="0"/>
          </p:cNvCxnSpPr>
          <p:nvPr/>
        </p:nvCxnSpPr>
        <p:spPr>
          <a:xfrm>
            <a:off x="1980202" y="2087569"/>
            <a:ext cx="1286100" cy="560400"/>
          </a:xfrm>
          <a:prstGeom prst="straightConnector1">
            <a:avLst/>
          </a:prstGeom>
          <a:noFill/>
          <a:ln w="9525" cap="flat" cmpd="sng">
            <a:solidFill>
              <a:srgbClr val="868686"/>
            </a:solidFill>
            <a:prstDash val="solid"/>
            <a:round/>
            <a:headEnd type="none" w="sm" len="sm"/>
            <a:tailEnd type="none" w="sm" len="sm"/>
          </a:ln>
        </p:spPr>
      </p:cxnSp>
      <p:cxnSp>
        <p:nvCxnSpPr>
          <p:cNvPr id="1463" name="Google Shape;1463;p18"/>
          <p:cNvCxnSpPr>
            <a:stCxn id="1433" idx="4"/>
            <a:endCxn id="1436" idx="0"/>
          </p:cNvCxnSpPr>
          <p:nvPr/>
        </p:nvCxnSpPr>
        <p:spPr>
          <a:xfrm>
            <a:off x="1980202" y="1659729"/>
            <a:ext cx="1286100" cy="988500"/>
          </a:xfrm>
          <a:prstGeom prst="straightConnector1">
            <a:avLst/>
          </a:prstGeom>
          <a:noFill/>
          <a:ln w="9525" cap="flat" cmpd="sng">
            <a:solidFill>
              <a:srgbClr val="868686"/>
            </a:solidFill>
            <a:prstDash val="solid"/>
            <a:round/>
            <a:headEnd type="none" w="sm" len="sm"/>
            <a:tailEnd type="none" w="sm" len="sm"/>
          </a:ln>
        </p:spPr>
      </p:cxnSp>
      <p:cxnSp>
        <p:nvCxnSpPr>
          <p:cNvPr id="1464" name="Google Shape;1464;p18"/>
          <p:cNvCxnSpPr>
            <a:stCxn id="1434" idx="4"/>
            <a:endCxn id="1437" idx="1"/>
          </p:cNvCxnSpPr>
          <p:nvPr/>
        </p:nvCxnSpPr>
        <p:spPr>
          <a:xfrm>
            <a:off x="3633057" y="3479542"/>
            <a:ext cx="739200" cy="695100"/>
          </a:xfrm>
          <a:prstGeom prst="straightConnector1">
            <a:avLst/>
          </a:prstGeom>
          <a:noFill/>
          <a:ln w="9525" cap="flat" cmpd="sng">
            <a:solidFill>
              <a:srgbClr val="868686"/>
            </a:solidFill>
            <a:prstDash val="solid"/>
            <a:round/>
            <a:headEnd type="none" w="sm" len="sm"/>
            <a:tailEnd type="none" w="sm" len="sm"/>
          </a:ln>
        </p:spPr>
      </p:cxnSp>
      <p:sp>
        <p:nvSpPr>
          <p:cNvPr id="1465" name="Google Shape;1465;p18"/>
          <p:cNvSpPr/>
          <p:nvPr/>
        </p:nvSpPr>
        <p:spPr>
          <a:xfrm rot="-5400000">
            <a:off x="1613974" y="485541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466" name="Google Shape;1466;p18"/>
          <p:cNvSpPr/>
          <p:nvPr/>
        </p:nvSpPr>
        <p:spPr>
          <a:xfrm rot="-5400000">
            <a:off x="4319241" y="214635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467" name="Google Shape;1467;p18"/>
          <p:cNvCxnSpPr>
            <a:stCxn id="1465" idx="4"/>
            <a:endCxn id="1429" idx="0"/>
          </p:cNvCxnSpPr>
          <p:nvPr/>
        </p:nvCxnSpPr>
        <p:spPr>
          <a:xfrm rot="10800000" flipH="1">
            <a:off x="1980202" y="4197913"/>
            <a:ext cx="467700" cy="840900"/>
          </a:xfrm>
          <a:prstGeom prst="straightConnector1">
            <a:avLst/>
          </a:prstGeom>
          <a:noFill/>
          <a:ln w="9525" cap="flat" cmpd="sng">
            <a:solidFill>
              <a:srgbClr val="868686"/>
            </a:solidFill>
            <a:prstDash val="solid"/>
            <a:round/>
            <a:headEnd type="none" w="sm" len="sm"/>
            <a:tailEnd type="none" w="sm" len="sm"/>
          </a:ln>
        </p:spPr>
      </p:cxnSp>
      <p:cxnSp>
        <p:nvCxnSpPr>
          <p:cNvPr id="1468" name="Google Shape;1468;p18"/>
          <p:cNvCxnSpPr>
            <a:stCxn id="1465" idx="4"/>
            <a:endCxn id="1430" idx="0"/>
          </p:cNvCxnSpPr>
          <p:nvPr/>
        </p:nvCxnSpPr>
        <p:spPr>
          <a:xfrm rot="10800000" flipH="1">
            <a:off x="1980202" y="3770113"/>
            <a:ext cx="467700" cy="1268700"/>
          </a:xfrm>
          <a:prstGeom prst="straightConnector1">
            <a:avLst/>
          </a:prstGeom>
          <a:noFill/>
          <a:ln w="9525" cap="flat" cmpd="sng">
            <a:solidFill>
              <a:srgbClr val="868686"/>
            </a:solidFill>
            <a:prstDash val="solid"/>
            <a:round/>
            <a:headEnd type="none" w="sm" len="sm"/>
            <a:tailEnd type="none" w="sm" len="sm"/>
          </a:ln>
        </p:spPr>
      </p:cxnSp>
      <p:cxnSp>
        <p:nvCxnSpPr>
          <p:cNvPr id="1469" name="Google Shape;1469;p18"/>
          <p:cNvCxnSpPr>
            <a:stCxn id="1434" idx="4"/>
            <a:endCxn id="1438" idx="0"/>
          </p:cNvCxnSpPr>
          <p:nvPr/>
        </p:nvCxnSpPr>
        <p:spPr>
          <a:xfrm>
            <a:off x="3633057" y="3479542"/>
            <a:ext cx="685500" cy="137100"/>
          </a:xfrm>
          <a:prstGeom prst="straightConnector1">
            <a:avLst/>
          </a:prstGeom>
          <a:noFill/>
          <a:ln w="9525" cap="flat" cmpd="sng">
            <a:solidFill>
              <a:srgbClr val="868686"/>
            </a:solidFill>
            <a:prstDash val="solid"/>
            <a:round/>
            <a:headEnd type="none" w="sm" len="sm"/>
            <a:tailEnd type="none" w="sm" len="sm"/>
          </a:ln>
        </p:spPr>
      </p:cxnSp>
      <p:cxnSp>
        <p:nvCxnSpPr>
          <p:cNvPr id="1470" name="Google Shape;1470;p18"/>
          <p:cNvCxnSpPr>
            <a:stCxn id="1434" idx="4"/>
            <a:endCxn id="1439" idx="0"/>
          </p:cNvCxnSpPr>
          <p:nvPr/>
        </p:nvCxnSpPr>
        <p:spPr>
          <a:xfrm rot="10800000" flipH="1">
            <a:off x="3633057" y="3187642"/>
            <a:ext cx="685500" cy="291900"/>
          </a:xfrm>
          <a:prstGeom prst="straightConnector1">
            <a:avLst/>
          </a:prstGeom>
          <a:noFill/>
          <a:ln w="9525" cap="flat" cmpd="sng">
            <a:solidFill>
              <a:srgbClr val="868686"/>
            </a:solidFill>
            <a:prstDash val="solid"/>
            <a:round/>
            <a:headEnd type="none" w="sm" len="sm"/>
            <a:tailEnd type="none" w="sm" len="sm"/>
          </a:ln>
        </p:spPr>
      </p:cxnSp>
      <p:cxnSp>
        <p:nvCxnSpPr>
          <p:cNvPr id="1471" name="Google Shape;1471;p18"/>
          <p:cNvCxnSpPr>
            <a:stCxn id="1434" idx="4"/>
            <a:endCxn id="1440" idx="0"/>
          </p:cNvCxnSpPr>
          <p:nvPr/>
        </p:nvCxnSpPr>
        <p:spPr>
          <a:xfrm rot="10800000" flipH="1">
            <a:off x="3633057" y="2758642"/>
            <a:ext cx="685500" cy="720900"/>
          </a:xfrm>
          <a:prstGeom prst="straightConnector1">
            <a:avLst/>
          </a:prstGeom>
          <a:noFill/>
          <a:ln w="9525" cap="flat" cmpd="sng">
            <a:solidFill>
              <a:srgbClr val="868686"/>
            </a:solidFill>
            <a:prstDash val="solid"/>
            <a:round/>
            <a:headEnd type="none" w="sm" len="sm"/>
            <a:tailEnd type="none" w="sm" len="sm"/>
          </a:ln>
        </p:spPr>
      </p:cxnSp>
      <p:cxnSp>
        <p:nvCxnSpPr>
          <p:cNvPr id="1472" name="Google Shape;1472;p18"/>
          <p:cNvCxnSpPr>
            <a:stCxn id="1434" idx="4"/>
            <a:endCxn id="1466" idx="0"/>
          </p:cNvCxnSpPr>
          <p:nvPr/>
        </p:nvCxnSpPr>
        <p:spPr>
          <a:xfrm rot="10800000" flipH="1">
            <a:off x="3633057" y="2329642"/>
            <a:ext cx="685500" cy="1149900"/>
          </a:xfrm>
          <a:prstGeom prst="straightConnector1">
            <a:avLst/>
          </a:prstGeom>
          <a:noFill/>
          <a:ln w="9525" cap="flat" cmpd="sng">
            <a:solidFill>
              <a:srgbClr val="868686"/>
            </a:solidFill>
            <a:prstDash val="solid"/>
            <a:round/>
            <a:headEnd type="none" w="sm" len="sm"/>
            <a:tailEnd type="none" w="sm" len="sm"/>
          </a:ln>
        </p:spPr>
      </p:cxnSp>
      <p:cxnSp>
        <p:nvCxnSpPr>
          <p:cNvPr id="1473" name="Google Shape;1473;p18"/>
          <p:cNvCxnSpPr>
            <a:stCxn id="1435" idx="4"/>
            <a:endCxn id="1437" idx="0"/>
          </p:cNvCxnSpPr>
          <p:nvPr/>
        </p:nvCxnSpPr>
        <p:spPr>
          <a:xfrm>
            <a:off x="3633057" y="3063829"/>
            <a:ext cx="685500" cy="981600"/>
          </a:xfrm>
          <a:prstGeom prst="straightConnector1">
            <a:avLst/>
          </a:prstGeom>
          <a:noFill/>
          <a:ln w="9525" cap="flat" cmpd="sng">
            <a:solidFill>
              <a:srgbClr val="868686"/>
            </a:solidFill>
            <a:prstDash val="solid"/>
            <a:round/>
            <a:headEnd type="none" w="sm" len="sm"/>
            <a:tailEnd type="none" w="sm" len="sm"/>
          </a:ln>
        </p:spPr>
      </p:cxnSp>
      <p:cxnSp>
        <p:nvCxnSpPr>
          <p:cNvPr id="1474" name="Google Shape;1474;p18"/>
          <p:cNvCxnSpPr>
            <a:stCxn id="1435" idx="4"/>
            <a:endCxn id="1438" idx="0"/>
          </p:cNvCxnSpPr>
          <p:nvPr/>
        </p:nvCxnSpPr>
        <p:spPr>
          <a:xfrm>
            <a:off x="3633057" y="3063829"/>
            <a:ext cx="685500" cy="552600"/>
          </a:xfrm>
          <a:prstGeom prst="straightConnector1">
            <a:avLst/>
          </a:prstGeom>
          <a:noFill/>
          <a:ln w="9525" cap="flat" cmpd="sng">
            <a:solidFill>
              <a:srgbClr val="868686"/>
            </a:solidFill>
            <a:prstDash val="solid"/>
            <a:round/>
            <a:headEnd type="none" w="sm" len="sm"/>
            <a:tailEnd type="none" w="sm" len="sm"/>
          </a:ln>
        </p:spPr>
      </p:cxnSp>
      <p:cxnSp>
        <p:nvCxnSpPr>
          <p:cNvPr id="1475" name="Google Shape;1475;p18"/>
          <p:cNvCxnSpPr>
            <a:stCxn id="1435" idx="4"/>
            <a:endCxn id="1439" idx="0"/>
          </p:cNvCxnSpPr>
          <p:nvPr/>
        </p:nvCxnSpPr>
        <p:spPr>
          <a:xfrm>
            <a:off x="3633057" y="3063829"/>
            <a:ext cx="685500" cy="123900"/>
          </a:xfrm>
          <a:prstGeom prst="straightConnector1">
            <a:avLst/>
          </a:prstGeom>
          <a:noFill/>
          <a:ln w="9525" cap="flat" cmpd="sng">
            <a:solidFill>
              <a:srgbClr val="868686"/>
            </a:solidFill>
            <a:prstDash val="solid"/>
            <a:round/>
            <a:headEnd type="none" w="sm" len="sm"/>
            <a:tailEnd type="none" w="sm" len="sm"/>
          </a:ln>
        </p:spPr>
      </p:cxnSp>
      <p:cxnSp>
        <p:nvCxnSpPr>
          <p:cNvPr id="1476" name="Google Shape;1476;p18"/>
          <p:cNvCxnSpPr>
            <a:stCxn id="1435" idx="4"/>
            <a:endCxn id="1440" idx="0"/>
          </p:cNvCxnSpPr>
          <p:nvPr/>
        </p:nvCxnSpPr>
        <p:spPr>
          <a:xfrm rot="10800000" flipH="1">
            <a:off x="3633057" y="2758729"/>
            <a:ext cx="685500" cy="305100"/>
          </a:xfrm>
          <a:prstGeom prst="straightConnector1">
            <a:avLst/>
          </a:prstGeom>
          <a:noFill/>
          <a:ln w="9525" cap="flat" cmpd="sng">
            <a:solidFill>
              <a:srgbClr val="868686"/>
            </a:solidFill>
            <a:prstDash val="solid"/>
            <a:round/>
            <a:headEnd type="none" w="sm" len="sm"/>
            <a:tailEnd type="none" w="sm" len="sm"/>
          </a:ln>
        </p:spPr>
      </p:cxnSp>
      <p:cxnSp>
        <p:nvCxnSpPr>
          <p:cNvPr id="1477" name="Google Shape;1477;p18"/>
          <p:cNvCxnSpPr>
            <a:stCxn id="1435" idx="4"/>
            <a:endCxn id="1466" idx="0"/>
          </p:cNvCxnSpPr>
          <p:nvPr/>
        </p:nvCxnSpPr>
        <p:spPr>
          <a:xfrm rot="10800000" flipH="1">
            <a:off x="3633057" y="2329729"/>
            <a:ext cx="685500" cy="734100"/>
          </a:xfrm>
          <a:prstGeom prst="straightConnector1">
            <a:avLst/>
          </a:prstGeom>
          <a:noFill/>
          <a:ln w="9525" cap="flat" cmpd="sng">
            <a:solidFill>
              <a:srgbClr val="868686"/>
            </a:solidFill>
            <a:prstDash val="solid"/>
            <a:round/>
            <a:headEnd type="none" w="sm" len="sm"/>
            <a:tailEnd type="none" w="sm" len="sm"/>
          </a:ln>
        </p:spPr>
      </p:cxnSp>
      <p:cxnSp>
        <p:nvCxnSpPr>
          <p:cNvPr id="1478" name="Google Shape;1478;p18"/>
          <p:cNvCxnSpPr>
            <a:stCxn id="1436" idx="4"/>
            <a:endCxn id="1437" idx="0"/>
          </p:cNvCxnSpPr>
          <p:nvPr/>
        </p:nvCxnSpPr>
        <p:spPr>
          <a:xfrm>
            <a:off x="3633057" y="2648118"/>
            <a:ext cx="685500" cy="1397400"/>
          </a:xfrm>
          <a:prstGeom prst="straightConnector1">
            <a:avLst/>
          </a:prstGeom>
          <a:noFill/>
          <a:ln w="9525" cap="flat" cmpd="sng">
            <a:solidFill>
              <a:srgbClr val="868686"/>
            </a:solidFill>
            <a:prstDash val="solid"/>
            <a:round/>
            <a:headEnd type="none" w="sm" len="sm"/>
            <a:tailEnd type="none" w="sm" len="sm"/>
          </a:ln>
        </p:spPr>
      </p:cxnSp>
      <p:cxnSp>
        <p:nvCxnSpPr>
          <p:cNvPr id="1479" name="Google Shape;1479;p18"/>
          <p:cNvCxnSpPr>
            <a:stCxn id="1436" idx="4"/>
            <a:endCxn id="1438" idx="0"/>
          </p:cNvCxnSpPr>
          <p:nvPr/>
        </p:nvCxnSpPr>
        <p:spPr>
          <a:xfrm>
            <a:off x="3633057" y="2648118"/>
            <a:ext cx="685500" cy="968400"/>
          </a:xfrm>
          <a:prstGeom prst="straightConnector1">
            <a:avLst/>
          </a:prstGeom>
          <a:noFill/>
          <a:ln w="9525" cap="flat" cmpd="sng">
            <a:solidFill>
              <a:srgbClr val="868686"/>
            </a:solidFill>
            <a:prstDash val="solid"/>
            <a:round/>
            <a:headEnd type="none" w="sm" len="sm"/>
            <a:tailEnd type="none" w="sm" len="sm"/>
          </a:ln>
        </p:spPr>
      </p:cxnSp>
      <p:cxnSp>
        <p:nvCxnSpPr>
          <p:cNvPr id="1480" name="Google Shape;1480;p18"/>
          <p:cNvCxnSpPr>
            <a:stCxn id="1436" idx="4"/>
            <a:endCxn id="1439" idx="0"/>
          </p:cNvCxnSpPr>
          <p:nvPr/>
        </p:nvCxnSpPr>
        <p:spPr>
          <a:xfrm>
            <a:off x="3633057" y="2648118"/>
            <a:ext cx="685500" cy="539400"/>
          </a:xfrm>
          <a:prstGeom prst="straightConnector1">
            <a:avLst/>
          </a:prstGeom>
          <a:noFill/>
          <a:ln w="9525" cap="flat" cmpd="sng">
            <a:solidFill>
              <a:srgbClr val="868686"/>
            </a:solidFill>
            <a:prstDash val="solid"/>
            <a:round/>
            <a:headEnd type="none" w="sm" len="sm"/>
            <a:tailEnd type="none" w="sm" len="sm"/>
          </a:ln>
        </p:spPr>
      </p:cxnSp>
      <p:cxnSp>
        <p:nvCxnSpPr>
          <p:cNvPr id="1481" name="Google Shape;1481;p18"/>
          <p:cNvCxnSpPr>
            <a:stCxn id="1436" idx="4"/>
            <a:endCxn id="1440" idx="0"/>
          </p:cNvCxnSpPr>
          <p:nvPr/>
        </p:nvCxnSpPr>
        <p:spPr>
          <a:xfrm>
            <a:off x="3633057" y="2648118"/>
            <a:ext cx="685500" cy="110400"/>
          </a:xfrm>
          <a:prstGeom prst="straightConnector1">
            <a:avLst/>
          </a:prstGeom>
          <a:noFill/>
          <a:ln w="9525" cap="flat" cmpd="sng">
            <a:solidFill>
              <a:srgbClr val="868686"/>
            </a:solidFill>
            <a:prstDash val="solid"/>
            <a:round/>
            <a:headEnd type="none" w="sm" len="sm"/>
            <a:tailEnd type="none" w="sm" len="sm"/>
          </a:ln>
        </p:spPr>
      </p:cxnSp>
      <p:cxnSp>
        <p:nvCxnSpPr>
          <p:cNvPr id="1482" name="Google Shape;1482;p18"/>
          <p:cNvCxnSpPr>
            <a:stCxn id="1436" idx="4"/>
            <a:endCxn id="1466" idx="0"/>
          </p:cNvCxnSpPr>
          <p:nvPr/>
        </p:nvCxnSpPr>
        <p:spPr>
          <a:xfrm rot="10800000" flipH="1">
            <a:off x="3633057" y="2329818"/>
            <a:ext cx="685500" cy="318300"/>
          </a:xfrm>
          <a:prstGeom prst="straightConnector1">
            <a:avLst/>
          </a:prstGeom>
          <a:noFill/>
          <a:ln w="9525" cap="flat" cmpd="sng">
            <a:solidFill>
              <a:srgbClr val="868686"/>
            </a:solidFill>
            <a:prstDash val="solid"/>
            <a:round/>
            <a:headEnd type="none" w="sm" len="sm"/>
            <a:tailEnd type="none" w="sm" len="sm"/>
          </a:ln>
        </p:spPr>
      </p:cxnSp>
      <p:sp>
        <p:nvSpPr>
          <p:cNvPr id="1483" name="Google Shape;1483;p18"/>
          <p:cNvSpPr/>
          <p:nvPr/>
        </p:nvSpPr>
        <p:spPr>
          <a:xfrm>
            <a:off x="1209675" y="528658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484" name="Google Shape;1484;p18"/>
          <p:cNvSpPr/>
          <p:nvPr/>
        </p:nvSpPr>
        <p:spPr>
          <a:xfrm>
            <a:off x="3914942" y="433615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485" name="Google Shape;1485;p18"/>
          <p:cNvSpPr/>
          <p:nvPr/>
        </p:nvSpPr>
        <p:spPr>
          <a:xfrm>
            <a:off x="2199447" y="4643901"/>
            <a:ext cx="1563923" cy="482612"/>
          </a:xfrm>
          <a:prstGeom prst="rect">
            <a:avLst/>
          </a:prstGeom>
          <a:solidFill>
            <a:srgbClr val="C0E3F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嵌入层</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486" name="Google Shape;1486;p18"/>
          <p:cNvSpPr/>
          <p:nvPr/>
        </p:nvSpPr>
        <p:spPr>
          <a:xfrm>
            <a:off x="3064314" y="3796655"/>
            <a:ext cx="752942" cy="482612"/>
          </a:xfrm>
          <a:prstGeom prst="rect">
            <a:avLst/>
          </a:prstGeom>
          <a:solidFill>
            <a:srgbClr val="DCDCDC"/>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RNN</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487" name="Google Shape;1487;p18"/>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88" name="Google Shape;1488;p18"/>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89" name="Google Shape;1489;p18"/>
          <p:cNvSpPr txBox="1"/>
          <p:nvPr/>
        </p:nvSpPr>
        <p:spPr>
          <a:xfrm>
            <a:off x="1338237" y="3194748"/>
            <a:ext cx="306494"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0" name="Google Shape;1490;p18"/>
          <p:cNvSpPr txBox="1"/>
          <p:nvPr/>
        </p:nvSpPr>
        <p:spPr>
          <a:xfrm>
            <a:off x="1338236" y="3615022"/>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1" name="Google Shape;1491;p18"/>
          <p:cNvSpPr txBox="1"/>
          <p:nvPr/>
        </p:nvSpPr>
        <p:spPr>
          <a:xfrm>
            <a:off x="1338236" y="40352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2" name="Google Shape;1492;p18"/>
          <p:cNvSpPr txBox="1"/>
          <p:nvPr/>
        </p:nvSpPr>
        <p:spPr>
          <a:xfrm>
            <a:off x="1338236" y="4455570"/>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3" name="Google Shape;1493;p18"/>
          <p:cNvSpPr txBox="1"/>
          <p:nvPr/>
        </p:nvSpPr>
        <p:spPr>
          <a:xfrm>
            <a:off x="1338236" y="487584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4" name="Google Shape;1494;p18"/>
          <p:cNvSpPr txBox="1"/>
          <p:nvPr/>
        </p:nvSpPr>
        <p:spPr>
          <a:xfrm>
            <a:off x="4673532" y="2192932"/>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5" name="Google Shape;1495;p18"/>
          <p:cNvSpPr txBox="1"/>
          <p:nvPr/>
        </p:nvSpPr>
        <p:spPr>
          <a:xfrm>
            <a:off x="4673532" y="2613206"/>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6" name="Google Shape;1496;p18"/>
          <p:cNvSpPr txBox="1"/>
          <p:nvPr/>
        </p:nvSpPr>
        <p:spPr>
          <a:xfrm>
            <a:off x="4673532" y="3033480"/>
            <a:ext cx="566181"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7" name="Google Shape;1497;p18"/>
          <p:cNvSpPr txBox="1"/>
          <p:nvPr/>
        </p:nvSpPr>
        <p:spPr>
          <a:xfrm>
            <a:off x="4673532" y="3437307"/>
            <a:ext cx="566181"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8" name="Google Shape;1498;p18"/>
          <p:cNvSpPr txBox="1"/>
          <p:nvPr/>
        </p:nvSpPr>
        <p:spPr>
          <a:xfrm>
            <a:off x="4673532" y="3874029"/>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499" name="Google Shape;1499;p18"/>
          <p:cNvSpPr/>
          <p:nvPr/>
        </p:nvSpPr>
        <p:spPr>
          <a:xfrm>
            <a:off x="3026214" y="2281247"/>
            <a:ext cx="802906" cy="1549872"/>
          </a:xfrm>
          <a:prstGeom prst="rect">
            <a:avLst/>
          </a:prstGeom>
          <a:noFill/>
          <a:ln w="762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.6</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00" name="Google Shape;1500;p18"/>
          <p:cNvSpPr txBox="1"/>
          <p:nvPr/>
        </p:nvSpPr>
        <p:spPr>
          <a:xfrm>
            <a:off x="1324176" y="15086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01" name="Google Shape;1501;p18"/>
          <p:cNvSpPr txBox="1"/>
          <p:nvPr/>
        </p:nvSpPr>
        <p:spPr>
          <a:xfrm>
            <a:off x="1324176" y="193961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02" name="Google Shape;1502;p18"/>
          <p:cNvSpPr txBox="1"/>
          <p:nvPr/>
        </p:nvSpPr>
        <p:spPr>
          <a:xfrm>
            <a:off x="1324176" y="2357834"/>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508" name="Google Shape;1508;p19"/>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509" name="Google Shape;1509;p19"/>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510" name="Google Shape;1510;p19"/>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511" name="Google Shape;1511;p19"/>
          <p:cNvSpPr/>
          <p:nvPr/>
        </p:nvSpPr>
        <p:spPr>
          <a:xfrm rot="-5400000">
            <a:off x="1613974" y="443128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2" name="Google Shape;1512;p19"/>
          <p:cNvSpPr/>
          <p:nvPr/>
        </p:nvSpPr>
        <p:spPr>
          <a:xfrm rot="-5400000">
            <a:off x="1613974" y="400716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3" name="Google Shape;1513;p19"/>
          <p:cNvSpPr/>
          <p:nvPr/>
        </p:nvSpPr>
        <p:spPr>
          <a:xfrm rot="-5400000">
            <a:off x="1613974" y="358303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4" name="Google Shape;1514;p19"/>
          <p:cNvSpPr/>
          <p:nvPr/>
        </p:nvSpPr>
        <p:spPr>
          <a:xfrm rot="-5400000">
            <a:off x="1613974" y="315891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5" name="Google Shape;1515;p19"/>
          <p:cNvSpPr/>
          <p:nvPr/>
        </p:nvSpPr>
        <p:spPr>
          <a:xfrm rot="-5400000">
            <a:off x="2448581" y="4014588"/>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6" name="Google Shape;1516;p19"/>
          <p:cNvSpPr/>
          <p:nvPr/>
        </p:nvSpPr>
        <p:spPr>
          <a:xfrm rot="-5400000">
            <a:off x="2448581" y="3586749"/>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7" name="Google Shape;1517;p19"/>
          <p:cNvSpPr/>
          <p:nvPr/>
        </p:nvSpPr>
        <p:spPr>
          <a:xfrm rot="-5400000">
            <a:off x="1613974" y="233200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8" name="Google Shape;1518;p19"/>
          <p:cNvSpPr/>
          <p:nvPr/>
        </p:nvSpPr>
        <p:spPr>
          <a:xfrm rot="-5400000">
            <a:off x="1613974" y="1904167"/>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19" name="Google Shape;1519;p19"/>
          <p:cNvSpPr/>
          <p:nvPr/>
        </p:nvSpPr>
        <p:spPr>
          <a:xfrm rot="-5400000">
            <a:off x="1613974" y="14763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0" name="Google Shape;1520;p19"/>
          <p:cNvSpPr/>
          <p:nvPr/>
        </p:nvSpPr>
        <p:spPr>
          <a:xfrm rot="-5400000">
            <a:off x="3266829" y="3296141"/>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1" name="Google Shape;1521;p19"/>
          <p:cNvSpPr/>
          <p:nvPr/>
        </p:nvSpPr>
        <p:spPr>
          <a:xfrm rot="-5400000">
            <a:off x="3266829" y="28804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2" name="Google Shape;1522;p19"/>
          <p:cNvSpPr/>
          <p:nvPr/>
        </p:nvSpPr>
        <p:spPr>
          <a:xfrm rot="-5400000">
            <a:off x="3266829" y="246471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3" name="Google Shape;1523;p19"/>
          <p:cNvSpPr/>
          <p:nvPr/>
        </p:nvSpPr>
        <p:spPr>
          <a:xfrm rot="-5400000">
            <a:off x="4319241" y="3862012"/>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4" name="Google Shape;1524;p19"/>
          <p:cNvSpPr/>
          <p:nvPr/>
        </p:nvSpPr>
        <p:spPr>
          <a:xfrm rot="-5400000">
            <a:off x="4319241" y="343309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5" name="Google Shape;1525;p19"/>
          <p:cNvSpPr/>
          <p:nvPr/>
        </p:nvSpPr>
        <p:spPr>
          <a:xfrm rot="-5400000">
            <a:off x="4319241" y="300418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26" name="Google Shape;1526;p19"/>
          <p:cNvSpPr/>
          <p:nvPr/>
        </p:nvSpPr>
        <p:spPr>
          <a:xfrm rot="-5400000">
            <a:off x="4319241" y="2575264"/>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527" name="Google Shape;1527;p19"/>
          <p:cNvCxnSpPr>
            <a:stCxn id="1511" idx="4"/>
            <a:endCxn id="1515" idx="0"/>
          </p:cNvCxnSpPr>
          <p:nvPr/>
        </p:nvCxnSpPr>
        <p:spPr>
          <a:xfrm rot="10800000" flipH="1">
            <a:off x="1980202" y="4197988"/>
            <a:ext cx="467700" cy="416700"/>
          </a:xfrm>
          <a:prstGeom prst="straightConnector1">
            <a:avLst/>
          </a:prstGeom>
          <a:noFill/>
          <a:ln w="9525" cap="flat" cmpd="sng">
            <a:solidFill>
              <a:srgbClr val="868686"/>
            </a:solidFill>
            <a:prstDash val="solid"/>
            <a:round/>
            <a:headEnd type="none" w="sm" len="sm"/>
            <a:tailEnd type="none" w="sm" len="sm"/>
          </a:ln>
        </p:spPr>
      </p:cxnSp>
      <p:cxnSp>
        <p:nvCxnSpPr>
          <p:cNvPr id="1528" name="Google Shape;1528;p19"/>
          <p:cNvCxnSpPr>
            <a:stCxn id="1511" idx="4"/>
            <a:endCxn id="1516" idx="0"/>
          </p:cNvCxnSpPr>
          <p:nvPr/>
        </p:nvCxnSpPr>
        <p:spPr>
          <a:xfrm rot="10800000" flipH="1">
            <a:off x="1980202" y="3770188"/>
            <a:ext cx="467700" cy="844500"/>
          </a:xfrm>
          <a:prstGeom prst="straightConnector1">
            <a:avLst/>
          </a:prstGeom>
          <a:noFill/>
          <a:ln w="9525" cap="flat" cmpd="sng">
            <a:solidFill>
              <a:srgbClr val="868686"/>
            </a:solidFill>
            <a:prstDash val="solid"/>
            <a:round/>
            <a:headEnd type="none" w="sm" len="sm"/>
            <a:tailEnd type="none" w="sm" len="sm"/>
          </a:ln>
        </p:spPr>
      </p:cxnSp>
      <p:cxnSp>
        <p:nvCxnSpPr>
          <p:cNvPr id="1529" name="Google Shape;1529;p19"/>
          <p:cNvCxnSpPr>
            <a:stCxn id="1512" idx="4"/>
            <a:endCxn id="1515" idx="0"/>
          </p:cNvCxnSpPr>
          <p:nvPr/>
        </p:nvCxnSpPr>
        <p:spPr>
          <a:xfrm>
            <a:off x="1980202" y="4190563"/>
            <a:ext cx="467700" cy="7500"/>
          </a:xfrm>
          <a:prstGeom prst="straightConnector1">
            <a:avLst/>
          </a:prstGeom>
          <a:noFill/>
          <a:ln w="9525" cap="flat" cmpd="sng">
            <a:solidFill>
              <a:srgbClr val="868686"/>
            </a:solidFill>
            <a:prstDash val="solid"/>
            <a:round/>
            <a:headEnd type="none" w="sm" len="sm"/>
            <a:tailEnd type="none" w="sm" len="sm"/>
          </a:ln>
        </p:spPr>
      </p:cxnSp>
      <p:cxnSp>
        <p:nvCxnSpPr>
          <p:cNvPr id="1530" name="Google Shape;1530;p19"/>
          <p:cNvCxnSpPr>
            <a:stCxn id="1512" idx="4"/>
            <a:endCxn id="1516" idx="0"/>
          </p:cNvCxnSpPr>
          <p:nvPr/>
        </p:nvCxnSpPr>
        <p:spPr>
          <a:xfrm rot="10800000" flipH="1">
            <a:off x="1980202" y="3770263"/>
            <a:ext cx="467700" cy="420300"/>
          </a:xfrm>
          <a:prstGeom prst="straightConnector1">
            <a:avLst/>
          </a:prstGeom>
          <a:noFill/>
          <a:ln w="9525" cap="flat" cmpd="sng">
            <a:solidFill>
              <a:srgbClr val="868686"/>
            </a:solidFill>
            <a:prstDash val="solid"/>
            <a:round/>
            <a:headEnd type="none" w="sm" len="sm"/>
            <a:tailEnd type="none" w="sm" len="sm"/>
          </a:ln>
        </p:spPr>
      </p:cxnSp>
      <p:cxnSp>
        <p:nvCxnSpPr>
          <p:cNvPr id="1531" name="Google Shape;1531;p19"/>
          <p:cNvCxnSpPr>
            <a:stCxn id="1513" idx="4"/>
            <a:endCxn id="1515" idx="0"/>
          </p:cNvCxnSpPr>
          <p:nvPr/>
        </p:nvCxnSpPr>
        <p:spPr>
          <a:xfrm>
            <a:off x="1980202" y="3766438"/>
            <a:ext cx="467700" cy="431700"/>
          </a:xfrm>
          <a:prstGeom prst="straightConnector1">
            <a:avLst/>
          </a:prstGeom>
          <a:noFill/>
          <a:ln w="9525" cap="flat" cmpd="sng">
            <a:solidFill>
              <a:srgbClr val="868686"/>
            </a:solidFill>
            <a:prstDash val="solid"/>
            <a:round/>
            <a:headEnd type="none" w="sm" len="sm"/>
            <a:tailEnd type="none" w="sm" len="sm"/>
          </a:ln>
        </p:spPr>
      </p:cxnSp>
      <p:cxnSp>
        <p:nvCxnSpPr>
          <p:cNvPr id="1532" name="Google Shape;1532;p19"/>
          <p:cNvCxnSpPr>
            <a:stCxn id="1513" idx="4"/>
            <a:endCxn id="1516" idx="0"/>
          </p:cNvCxnSpPr>
          <p:nvPr/>
        </p:nvCxnSpPr>
        <p:spPr>
          <a:xfrm>
            <a:off x="1980202" y="3766438"/>
            <a:ext cx="467700" cy="3600"/>
          </a:xfrm>
          <a:prstGeom prst="straightConnector1">
            <a:avLst/>
          </a:prstGeom>
          <a:noFill/>
          <a:ln w="9525" cap="flat" cmpd="sng">
            <a:solidFill>
              <a:srgbClr val="868686"/>
            </a:solidFill>
            <a:prstDash val="solid"/>
            <a:round/>
            <a:headEnd type="none" w="sm" len="sm"/>
            <a:tailEnd type="none" w="sm" len="sm"/>
          </a:ln>
        </p:spPr>
      </p:cxnSp>
      <p:cxnSp>
        <p:nvCxnSpPr>
          <p:cNvPr id="1533" name="Google Shape;1533;p19"/>
          <p:cNvCxnSpPr>
            <a:stCxn id="1514" idx="4"/>
            <a:endCxn id="1516" idx="0"/>
          </p:cNvCxnSpPr>
          <p:nvPr/>
        </p:nvCxnSpPr>
        <p:spPr>
          <a:xfrm>
            <a:off x="1980202" y="3342311"/>
            <a:ext cx="467700" cy="427800"/>
          </a:xfrm>
          <a:prstGeom prst="straightConnector1">
            <a:avLst/>
          </a:prstGeom>
          <a:noFill/>
          <a:ln w="9525" cap="flat" cmpd="sng">
            <a:solidFill>
              <a:srgbClr val="868686"/>
            </a:solidFill>
            <a:prstDash val="solid"/>
            <a:round/>
            <a:headEnd type="none" w="sm" len="sm"/>
            <a:tailEnd type="none" w="sm" len="sm"/>
          </a:ln>
        </p:spPr>
      </p:cxnSp>
      <p:cxnSp>
        <p:nvCxnSpPr>
          <p:cNvPr id="1534" name="Google Shape;1534;p19"/>
          <p:cNvCxnSpPr>
            <a:stCxn id="1514" idx="4"/>
            <a:endCxn id="1515" idx="0"/>
          </p:cNvCxnSpPr>
          <p:nvPr/>
        </p:nvCxnSpPr>
        <p:spPr>
          <a:xfrm>
            <a:off x="1980202" y="3342311"/>
            <a:ext cx="467700" cy="855600"/>
          </a:xfrm>
          <a:prstGeom prst="straightConnector1">
            <a:avLst/>
          </a:prstGeom>
          <a:noFill/>
          <a:ln w="9525" cap="flat" cmpd="sng">
            <a:solidFill>
              <a:srgbClr val="868686"/>
            </a:solidFill>
            <a:prstDash val="solid"/>
            <a:round/>
            <a:headEnd type="none" w="sm" len="sm"/>
            <a:tailEnd type="none" w="sm" len="sm"/>
          </a:ln>
        </p:spPr>
      </p:cxnSp>
      <p:cxnSp>
        <p:nvCxnSpPr>
          <p:cNvPr id="1535" name="Google Shape;1535;p19"/>
          <p:cNvCxnSpPr>
            <a:stCxn id="1515" idx="4"/>
            <a:endCxn id="1520" idx="0"/>
          </p:cNvCxnSpPr>
          <p:nvPr/>
        </p:nvCxnSpPr>
        <p:spPr>
          <a:xfrm rot="10800000" flipH="1">
            <a:off x="2814808" y="3479490"/>
            <a:ext cx="451500" cy="718500"/>
          </a:xfrm>
          <a:prstGeom prst="straightConnector1">
            <a:avLst/>
          </a:prstGeom>
          <a:noFill/>
          <a:ln w="9525" cap="flat" cmpd="sng">
            <a:solidFill>
              <a:srgbClr val="868686"/>
            </a:solidFill>
            <a:prstDash val="solid"/>
            <a:round/>
            <a:headEnd type="none" w="sm" len="sm"/>
            <a:tailEnd type="none" w="sm" len="sm"/>
          </a:ln>
        </p:spPr>
      </p:cxnSp>
      <p:cxnSp>
        <p:nvCxnSpPr>
          <p:cNvPr id="1536" name="Google Shape;1536;p19"/>
          <p:cNvCxnSpPr>
            <a:stCxn id="1515" idx="4"/>
            <a:endCxn id="1521" idx="0"/>
          </p:cNvCxnSpPr>
          <p:nvPr/>
        </p:nvCxnSpPr>
        <p:spPr>
          <a:xfrm rot="10800000" flipH="1">
            <a:off x="2814808" y="3063690"/>
            <a:ext cx="451500" cy="1134300"/>
          </a:xfrm>
          <a:prstGeom prst="straightConnector1">
            <a:avLst/>
          </a:prstGeom>
          <a:noFill/>
          <a:ln w="9525" cap="flat" cmpd="sng">
            <a:solidFill>
              <a:srgbClr val="868686"/>
            </a:solidFill>
            <a:prstDash val="solid"/>
            <a:round/>
            <a:headEnd type="none" w="sm" len="sm"/>
            <a:tailEnd type="none" w="sm" len="sm"/>
          </a:ln>
        </p:spPr>
      </p:cxnSp>
      <p:cxnSp>
        <p:nvCxnSpPr>
          <p:cNvPr id="1537" name="Google Shape;1537;p19"/>
          <p:cNvCxnSpPr>
            <a:stCxn id="1515" idx="4"/>
            <a:endCxn id="1522" idx="0"/>
          </p:cNvCxnSpPr>
          <p:nvPr/>
        </p:nvCxnSpPr>
        <p:spPr>
          <a:xfrm rot="10800000" flipH="1">
            <a:off x="2814808" y="2648190"/>
            <a:ext cx="451500" cy="1549800"/>
          </a:xfrm>
          <a:prstGeom prst="straightConnector1">
            <a:avLst/>
          </a:prstGeom>
          <a:noFill/>
          <a:ln w="9525" cap="flat" cmpd="sng">
            <a:solidFill>
              <a:srgbClr val="868686"/>
            </a:solidFill>
            <a:prstDash val="solid"/>
            <a:round/>
            <a:headEnd type="none" w="sm" len="sm"/>
            <a:tailEnd type="none" w="sm" len="sm"/>
          </a:ln>
        </p:spPr>
      </p:cxnSp>
      <p:cxnSp>
        <p:nvCxnSpPr>
          <p:cNvPr id="1538" name="Google Shape;1538;p19"/>
          <p:cNvCxnSpPr>
            <a:stCxn id="1516" idx="4"/>
            <a:endCxn id="1520" idx="0"/>
          </p:cNvCxnSpPr>
          <p:nvPr/>
        </p:nvCxnSpPr>
        <p:spPr>
          <a:xfrm rot="10800000" flipH="1">
            <a:off x="2814808" y="3479451"/>
            <a:ext cx="451500" cy="290700"/>
          </a:xfrm>
          <a:prstGeom prst="straightConnector1">
            <a:avLst/>
          </a:prstGeom>
          <a:noFill/>
          <a:ln w="9525" cap="flat" cmpd="sng">
            <a:solidFill>
              <a:srgbClr val="868686"/>
            </a:solidFill>
            <a:prstDash val="solid"/>
            <a:round/>
            <a:headEnd type="none" w="sm" len="sm"/>
            <a:tailEnd type="none" w="sm" len="sm"/>
          </a:ln>
        </p:spPr>
      </p:cxnSp>
      <p:cxnSp>
        <p:nvCxnSpPr>
          <p:cNvPr id="1539" name="Google Shape;1539;p19"/>
          <p:cNvCxnSpPr>
            <a:stCxn id="1516" idx="3"/>
            <a:endCxn id="1521" idx="0"/>
          </p:cNvCxnSpPr>
          <p:nvPr/>
        </p:nvCxnSpPr>
        <p:spPr>
          <a:xfrm rot="10800000" flipH="1">
            <a:off x="2761091" y="3063928"/>
            <a:ext cx="505200" cy="835500"/>
          </a:xfrm>
          <a:prstGeom prst="straightConnector1">
            <a:avLst/>
          </a:prstGeom>
          <a:noFill/>
          <a:ln w="9525" cap="flat" cmpd="sng">
            <a:solidFill>
              <a:srgbClr val="868686"/>
            </a:solidFill>
            <a:prstDash val="solid"/>
            <a:round/>
            <a:headEnd type="none" w="sm" len="sm"/>
            <a:tailEnd type="none" w="sm" len="sm"/>
          </a:ln>
        </p:spPr>
      </p:cxnSp>
      <p:cxnSp>
        <p:nvCxnSpPr>
          <p:cNvPr id="1540" name="Google Shape;1540;p19"/>
          <p:cNvCxnSpPr>
            <a:stCxn id="1516" idx="4"/>
            <a:endCxn id="1522" idx="0"/>
          </p:cNvCxnSpPr>
          <p:nvPr/>
        </p:nvCxnSpPr>
        <p:spPr>
          <a:xfrm rot="10800000" flipH="1">
            <a:off x="2814808" y="2648151"/>
            <a:ext cx="451500" cy="1122000"/>
          </a:xfrm>
          <a:prstGeom prst="straightConnector1">
            <a:avLst/>
          </a:prstGeom>
          <a:noFill/>
          <a:ln w="9525" cap="flat" cmpd="sng">
            <a:solidFill>
              <a:srgbClr val="868686"/>
            </a:solidFill>
            <a:prstDash val="solid"/>
            <a:round/>
            <a:headEnd type="none" w="sm" len="sm"/>
            <a:tailEnd type="none" w="sm" len="sm"/>
          </a:ln>
        </p:spPr>
      </p:cxnSp>
      <p:cxnSp>
        <p:nvCxnSpPr>
          <p:cNvPr id="1541" name="Google Shape;1541;p19"/>
          <p:cNvCxnSpPr>
            <a:stCxn id="1517" idx="4"/>
            <a:endCxn id="1520" idx="0"/>
          </p:cNvCxnSpPr>
          <p:nvPr/>
        </p:nvCxnSpPr>
        <p:spPr>
          <a:xfrm>
            <a:off x="1980202" y="2515408"/>
            <a:ext cx="1286100" cy="964200"/>
          </a:xfrm>
          <a:prstGeom prst="straightConnector1">
            <a:avLst/>
          </a:prstGeom>
          <a:noFill/>
          <a:ln w="9525" cap="flat" cmpd="sng">
            <a:solidFill>
              <a:srgbClr val="868686"/>
            </a:solidFill>
            <a:prstDash val="solid"/>
            <a:round/>
            <a:headEnd type="none" w="sm" len="sm"/>
            <a:tailEnd type="none" w="sm" len="sm"/>
          </a:ln>
        </p:spPr>
      </p:cxnSp>
      <p:cxnSp>
        <p:nvCxnSpPr>
          <p:cNvPr id="1542" name="Google Shape;1542;p19"/>
          <p:cNvCxnSpPr>
            <a:stCxn id="1518" idx="4"/>
            <a:endCxn id="1520" idx="0"/>
          </p:cNvCxnSpPr>
          <p:nvPr/>
        </p:nvCxnSpPr>
        <p:spPr>
          <a:xfrm>
            <a:off x="1980202" y="2087569"/>
            <a:ext cx="1286100" cy="1392000"/>
          </a:xfrm>
          <a:prstGeom prst="straightConnector1">
            <a:avLst/>
          </a:prstGeom>
          <a:noFill/>
          <a:ln w="9525" cap="flat" cmpd="sng">
            <a:solidFill>
              <a:srgbClr val="868686"/>
            </a:solidFill>
            <a:prstDash val="solid"/>
            <a:round/>
            <a:headEnd type="none" w="sm" len="sm"/>
            <a:tailEnd type="none" w="sm" len="sm"/>
          </a:ln>
        </p:spPr>
      </p:cxnSp>
      <p:cxnSp>
        <p:nvCxnSpPr>
          <p:cNvPr id="1543" name="Google Shape;1543;p19"/>
          <p:cNvCxnSpPr>
            <a:stCxn id="1519" idx="4"/>
            <a:endCxn id="1520" idx="0"/>
          </p:cNvCxnSpPr>
          <p:nvPr/>
        </p:nvCxnSpPr>
        <p:spPr>
          <a:xfrm>
            <a:off x="1980202" y="1659729"/>
            <a:ext cx="1286100" cy="1819800"/>
          </a:xfrm>
          <a:prstGeom prst="straightConnector1">
            <a:avLst/>
          </a:prstGeom>
          <a:noFill/>
          <a:ln w="9525" cap="flat" cmpd="sng">
            <a:solidFill>
              <a:srgbClr val="868686"/>
            </a:solidFill>
            <a:prstDash val="solid"/>
            <a:round/>
            <a:headEnd type="none" w="sm" len="sm"/>
            <a:tailEnd type="none" w="sm" len="sm"/>
          </a:ln>
        </p:spPr>
      </p:cxnSp>
      <p:cxnSp>
        <p:nvCxnSpPr>
          <p:cNvPr id="1544" name="Google Shape;1544;p19"/>
          <p:cNvCxnSpPr>
            <a:stCxn id="1517" idx="4"/>
            <a:endCxn id="1521" idx="0"/>
          </p:cNvCxnSpPr>
          <p:nvPr/>
        </p:nvCxnSpPr>
        <p:spPr>
          <a:xfrm>
            <a:off x="1980202" y="2515408"/>
            <a:ext cx="1286100" cy="548400"/>
          </a:xfrm>
          <a:prstGeom prst="straightConnector1">
            <a:avLst/>
          </a:prstGeom>
          <a:noFill/>
          <a:ln w="9525" cap="flat" cmpd="sng">
            <a:solidFill>
              <a:srgbClr val="868686"/>
            </a:solidFill>
            <a:prstDash val="solid"/>
            <a:round/>
            <a:headEnd type="none" w="sm" len="sm"/>
            <a:tailEnd type="none" w="sm" len="sm"/>
          </a:ln>
        </p:spPr>
      </p:cxnSp>
      <p:cxnSp>
        <p:nvCxnSpPr>
          <p:cNvPr id="1545" name="Google Shape;1545;p19"/>
          <p:cNvCxnSpPr>
            <a:stCxn id="1518" idx="4"/>
            <a:endCxn id="1521" idx="0"/>
          </p:cNvCxnSpPr>
          <p:nvPr/>
        </p:nvCxnSpPr>
        <p:spPr>
          <a:xfrm>
            <a:off x="1980202" y="2087569"/>
            <a:ext cx="1286100" cy="976200"/>
          </a:xfrm>
          <a:prstGeom prst="straightConnector1">
            <a:avLst/>
          </a:prstGeom>
          <a:noFill/>
          <a:ln w="9525" cap="flat" cmpd="sng">
            <a:solidFill>
              <a:srgbClr val="868686"/>
            </a:solidFill>
            <a:prstDash val="solid"/>
            <a:round/>
            <a:headEnd type="none" w="sm" len="sm"/>
            <a:tailEnd type="none" w="sm" len="sm"/>
          </a:ln>
        </p:spPr>
      </p:cxnSp>
      <p:cxnSp>
        <p:nvCxnSpPr>
          <p:cNvPr id="1546" name="Google Shape;1546;p19"/>
          <p:cNvCxnSpPr>
            <a:stCxn id="1519" idx="4"/>
            <a:endCxn id="1521" idx="0"/>
          </p:cNvCxnSpPr>
          <p:nvPr/>
        </p:nvCxnSpPr>
        <p:spPr>
          <a:xfrm>
            <a:off x="1980202" y="1659729"/>
            <a:ext cx="1286100" cy="1404000"/>
          </a:xfrm>
          <a:prstGeom prst="straightConnector1">
            <a:avLst/>
          </a:prstGeom>
          <a:noFill/>
          <a:ln w="9525" cap="flat" cmpd="sng">
            <a:solidFill>
              <a:srgbClr val="868686"/>
            </a:solidFill>
            <a:prstDash val="solid"/>
            <a:round/>
            <a:headEnd type="none" w="sm" len="sm"/>
            <a:tailEnd type="none" w="sm" len="sm"/>
          </a:ln>
        </p:spPr>
      </p:cxnSp>
      <p:cxnSp>
        <p:nvCxnSpPr>
          <p:cNvPr id="1547" name="Google Shape;1547;p19"/>
          <p:cNvCxnSpPr>
            <a:stCxn id="1517" idx="4"/>
            <a:endCxn id="1522" idx="0"/>
          </p:cNvCxnSpPr>
          <p:nvPr/>
        </p:nvCxnSpPr>
        <p:spPr>
          <a:xfrm>
            <a:off x="1980202" y="2515408"/>
            <a:ext cx="1286100" cy="132600"/>
          </a:xfrm>
          <a:prstGeom prst="straightConnector1">
            <a:avLst/>
          </a:prstGeom>
          <a:noFill/>
          <a:ln w="9525" cap="flat" cmpd="sng">
            <a:solidFill>
              <a:srgbClr val="868686"/>
            </a:solidFill>
            <a:prstDash val="solid"/>
            <a:round/>
            <a:headEnd type="none" w="sm" len="sm"/>
            <a:tailEnd type="none" w="sm" len="sm"/>
          </a:ln>
        </p:spPr>
      </p:cxnSp>
      <p:cxnSp>
        <p:nvCxnSpPr>
          <p:cNvPr id="1548" name="Google Shape;1548;p19"/>
          <p:cNvCxnSpPr>
            <a:stCxn id="1518" idx="4"/>
            <a:endCxn id="1522" idx="0"/>
          </p:cNvCxnSpPr>
          <p:nvPr/>
        </p:nvCxnSpPr>
        <p:spPr>
          <a:xfrm>
            <a:off x="1980202" y="2087569"/>
            <a:ext cx="1286100" cy="560400"/>
          </a:xfrm>
          <a:prstGeom prst="straightConnector1">
            <a:avLst/>
          </a:prstGeom>
          <a:noFill/>
          <a:ln w="9525" cap="flat" cmpd="sng">
            <a:solidFill>
              <a:srgbClr val="868686"/>
            </a:solidFill>
            <a:prstDash val="solid"/>
            <a:round/>
            <a:headEnd type="none" w="sm" len="sm"/>
            <a:tailEnd type="none" w="sm" len="sm"/>
          </a:ln>
        </p:spPr>
      </p:cxnSp>
      <p:cxnSp>
        <p:nvCxnSpPr>
          <p:cNvPr id="1549" name="Google Shape;1549;p19"/>
          <p:cNvCxnSpPr>
            <a:stCxn id="1519" idx="4"/>
            <a:endCxn id="1522" idx="0"/>
          </p:cNvCxnSpPr>
          <p:nvPr/>
        </p:nvCxnSpPr>
        <p:spPr>
          <a:xfrm>
            <a:off x="1980202" y="1659729"/>
            <a:ext cx="1286100" cy="988500"/>
          </a:xfrm>
          <a:prstGeom prst="straightConnector1">
            <a:avLst/>
          </a:prstGeom>
          <a:noFill/>
          <a:ln w="9525" cap="flat" cmpd="sng">
            <a:solidFill>
              <a:srgbClr val="868686"/>
            </a:solidFill>
            <a:prstDash val="solid"/>
            <a:round/>
            <a:headEnd type="none" w="sm" len="sm"/>
            <a:tailEnd type="none" w="sm" len="sm"/>
          </a:ln>
        </p:spPr>
      </p:cxnSp>
      <p:cxnSp>
        <p:nvCxnSpPr>
          <p:cNvPr id="1550" name="Google Shape;1550;p19"/>
          <p:cNvCxnSpPr>
            <a:stCxn id="1520" idx="4"/>
            <a:endCxn id="1523" idx="1"/>
          </p:cNvCxnSpPr>
          <p:nvPr/>
        </p:nvCxnSpPr>
        <p:spPr>
          <a:xfrm>
            <a:off x="3633057" y="3479542"/>
            <a:ext cx="739200" cy="695100"/>
          </a:xfrm>
          <a:prstGeom prst="straightConnector1">
            <a:avLst/>
          </a:prstGeom>
          <a:noFill/>
          <a:ln w="9525" cap="flat" cmpd="sng">
            <a:solidFill>
              <a:srgbClr val="868686"/>
            </a:solidFill>
            <a:prstDash val="solid"/>
            <a:round/>
            <a:headEnd type="none" w="sm" len="sm"/>
            <a:tailEnd type="none" w="sm" len="sm"/>
          </a:ln>
        </p:spPr>
      </p:cxnSp>
      <p:sp>
        <p:nvSpPr>
          <p:cNvPr id="1551" name="Google Shape;1551;p19"/>
          <p:cNvSpPr/>
          <p:nvPr/>
        </p:nvSpPr>
        <p:spPr>
          <a:xfrm rot="-5400000">
            <a:off x="1613974" y="485541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52" name="Google Shape;1552;p19"/>
          <p:cNvSpPr/>
          <p:nvPr/>
        </p:nvSpPr>
        <p:spPr>
          <a:xfrm rot="-5400000">
            <a:off x="4319241" y="214635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553" name="Google Shape;1553;p19"/>
          <p:cNvCxnSpPr>
            <a:stCxn id="1551" idx="4"/>
            <a:endCxn id="1515" idx="0"/>
          </p:cNvCxnSpPr>
          <p:nvPr/>
        </p:nvCxnSpPr>
        <p:spPr>
          <a:xfrm rot="10800000" flipH="1">
            <a:off x="1980202" y="4197913"/>
            <a:ext cx="467700" cy="840900"/>
          </a:xfrm>
          <a:prstGeom prst="straightConnector1">
            <a:avLst/>
          </a:prstGeom>
          <a:noFill/>
          <a:ln w="9525" cap="flat" cmpd="sng">
            <a:solidFill>
              <a:srgbClr val="868686"/>
            </a:solidFill>
            <a:prstDash val="solid"/>
            <a:round/>
            <a:headEnd type="none" w="sm" len="sm"/>
            <a:tailEnd type="none" w="sm" len="sm"/>
          </a:ln>
        </p:spPr>
      </p:cxnSp>
      <p:cxnSp>
        <p:nvCxnSpPr>
          <p:cNvPr id="1554" name="Google Shape;1554;p19"/>
          <p:cNvCxnSpPr>
            <a:stCxn id="1551" idx="4"/>
            <a:endCxn id="1516" idx="0"/>
          </p:cNvCxnSpPr>
          <p:nvPr/>
        </p:nvCxnSpPr>
        <p:spPr>
          <a:xfrm rot="10800000" flipH="1">
            <a:off x="1980202" y="3770113"/>
            <a:ext cx="467700" cy="1268700"/>
          </a:xfrm>
          <a:prstGeom prst="straightConnector1">
            <a:avLst/>
          </a:prstGeom>
          <a:noFill/>
          <a:ln w="9525" cap="flat" cmpd="sng">
            <a:solidFill>
              <a:srgbClr val="868686"/>
            </a:solidFill>
            <a:prstDash val="solid"/>
            <a:round/>
            <a:headEnd type="none" w="sm" len="sm"/>
            <a:tailEnd type="none" w="sm" len="sm"/>
          </a:ln>
        </p:spPr>
      </p:cxnSp>
      <p:cxnSp>
        <p:nvCxnSpPr>
          <p:cNvPr id="1555" name="Google Shape;1555;p19"/>
          <p:cNvCxnSpPr>
            <a:stCxn id="1520" idx="4"/>
            <a:endCxn id="1524" idx="0"/>
          </p:cNvCxnSpPr>
          <p:nvPr/>
        </p:nvCxnSpPr>
        <p:spPr>
          <a:xfrm>
            <a:off x="3633057" y="3479542"/>
            <a:ext cx="685500" cy="137100"/>
          </a:xfrm>
          <a:prstGeom prst="straightConnector1">
            <a:avLst/>
          </a:prstGeom>
          <a:noFill/>
          <a:ln w="9525" cap="flat" cmpd="sng">
            <a:solidFill>
              <a:srgbClr val="868686"/>
            </a:solidFill>
            <a:prstDash val="solid"/>
            <a:round/>
            <a:headEnd type="none" w="sm" len="sm"/>
            <a:tailEnd type="none" w="sm" len="sm"/>
          </a:ln>
        </p:spPr>
      </p:cxnSp>
      <p:cxnSp>
        <p:nvCxnSpPr>
          <p:cNvPr id="1556" name="Google Shape;1556;p19"/>
          <p:cNvCxnSpPr>
            <a:stCxn id="1520" idx="4"/>
            <a:endCxn id="1525" idx="0"/>
          </p:cNvCxnSpPr>
          <p:nvPr/>
        </p:nvCxnSpPr>
        <p:spPr>
          <a:xfrm rot="10800000" flipH="1">
            <a:off x="3633057" y="3187642"/>
            <a:ext cx="685500" cy="291900"/>
          </a:xfrm>
          <a:prstGeom prst="straightConnector1">
            <a:avLst/>
          </a:prstGeom>
          <a:noFill/>
          <a:ln w="9525" cap="flat" cmpd="sng">
            <a:solidFill>
              <a:srgbClr val="868686"/>
            </a:solidFill>
            <a:prstDash val="solid"/>
            <a:round/>
            <a:headEnd type="none" w="sm" len="sm"/>
            <a:tailEnd type="none" w="sm" len="sm"/>
          </a:ln>
        </p:spPr>
      </p:cxnSp>
      <p:cxnSp>
        <p:nvCxnSpPr>
          <p:cNvPr id="1557" name="Google Shape;1557;p19"/>
          <p:cNvCxnSpPr>
            <a:stCxn id="1520" idx="4"/>
            <a:endCxn id="1526" idx="0"/>
          </p:cNvCxnSpPr>
          <p:nvPr/>
        </p:nvCxnSpPr>
        <p:spPr>
          <a:xfrm rot="10800000" flipH="1">
            <a:off x="3633057" y="2758642"/>
            <a:ext cx="685500" cy="720900"/>
          </a:xfrm>
          <a:prstGeom prst="straightConnector1">
            <a:avLst/>
          </a:prstGeom>
          <a:noFill/>
          <a:ln w="9525" cap="flat" cmpd="sng">
            <a:solidFill>
              <a:srgbClr val="868686"/>
            </a:solidFill>
            <a:prstDash val="solid"/>
            <a:round/>
            <a:headEnd type="none" w="sm" len="sm"/>
            <a:tailEnd type="none" w="sm" len="sm"/>
          </a:ln>
        </p:spPr>
      </p:cxnSp>
      <p:cxnSp>
        <p:nvCxnSpPr>
          <p:cNvPr id="1558" name="Google Shape;1558;p19"/>
          <p:cNvCxnSpPr>
            <a:stCxn id="1520" idx="4"/>
            <a:endCxn id="1552" idx="0"/>
          </p:cNvCxnSpPr>
          <p:nvPr/>
        </p:nvCxnSpPr>
        <p:spPr>
          <a:xfrm rot="10800000" flipH="1">
            <a:off x="3633057" y="2329642"/>
            <a:ext cx="685500" cy="1149900"/>
          </a:xfrm>
          <a:prstGeom prst="straightConnector1">
            <a:avLst/>
          </a:prstGeom>
          <a:noFill/>
          <a:ln w="9525" cap="flat" cmpd="sng">
            <a:solidFill>
              <a:srgbClr val="868686"/>
            </a:solidFill>
            <a:prstDash val="solid"/>
            <a:round/>
            <a:headEnd type="none" w="sm" len="sm"/>
            <a:tailEnd type="none" w="sm" len="sm"/>
          </a:ln>
        </p:spPr>
      </p:cxnSp>
      <p:cxnSp>
        <p:nvCxnSpPr>
          <p:cNvPr id="1559" name="Google Shape;1559;p19"/>
          <p:cNvCxnSpPr>
            <a:stCxn id="1521" idx="4"/>
            <a:endCxn id="1523" idx="0"/>
          </p:cNvCxnSpPr>
          <p:nvPr/>
        </p:nvCxnSpPr>
        <p:spPr>
          <a:xfrm>
            <a:off x="3633057" y="3063829"/>
            <a:ext cx="685500" cy="981600"/>
          </a:xfrm>
          <a:prstGeom prst="straightConnector1">
            <a:avLst/>
          </a:prstGeom>
          <a:noFill/>
          <a:ln w="9525" cap="flat" cmpd="sng">
            <a:solidFill>
              <a:srgbClr val="868686"/>
            </a:solidFill>
            <a:prstDash val="solid"/>
            <a:round/>
            <a:headEnd type="none" w="sm" len="sm"/>
            <a:tailEnd type="none" w="sm" len="sm"/>
          </a:ln>
        </p:spPr>
      </p:cxnSp>
      <p:cxnSp>
        <p:nvCxnSpPr>
          <p:cNvPr id="1560" name="Google Shape;1560;p19"/>
          <p:cNvCxnSpPr>
            <a:stCxn id="1521" idx="4"/>
            <a:endCxn id="1524" idx="0"/>
          </p:cNvCxnSpPr>
          <p:nvPr/>
        </p:nvCxnSpPr>
        <p:spPr>
          <a:xfrm>
            <a:off x="3633057" y="3063829"/>
            <a:ext cx="685500" cy="552600"/>
          </a:xfrm>
          <a:prstGeom prst="straightConnector1">
            <a:avLst/>
          </a:prstGeom>
          <a:noFill/>
          <a:ln w="9525" cap="flat" cmpd="sng">
            <a:solidFill>
              <a:srgbClr val="868686"/>
            </a:solidFill>
            <a:prstDash val="solid"/>
            <a:round/>
            <a:headEnd type="none" w="sm" len="sm"/>
            <a:tailEnd type="none" w="sm" len="sm"/>
          </a:ln>
        </p:spPr>
      </p:cxnSp>
      <p:cxnSp>
        <p:nvCxnSpPr>
          <p:cNvPr id="1561" name="Google Shape;1561;p19"/>
          <p:cNvCxnSpPr>
            <a:stCxn id="1521" idx="4"/>
            <a:endCxn id="1525" idx="0"/>
          </p:cNvCxnSpPr>
          <p:nvPr/>
        </p:nvCxnSpPr>
        <p:spPr>
          <a:xfrm>
            <a:off x="3633057" y="3063829"/>
            <a:ext cx="685500" cy="123900"/>
          </a:xfrm>
          <a:prstGeom prst="straightConnector1">
            <a:avLst/>
          </a:prstGeom>
          <a:noFill/>
          <a:ln w="9525" cap="flat" cmpd="sng">
            <a:solidFill>
              <a:srgbClr val="868686"/>
            </a:solidFill>
            <a:prstDash val="solid"/>
            <a:round/>
            <a:headEnd type="none" w="sm" len="sm"/>
            <a:tailEnd type="none" w="sm" len="sm"/>
          </a:ln>
        </p:spPr>
      </p:cxnSp>
      <p:cxnSp>
        <p:nvCxnSpPr>
          <p:cNvPr id="1562" name="Google Shape;1562;p19"/>
          <p:cNvCxnSpPr>
            <a:stCxn id="1521" idx="4"/>
            <a:endCxn id="1526" idx="0"/>
          </p:cNvCxnSpPr>
          <p:nvPr/>
        </p:nvCxnSpPr>
        <p:spPr>
          <a:xfrm rot="10800000" flipH="1">
            <a:off x="3633057" y="2758729"/>
            <a:ext cx="685500" cy="305100"/>
          </a:xfrm>
          <a:prstGeom prst="straightConnector1">
            <a:avLst/>
          </a:prstGeom>
          <a:noFill/>
          <a:ln w="9525" cap="flat" cmpd="sng">
            <a:solidFill>
              <a:srgbClr val="868686"/>
            </a:solidFill>
            <a:prstDash val="solid"/>
            <a:round/>
            <a:headEnd type="none" w="sm" len="sm"/>
            <a:tailEnd type="none" w="sm" len="sm"/>
          </a:ln>
        </p:spPr>
      </p:cxnSp>
      <p:cxnSp>
        <p:nvCxnSpPr>
          <p:cNvPr id="1563" name="Google Shape;1563;p19"/>
          <p:cNvCxnSpPr>
            <a:stCxn id="1521" idx="4"/>
            <a:endCxn id="1552" idx="0"/>
          </p:cNvCxnSpPr>
          <p:nvPr/>
        </p:nvCxnSpPr>
        <p:spPr>
          <a:xfrm rot="10800000" flipH="1">
            <a:off x="3633057" y="2329729"/>
            <a:ext cx="685500" cy="734100"/>
          </a:xfrm>
          <a:prstGeom prst="straightConnector1">
            <a:avLst/>
          </a:prstGeom>
          <a:noFill/>
          <a:ln w="9525" cap="flat" cmpd="sng">
            <a:solidFill>
              <a:srgbClr val="868686"/>
            </a:solidFill>
            <a:prstDash val="solid"/>
            <a:round/>
            <a:headEnd type="none" w="sm" len="sm"/>
            <a:tailEnd type="none" w="sm" len="sm"/>
          </a:ln>
        </p:spPr>
      </p:cxnSp>
      <p:cxnSp>
        <p:nvCxnSpPr>
          <p:cNvPr id="1564" name="Google Shape;1564;p19"/>
          <p:cNvCxnSpPr>
            <a:stCxn id="1522" idx="4"/>
            <a:endCxn id="1523" idx="0"/>
          </p:cNvCxnSpPr>
          <p:nvPr/>
        </p:nvCxnSpPr>
        <p:spPr>
          <a:xfrm>
            <a:off x="3633057" y="2648118"/>
            <a:ext cx="685500" cy="1397400"/>
          </a:xfrm>
          <a:prstGeom prst="straightConnector1">
            <a:avLst/>
          </a:prstGeom>
          <a:noFill/>
          <a:ln w="9525" cap="flat" cmpd="sng">
            <a:solidFill>
              <a:srgbClr val="868686"/>
            </a:solidFill>
            <a:prstDash val="solid"/>
            <a:round/>
            <a:headEnd type="none" w="sm" len="sm"/>
            <a:tailEnd type="none" w="sm" len="sm"/>
          </a:ln>
        </p:spPr>
      </p:cxnSp>
      <p:cxnSp>
        <p:nvCxnSpPr>
          <p:cNvPr id="1565" name="Google Shape;1565;p19"/>
          <p:cNvCxnSpPr>
            <a:stCxn id="1522" idx="4"/>
            <a:endCxn id="1524" idx="0"/>
          </p:cNvCxnSpPr>
          <p:nvPr/>
        </p:nvCxnSpPr>
        <p:spPr>
          <a:xfrm>
            <a:off x="3633057" y="2648118"/>
            <a:ext cx="685500" cy="968400"/>
          </a:xfrm>
          <a:prstGeom prst="straightConnector1">
            <a:avLst/>
          </a:prstGeom>
          <a:noFill/>
          <a:ln w="9525" cap="flat" cmpd="sng">
            <a:solidFill>
              <a:srgbClr val="868686"/>
            </a:solidFill>
            <a:prstDash val="solid"/>
            <a:round/>
            <a:headEnd type="none" w="sm" len="sm"/>
            <a:tailEnd type="none" w="sm" len="sm"/>
          </a:ln>
        </p:spPr>
      </p:cxnSp>
      <p:cxnSp>
        <p:nvCxnSpPr>
          <p:cNvPr id="1566" name="Google Shape;1566;p19"/>
          <p:cNvCxnSpPr>
            <a:stCxn id="1522" idx="4"/>
            <a:endCxn id="1525" idx="0"/>
          </p:cNvCxnSpPr>
          <p:nvPr/>
        </p:nvCxnSpPr>
        <p:spPr>
          <a:xfrm>
            <a:off x="3633057" y="2648118"/>
            <a:ext cx="685500" cy="539400"/>
          </a:xfrm>
          <a:prstGeom prst="straightConnector1">
            <a:avLst/>
          </a:prstGeom>
          <a:noFill/>
          <a:ln w="9525" cap="flat" cmpd="sng">
            <a:solidFill>
              <a:srgbClr val="868686"/>
            </a:solidFill>
            <a:prstDash val="solid"/>
            <a:round/>
            <a:headEnd type="none" w="sm" len="sm"/>
            <a:tailEnd type="none" w="sm" len="sm"/>
          </a:ln>
        </p:spPr>
      </p:cxnSp>
      <p:cxnSp>
        <p:nvCxnSpPr>
          <p:cNvPr id="1567" name="Google Shape;1567;p19"/>
          <p:cNvCxnSpPr>
            <a:stCxn id="1522" idx="4"/>
            <a:endCxn id="1526" idx="0"/>
          </p:cNvCxnSpPr>
          <p:nvPr/>
        </p:nvCxnSpPr>
        <p:spPr>
          <a:xfrm>
            <a:off x="3633057" y="2648118"/>
            <a:ext cx="685500" cy="110400"/>
          </a:xfrm>
          <a:prstGeom prst="straightConnector1">
            <a:avLst/>
          </a:prstGeom>
          <a:noFill/>
          <a:ln w="9525" cap="flat" cmpd="sng">
            <a:solidFill>
              <a:srgbClr val="868686"/>
            </a:solidFill>
            <a:prstDash val="solid"/>
            <a:round/>
            <a:headEnd type="none" w="sm" len="sm"/>
            <a:tailEnd type="none" w="sm" len="sm"/>
          </a:ln>
        </p:spPr>
      </p:cxnSp>
      <p:cxnSp>
        <p:nvCxnSpPr>
          <p:cNvPr id="1568" name="Google Shape;1568;p19"/>
          <p:cNvCxnSpPr>
            <a:stCxn id="1522" idx="4"/>
            <a:endCxn id="1552" idx="0"/>
          </p:cNvCxnSpPr>
          <p:nvPr/>
        </p:nvCxnSpPr>
        <p:spPr>
          <a:xfrm rot="10800000" flipH="1">
            <a:off x="3633057" y="2329818"/>
            <a:ext cx="685500" cy="318300"/>
          </a:xfrm>
          <a:prstGeom prst="straightConnector1">
            <a:avLst/>
          </a:prstGeom>
          <a:noFill/>
          <a:ln w="9525" cap="flat" cmpd="sng">
            <a:solidFill>
              <a:srgbClr val="868686"/>
            </a:solidFill>
            <a:prstDash val="solid"/>
            <a:round/>
            <a:headEnd type="none" w="sm" len="sm"/>
            <a:tailEnd type="none" w="sm" len="sm"/>
          </a:ln>
        </p:spPr>
      </p:cxnSp>
      <p:sp>
        <p:nvSpPr>
          <p:cNvPr id="1569" name="Google Shape;1569;p19"/>
          <p:cNvSpPr/>
          <p:nvPr/>
        </p:nvSpPr>
        <p:spPr>
          <a:xfrm>
            <a:off x="1209675" y="528658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570" name="Google Shape;1570;p19"/>
          <p:cNvSpPr/>
          <p:nvPr/>
        </p:nvSpPr>
        <p:spPr>
          <a:xfrm>
            <a:off x="3914942" y="433615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571" name="Google Shape;1571;p19"/>
          <p:cNvSpPr/>
          <p:nvPr/>
        </p:nvSpPr>
        <p:spPr>
          <a:xfrm>
            <a:off x="2199447" y="4643901"/>
            <a:ext cx="1563923" cy="482612"/>
          </a:xfrm>
          <a:prstGeom prst="rect">
            <a:avLst/>
          </a:prstGeom>
          <a:solidFill>
            <a:srgbClr val="C0E3F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嵌入层</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572" name="Google Shape;1572;p19"/>
          <p:cNvSpPr/>
          <p:nvPr/>
        </p:nvSpPr>
        <p:spPr>
          <a:xfrm>
            <a:off x="3064314" y="3796655"/>
            <a:ext cx="752942" cy="482612"/>
          </a:xfrm>
          <a:prstGeom prst="rect">
            <a:avLst/>
          </a:prstGeom>
          <a:solidFill>
            <a:srgbClr val="DCDCDC"/>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RNN</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573" name="Google Shape;1573;p19"/>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74" name="Google Shape;1574;p19"/>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75" name="Google Shape;1575;p19"/>
          <p:cNvSpPr txBox="1"/>
          <p:nvPr/>
        </p:nvSpPr>
        <p:spPr>
          <a:xfrm>
            <a:off x="1361289" y="3194748"/>
            <a:ext cx="306494"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76" name="Google Shape;1576;p19"/>
          <p:cNvSpPr txBox="1"/>
          <p:nvPr/>
        </p:nvSpPr>
        <p:spPr>
          <a:xfrm>
            <a:off x="1361288" y="3615022"/>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77" name="Google Shape;1577;p19"/>
          <p:cNvSpPr txBox="1"/>
          <p:nvPr/>
        </p:nvSpPr>
        <p:spPr>
          <a:xfrm>
            <a:off x="1361288" y="40352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78" name="Google Shape;1578;p19"/>
          <p:cNvSpPr txBox="1"/>
          <p:nvPr/>
        </p:nvSpPr>
        <p:spPr>
          <a:xfrm>
            <a:off x="1361288" y="4455570"/>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79" name="Google Shape;1579;p19"/>
          <p:cNvSpPr txBox="1"/>
          <p:nvPr/>
        </p:nvSpPr>
        <p:spPr>
          <a:xfrm>
            <a:off x="1361288" y="487584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80" name="Google Shape;1580;p19"/>
          <p:cNvSpPr/>
          <p:nvPr/>
        </p:nvSpPr>
        <p:spPr>
          <a:xfrm>
            <a:off x="3026214" y="2281247"/>
            <a:ext cx="802906" cy="1549872"/>
          </a:xfrm>
          <a:prstGeom prst="rect">
            <a:avLst/>
          </a:prstGeom>
          <a:noFill/>
          <a:ln w="762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.6</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81" name="Google Shape;1581;p19"/>
          <p:cNvSpPr/>
          <p:nvPr/>
        </p:nvSpPr>
        <p:spPr>
          <a:xfrm flipH="1">
            <a:off x="2193340" y="1396645"/>
            <a:ext cx="1317190" cy="762634"/>
          </a:xfrm>
          <a:prstGeom prst="bentArrow">
            <a:avLst>
              <a:gd name="adj1" fmla="val 25000"/>
              <a:gd name="adj2" fmla="val 25000"/>
              <a:gd name="adj3" fmla="val 25000"/>
              <a:gd name="adj4" fmla="val 43750"/>
            </a:avLst>
          </a:prstGeom>
          <a:solidFill>
            <a:schemeClr val="accent5"/>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582" name="Google Shape;1582;p19"/>
          <p:cNvSpPr txBox="1"/>
          <p:nvPr/>
        </p:nvSpPr>
        <p:spPr>
          <a:xfrm>
            <a:off x="1347228" y="15086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83" name="Google Shape;1583;p19"/>
          <p:cNvSpPr txBox="1"/>
          <p:nvPr/>
        </p:nvSpPr>
        <p:spPr>
          <a:xfrm>
            <a:off x="1347228" y="193961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584" name="Google Shape;1584;p19"/>
          <p:cNvSpPr txBox="1"/>
          <p:nvPr/>
        </p:nvSpPr>
        <p:spPr>
          <a:xfrm>
            <a:off x="1347228" y="2357834"/>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9"/>
        <p:cNvGrpSpPr/>
        <p:nvPr/>
      </p:nvGrpSpPr>
      <p:grpSpPr>
        <a:xfrm>
          <a:off x="0" y="0"/>
          <a:ext cx="0" cy="0"/>
          <a:chOff x="0" y="0"/>
          <a:chExt cx="0" cy="0"/>
        </a:xfrm>
      </p:grpSpPr>
      <p:sp>
        <p:nvSpPr>
          <p:cNvPr id="1590" name="Google Shape;1590;p20"/>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591" name="Google Shape;1591;p20"/>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592" name="Google Shape;1592;p20"/>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593" name="Google Shape;1593;p20"/>
          <p:cNvSpPr/>
          <p:nvPr/>
        </p:nvSpPr>
        <p:spPr>
          <a:xfrm rot="-5400000">
            <a:off x="1613974" y="443128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94" name="Google Shape;1594;p20"/>
          <p:cNvSpPr/>
          <p:nvPr/>
        </p:nvSpPr>
        <p:spPr>
          <a:xfrm rot="-5400000">
            <a:off x="1613974" y="400716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95" name="Google Shape;1595;p20"/>
          <p:cNvSpPr/>
          <p:nvPr/>
        </p:nvSpPr>
        <p:spPr>
          <a:xfrm rot="-5400000">
            <a:off x="1613974" y="358303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96" name="Google Shape;1596;p20"/>
          <p:cNvSpPr/>
          <p:nvPr/>
        </p:nvSpPr>
        <p:spPr>
          <a:xfrm rot="-5400000">
            <a:off x="1613974" y="315891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97" name="Google Shape;1597;p20"/>
          <p:cNvSpPr/>
          <p:nvPr/>
        </p:nvSpPr>
        <p:spPr>
          <a:xfrm rot="-5400000">
            <a:off x="2448581" y="4014588"/>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98" name="Google Shape;1598;p20"/>
          <p:cNvSpPr/>
          <p:nvPr/>
        </p:nvSpPr>
        <p:spPr>
          <a:xfrm rot="-5400000">
            <a:off x="2448581" y="3586749"/>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599" name="Google Shape;1599;p20"/>
          <p:cNvSpPr/>
          <p:nvPr/>
        </p:nvSpPr>
        <p:spPr>
          <a:xfrm rot="-5400000">
            <a:off x="1613974" y="233200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0" name="Google Shape;1600;p20"/>
          <p:cNvSpPr/>
          <p:nvPr/>
        </p:nvSpPr>
        <p:spPr>
          <a:xfrm rot="-5400000">
            <a:off x="1613974" y="1904167"/>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1" name="Google Shape;1601;p20"/>
          <p:cNvSpPr/>
          <p:nvPr/>
        </p:nvSpPr>
        <p:spPr>
          <a:xfrm rot="-5400000">
            <a:off x="1613974" y="14763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2" name="Google Shape;1602;p20"/>
          <p:cNvSpPr/>
          <p:nvPr/>
        </p:nvSpPr>
        <p:spPr>
          <a:xfrm rot="-5400000">
            <a:off x="3266829" y="3296141"/>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3" name="Google Shape;1603;p20"/>
          <p:cNvSpPr/>
          <p:nvPr/>
        </p:nvSpPr>
        <p:spPr>
          <a:xfrm rot="-5400000">
            <a:off x="3266829" y="28804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4" name="Google Shape;1604;p20"/>
          <p:cNvSpPr/>
          <p:nvPr/>
        </p:nvSpPr>
        <p:spPr>
          <a:xfrm rot="-5400000">
            <a:off x="3266829" y="246471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5" name="Google Shape;1605;p20"/>
          <p:cNvSpPr/>
          <p:nvPr/>
        </p:nvSpPr>
        <p:spPr>
          <a:xfrm rot="-5400000">
            <a:off x="4319241" y="3862012"/>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6" name="Google Shape;1606;p20"/>
          <p:cNvSpPr/>
          <p:nvPr/>
        </p:nvSpPr>
        <p:spPr>
          <a:xfrm rot="-5400000">
            <a:off x="4319241" y="343309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7" name="Google Shape;1607;p20"/>
          <p:cNvSpPr/>
          <p:nvPr/>
        </p:nvSpPr>
        <p:spPr>
          <a:xfrm rot="-5400000">
            <a:off x="4319241" y="300418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08" name="Google Shape;1608;p20"/>
          <p:cNvSpPr/>
          <p:nvPr/>
        </p:nvSpPr>
        <p:spPr>
          <a:xfrm rot="-5400000">
            <a:off x="4319241" y="2575264"/>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609" name="Google Shape;1609;p20"/>
          <p:cNvCxnSpPr>
            <a:stCxn id="1593" idx="4"/>
            <a:endCxn id="1597" idx="0"/>
          </p:cNvCxnSpPr>
          <p:nvPr/>
        </p:nvCxnSpPr>
        <p:spPr>
          <a:xfrm rot="10800000" flipH="1">
            <a:off x="1980202" y="4197988"/>
            <a:ext cx="467700" cy="416700"/>
          </a:xfrm>
          <a:prstGeom prst="straightConnector1">
            <a:avLst/>
          </a:prstGeom>
          <a:noFill/>
          <a:ln w="9525" cap="flat" cmpd="sng">
            <a:solidFill>
              <a:srgbClr val="868686"/>
            </a:solidFill>
            <a:prstDash val="solid"/>
            <a:round/>
            <a:headEnd type="none" w="sm" len="sm"/>
            <a:tailEnd type="none" w="sm" len="sm"/>
          </a:ln>
        </p:spPr>
      </p:cxnSp>
      <p:cxnSp>
        <p:nvCxnSpPr>
          <p:cNvPr id="1610" name="Google Shape;1610;p20"/>
          <p:cNvCxnSpPr>
            <a:stCxn id="1593" idx="4"/>
            <a:endCxn id="1598" idx="0"/>
          </p:cNvCxnSpPr>
          <p:nvPr/>
        </p:nvCxnSpPr>
        <p:spPr>
          <a:xfrm rot="10800000" flipH="1">
            <a:off x="1980202" y="3770188"/>
            <a:ext cx="467700" cy="844500"/>
          </a:xfrm>
          <a:prstGeom prst="straightConnector1">
            <a:avLst/>
          </a:prstGeom>
          <a:noFill/>
          <a:ln w="9525" cap="flat" cmpd="sng">
            <a:solidFill>
              <a:srgbClr val="868686"/>
            </a:solidFill>
            <a:prstDash val="solid"/>
            <a:round/>
            <a:headEnd type="none" w="sm" len="sm"/>
            <a:tailEnd type="none" w="sm" len="sm"/>
          </a:ln>
        </p:spPr>
      </p:cxnSp>
      <p:cxnSp>
        <p:nvCxnSpPr>
          <p:cNvPr id="1611" name="Google Shape;1611;p20"/>
          <p:cNvCxnSpPr>
            <a:stCxn id="1594" idx="4"/>
            <a:endCxn id="1597" idx="0"/>
          </p:cNvCxnSpPr>
          <p:nvPr/>
        </p:nvCxnSpPr>
        <p:spPr>
          <a:xfrm>
            <a:off x="1980202" y="4190563"/>
            <a:ext cx="467700" cy="7500"/>
          </a:xfrm>
          <a:prstGeom prst="straightConnector1">
            <a:avLst/>
          </a:prstGeom>
          <a:noFill/>
          <a:ln w="9525" cap="flat" cmpd="sng">
            <a:solidFill>
              <a:srgbClr val="868686"/>
            </a:solidFill>
            <a:prstDash val="solid"/>
            <a:round/>
            <a:headEnd type="none" w="sm" len="sm"/>
            <a:tailEnd type="none" w="sm" len="sm"/>
          </a:ln>
        </p:spPr>
      </p:cxnSp>
      <p:cxnSp>
        <p:nvCxnSpPr>
          <p:cNvPr id="1612" name="Google Shape;1612;p20"/>
          <p:cNvCxnSpPr>
            <a:stCxn id="1594" idx="4"/>
            <a:endCxn id="1598" idx="0"/>
          </p:cNvCxnSpPr>
          <p:nvPr/>
        </p:nvCxnSpPr>
        <p:spPr>
          <a:xfrm rot="10800000" flipH="1">
            <a:off x="1980202" y="3770263"/>
            <a:ext cx="467700" cy="420300"/>
          </a:xfrm>
          <a:prstGeom prst="straightConnector1">
            <a:avLst/>
          </a:prstGeom>
          <a:noFill/>
          <a:ln w="9525" cap="flat" cmpd="sng">
            <a:solidFill>
              <a:srgbClr val="868686"/>
            </a:solidFill>
            <a:prstDash val="solid"/>
            <a:round/>
            <a:headEnd type="none" w="sm" len="sm"/>
            <a:tailEnd type="none" w="sm" len="sm"/>
          </a:ln>
        </p:spPr>
      </p:cxnSp>
      <p:cxnSp>
        <p:nvCxnSpPr>
          <p:cNvPr id="1613" name="Google Shape;1613;p20"/>
          <p:cNvCxnSpPr>
            <a:stCxn id="1595" idx="4"/>
            <a:endCxn id="1597" idx="0"/>
          </p:cNvCxnSpPr>
          <p:nvPr/>
        </p:nvCxnSpPr>
        <p:spPr>
          <a:xfrm>
            <a:off x="1980202" y="3766438"/>
            <a:ext cx="467700" cy="431700"/>
          </a:xfrm>
          <a:prstGeom prst="straightConnector1">
            <a:avLst/>
          </a:prstGeom>
          <a:noFill/>
          <a:ln w="9525" cap="flat" cmpd="sng">
            <a:solidFill>
              <a:srgbClr val="868686"/>
            </a:solidFill>
            <a:prstDash val="solid"/>
            <a:round/>
            <a:headEnd type="none" w="sm" len="sm"/>
            <a:tailEnd type="none" w="sm" len="sm"/>
          </a:ln>
        </p:spPr>
      </p:cxnSp>
      <p:cxnSp>
        <p:nvCxnSpPr>
          <p:cNvPr id="1614" name="Google Shape;1614;p20"/>
          <p:cNvCxnSpPr>
            <a:stCxn id="1595" idx="4"/>
            <a:endCxn id="1598" idx="0"/>
          </p:cNvCxnSpPr>
          <p:nvPr/>
        </p:nvCxnSpPr>
        <p:spPr>
          <a:xfrm>
            <a:off x="1980202" y="3766438"/>
            <a:ext cx="467700" cy="3600"/>
          </a:xfrm>
          <a:prstGeom prst="straightConnector1">
            <a:avLst/>
          </a:prstGeom>
          <a:noFill/>
          <a:ln w="9525" cap="flat" cmpd="sng">
            <a:solidFill>
              <a:srgbClr val="868686"/>
            </a:solidFill>
            <a:prstDash val="solid"/>
            <a:round/>
            <a:headEnd type="none" w="sm" len="sm"/>
            <a:tailEnd type="none" w="sm" len="sm"/>
          </a:ln>
        </p:spPr>
      </p:cxnSp>
      <p:cxnSp>
        <p:nvCxnSpPr>
          <p:cNvPr id="1615" name="Google Shape;1615;p20"/>
          <p:cNvCxnSpPr>
            <a:stCxn id="1596" idx="4"/>
            <a:endCxn id="1598" idx="0"/>
          </p:cNvCxnSpPr>
          <p:nvPr/>
        </p:nvCxnSpPr>
        <p:spPr>
          <a:xfrm>
            <a:off x="1980202" y="3342311"/>
            <a:ext cx="467700" cy="427800"/>
          </a:xfrm>
          <a:prstGeom prst="straightConnector1">
            <a:avLst/>
          </a:prstGeom>
          <a:noFill/>
          <a:ln w="9525" cap="flat" cmpd="sng">
            <a:solidFill>
              <a:srgbClr val="868686"/>
            </a:solidFill>
            <a:prstDash val="solid"/>
            <a:round/>
            <a:headEnd type="none" w="sm" len="sm"/>
            <a:tailEnd type="none" w="sm" len="sm"/>
          </a:ln>
        </p:spPr>
      </p:cxnSp>
      <p:cxnSp>
        <p:nvCxnSpPr>
          <p:cNvPr id="1616" name="Google Shape;1616;p20"/>
          <p:cNvCxnSpPr>
            <a:stCxn id="1596" idx="4"/>
            <a:endCxn id="1597" idx="0"/>
          </p:cNvCxnSpPr>
          <p:nvPr/>
        </p:nvCxnSpPr>
        <p:spPr>
          <a:xfrm>
            <a:off x="1980202" y="3342311"/>
            <a:ext cx="467700" cy="855600"/>
          </a:xfrm>
          <a:prstGeom prst="straightConnector1">
            <a:avLst/>
          </a:prstGeom>
          <a:noFill/>
          <a:ln w="9525" cap="flat" cmpd="sng">
            <a:solidFill>
              <a:srgbClr val="868686"/>
            </a:solidFill>
            <a:prstDash val="solid"/>
            <a:round/>
            <a:headEnd type="none" w="sm" len="sm"/>
            <a:tailEnd type="none" w="sm" len="sm"/>
          </a:ln>
        </p:spPr>
      </p:cxnSp>
      <p:cxnSp>
        <p:nvCxnSpPr>
          <p:cNvPr id="1617" name="Google Shape;1617;p20"/>
          <p:cNvCxnSpPr>
            <a:stCxn id="1597" idx="4"/>
            <a:endCxn id="1602" idx="0"/>
          </p:cNvCxnSpPr>
          <p:nvPr/>
        </p:nvCxnSpPr>
        <p:spPr>
          <a:xfrm rot="10800000" flipH="1">
            <a:off x="2814808" y="3479490"/>
            <a:ext cx="451500" cy="718500"/>
          </a:xfrm>
          <a:prstGeom prst="straightConnector1">
            <a:avLst/>
          </a:prstGeom>
          <a:noFill/>
          <a:ln w="9525" cap="flat" cmpd="sng">
            <a:solidFill>
              <a:srgbClr val="868686"/>
            </a:solidFill>
            <a:prstDash val="solid"/>
            <a:round/>
            <a:headEnd type="none" w="sm" len="sm"/>
            <a:tailEnd type="none" w="sm" len="sm"/>
          </a:ln>
        </p:spPr>
      </p:cxnSp>
      <p:cxnSp>
        <p:nvCxnSpPr>
          <p:cNvPr id="1618" name="Google Shape;1618;p20"/>
          <p:cNvCxnSpPr>
            <a:stCxn id="1597" idx="4"/>
            <a:endCxn id="1603" idx="0"/>
          </p:cNvCxnSpPr>
          <p:nvPr/>
        </p:nvCxnSpPr>
        <p:spPr>
          <a:xfrm rot="10800000" flipH="1">
            <a:off x="2814808" y="3063690"/>
            <a:ext cx="451500" cy="1134300"/>
          </a:xfrm>
          <a:prstGeom prst="straightConnector1">
            <a:avLst/>
          </a:prstGeom>
          <a:noFill/>
          <a:ln w="9525" cap="flat" cmpd="sng">
            <a:solidFill>
              <a:srgbClr val="868686"/>
            </a:solidFill>
            <a:prstDash val="solid"/>
            <a:round/>
            <a:headEnd type="none" w="sm" len="sm"/>
            <a:tailEnd type="none" w="sm" len="sm"/>
          </a:ln>
        </p:spPr>
      </p:cxnSp>
      <p:cxnSp>
        <p:nvCxnSpPr>
          <p:cNvPr id="1619" name="Google Shape;1619;p20"/>
          <p:cNvCxnSpPr>
            <a:stCxn id="1597" idx="4"/>
            <a:endCxn id="1604" idx="0"/>
          </p:cNvCxnSpPr>
          <p:nvPr/>
        </p:nvCxnSpPr>
        <p:spPr>
          <a:xfrm rot="10800000" flipH="1">
            <a:off x="2814808" y="2648190"/>
            <a:ext cx="451500" cy="1549800"/>
          </a:xfrm>
          <a:prstGeom prst="straightConnector1">
            <a:avLst/>
          </a:prstGeom>
          <a:noFill/>
          <a:ln w="9525" cap="flat" cmpd="sng">
            <a:solidFill>
              <a:srgbClr val="868686"/>
            </a:solidFill>
            <a:prstDash val="solid"/>
            <a:round/>
            <a:headEnd type="none" w="sm" len="sm"/>
            <a:tailEnd type="none" w="sm" len="sm"/>
          </a:ln>
        </p:spPr>
      </p:cxnSp>
      <p:cxnSp>
        <p:nvCxnSpPr>
          <p:cNvPr id="1620" name="Google Shape;1620;p20"/>
          <p:cNvCxnSpPr>
            <a:stCxn id="1598" idx="4"/>
            <a:endCxn id="1602" idx="0"/>
          </p:cNvCxnSpPr>
          <p:nvPr/>
        </p:nvCxnSpPr>
        <p:spPr>
          <a:xfrm rot="10800000" flipH="1">
            <a:off x="2814808" y="3479451"/>
            <a:ext cx="451500" cy="290700"/>
          </a:xfrm>
          <a:prstGeom prst="straightConnector1">
            <a:avLst/>
          </a:prstGeom>
          <a:noFill/>
          <a:ln w="9525" cap="flat" cmpd="sng">
            <a:solidFill>
              <a:srgbClr val="868686"/>
            </a:solidFill>
            <a:prstDash val="solid"/>
            <a:round/>
            <a:headEnd type="none" w="sm" len="sm"/>
            <a:tailEnd type="none" w="sm" len="sm"/>
          </a:ln>
        </p:spPr>
      </p:cxnSp>
      <p:cxnSp>
        <p:nvCxnSpPr>
          <p:cNvPr id="1621" name="Google Shape;1621;p20"/>
          <p:cNvCxnSpPr>
            <a:stCxn id="1598" idx="3"/>
            <a:endCxn id="1603" idx="0"/>
          </p:cNvCxnSpPr>
          <p:nvPr/>
        </p:nvCxnSpPr>
        <p:spPr>
          <a:xfrm rot="10800000" flipH="1">
            <a:off x="2761091" y="3063928"/>
            <a:ext cx="505200" cy="835500"/>
          </a:xfrm>
          <a:prstGeom prst="straightConnector1">
            <a:avLst/>
          </a:prstGeom>
          <a:noFill/>
          <a:ln w="9525" cap="flat" cmpd="sng">
            <a:solidFill>
              <a:srgbClr val="868686"/>
            </a:solidFill>
            <a:prstDash val="solid"/>
            <a:round/>
            <a:headEnd type="none" w="sm" len="sm"/>
            <a:tailEnd type="none" w="sm" len="sm"/>
          </a:ln>
        </p:spPr>
      </p:cxnSp>
      <p:cxnSp>
        <p:nvCxnSpPr>
          <p:cNvPr id="1622" name="Google Shape;1622;p20"/>
          <p:cNvCxnSpPr>
            <a:stCxn id="1598" idx="4"/>
            <a:endCxn id="1604" idx="0"/>
          </p:cNvCxnSpPr>
          <p:nvPr/>
        </p:nvCxnSpPr>
        <p:spPr>
          <a:xfrm rot="10800000" flipH="1">
            <a:off x="2814808" y="2648151"/>
            <a:ext cx="451500" cy="1122000"/>
          </a:xfrm>
          <a:prstGeom prst="straightConnector1">
            <a:avLst/>
          </a:prstGeom>
          <a:noFill/>
          <a:ln w="9525" cap="flat" cmpd="sng">
            <a:solidFill>
              <a:srgbClr val="868686"/>
            </a:solidFill>
            <a:prstDash val="solid"/>
            <a:round/>
            <a:headEnd type="none" w="sm" len="sm"/>
            <a:tailEnd type="none" w="sm" len="sm"/>
          </a:ln>
        </p:spPr>
      </p:cxnSp>
      <p:cxnSp>
        <p:nvCxnSpPr>
          <p:cNvPr id="1623" name="Google Shape;1623;p20"/>
          <p:cNvCxnSpPr>
            <a:stCxn id="1599" idx="4"/>
            <a:endCxn id="1602" idx="0"/>
          </p:cNvCxnSpPr>
          <p:nvPr/>
        </p:nvCxnSpPr>
        <p:spPr>
          <a:xfrm>
            <a:off x="1980202" y="2515408"/>
            <a:ext cx="1286100" cy="964200"/>
          </a:xfrm>
          <a:prstGeom prst="straightConnector1">
            <a:avLst/>
          </a:prstGeom>
          <a:noFill/>
          <a:ln w="9525" cap="flat" cmpd="sng">
            <a:solidFill>
              <a:srgbClr val="868686"/>
            </a:solidFill>
            <a:prstDash val="solid"/>
            <a:round/>
            <a:headEnd type="none" w="sm" len="sm"/>
            <a:tailEnd type="none" w="sm" len="sm"/>
          </a:ln>
        </p:spPr>
      </p:cxnSp>
      <p:cxnSp>
        <p:nvCxnSpPr>
          <p:cNvPr id="1624" name="Google Shape;1624;p20"/>
          <p:cNvCxnSpPr>
            <a:stCxn id="1600" idx="4"/>
            <a:endCxn id="1602" idx="0"/>
          </p:cNvCxnSpPr>
          <p:nvPr/>
        </p:nvCxnSpPr>
        <p:spPr>
          <a:xfrm>
            <a:off x="1980202" y="2087569"/>
            <a:ext cx="1286100" cy="1392000"/>
          </a:xfrm>
          <a:prstGeom prst="straightConnector1">
            <a:avLst/>
          </a:prstGeom>
          <a:noFill/>
          <a:ln w="9525" cap="flat" cmpd="sng">
            <a:solidFill>
              <a:srgbClr val="868686"/>
            </a:solidFill>
            <a:prstDash val="solid"/>
            <a:round/>
            <a:headEnd type="none" w="sm" len="sm"/>
            <a:tailEnd type="none" w="sm" len="sm"/>
          </a:ln>
        </p:spPr>
      </p:cxnSp>
      <p:cxnSp>
        <p:nvCxnSpPr>
          <p:cNvPr id="1625" name="Google Shape;1625;p20"/>
          <p:cNvCxnSpPr>
            <a:stCxn id="1601" idx="4"/>
            <a:endCxn id="1602" idx="0"/>
          </p:cNvCxnSpPr>
          <p:nvPr/>
        </p:nvCxnSpPr>
        <p:spPr>
          <a:xfrm>
            <a:off x="1980202" y="1659729"/>
            <a:ext cx="1286100" cy="1819800"/>
          </a:xfrm>
          <a:prstGeom prst="straightConnector1">
            <a:avLst/>
          </a:prstGeom>
          <a:noFill/>
          <a:ln w="9525" cap="flat" cmpd="sng">
            <a:solidFill>
              <a:srgbClr val="868686"/>
            </a:solidFill>
            <a:prstDash val="solid"/>
            <a:round/>
            <a:headEnd type="none" w="sm" len="sm"/>
            <a:tailEnd type="none" w="sm" len="sm"/>
          </a:ln>
        </p:spPr>
      </p:cxnSp>
      <p:cxnSp>
        <p:nvCxnSpPr>
          <p:cNvPr id="1626" name="Google Shape;1626;p20"/>
          <p:cNvCxnSpPr>
            <a:stCxn id="1599" idx="4"/>
            <a:endCxn id="1603" idx="0"/>
          </p:cNvCxnSpPr>
          <p:nvPr/>
        </p:nvCxnSpPr>
        <p:spPr>
          <a:xfrm>
            <a:off x="1980202" y="2515408"/>
            <a:ext cx="1286100" cy="548400"/>
          </a:xfrm>
          <a:prstGeom prst="straightConnector1">
            <a:avLst/>
          </a:prstGeom>
          <a:noFill/>
          <a:ln w="9525" cap="flat" cmpd="sng">
            <a:solidFill>
              <a:srgbClr val="868686"/>
            </a:solidFill>
            <a:prstDash val="solid"/>
            <a:round/>
            <a:headEnd type="none" w="sm" len="sm"/>
            <a:tailEnd type="none" w="sm" len="sm"/>
          </a:ln>
        </p:spPr>
      </p:cxnSp>
      <p:cxnSp>
        <p:nvCxnSpPr>
          <p:cNvPr id="1627" name="Google Shape;1627;p20"/>
          <p:cNvCxnSpPr>
            <a:stCxn id="1600" idx="4"/>
            <a:endCxn id="1603" idx="0"/>
          </p:cNvCxnSpPr>
          <p:nvPr/>
        </p:nvCxnSpPr>
        <p:spPr>
          <a:xfrm>
            <a:off x="1980202" y="2087569"/>
            <a:ext cx="1286100" cy="976200"/>
          </a:xfrm>
          <a:prstGeom prst="straightConnector1">
            <a:avLst/>
          </a:prstGeom>
          <a:noFill/>
          <a:ln w="9525" cap="flat" cmpd="sng">
            <a:solidFill>
              <a:srgbClr val="868686"/>
            </a:solidFill>
            <a:prstDash val="solid"/>
            <a:round/>
            <a:headEnd type="none" w="sm" len="sm"/>
            <a:tailEnd type="none" w="sm" len="sm"/>
          </a:ln>
        </p:spPr>
      </p:cxnSp>
      <p:cxnSp>
        <p:nvCxnSpPr>
          <p:cNvPr id="1628" name="Google Shape;1628;p20"/>
          <p:cNvCxnSpPr>
            <a:stCxn id="1601" idx="4"/>
            <a:endCxn id="1603" idx="0"/>
          </p:cNvCxnSpPr>
          <p:nvPr/>
        </p:nvCxnSpPr>
        <p:spPr>
          <a:xfrm>
            <a:off x="1980202" y="1659729"/>
            <a:ext cx="1286100" cy="1404000"/>
          </a:xfrm>
          <a:prstGeom prst="straightConnector1">
            <a:avLst/>
          </a:prstGeom>
          <a:noFill/>
          <a:ln w="9525" cap="flat" cmpd="sng">
            <a:solidFill>
              <a:srgbClr val="868686"/>
            </a:solidFill>
            <a:prstDash val="solid"/>
            <a:round/>
            <a:headEnd type="none" w="sm" len="sm"/>
            <a:tailEnd type="none" w="sm" len="sm"/>
          </a:ln>
        </p:spPr>
      </p:cxnSp>
      <p:cxnSp>
        <p:nvCxnSpPr>
          <p:cNvPr id="1629" name="Google Shape;1629;p20"/>
          <p:cNvCxnSpPr>
            <a:stCxn id="1599" idx="4"/>
            <a:endCxn id="1604" idx="0"/>
          </p:cNvCxnSpPr>
          <p:nvPr/>
        </p:nvCxnSpPr>
        <p:spPr>
          <a:xfrm>
            <a:off x="1980202" y="2515408"/>
            <a:ext cx="1286100" cy="132600"/>
          </a:xfrm>
          <a:prstGeom prst="straightConnector1">
            <a:avLst/>
          </a:prstGeom>
          <a:noFill/>
          <a:ln w="9525" cap="flat" cmpd="sng">
            <a:solidFill>
              <a:srgbClr val="868686"/>
            </a:solidFill>
            <a:prstDash val="solid"/>
            <a:round/>
            <a:headEnd type="none" w="sm" len="sm"/>
            <a:tailEnd type="none" w="sm" len="sm"/>
          </a:ln>
        </p:spPr>
      </p:cxnSp>
      <p:cxnSp>
        <p:nvCxnSpPr>
          <p:cNvPr id="1630" name="Google Shape;1630;p20"/>
          <p:cNvCxnSpPr>
            <a:stCxn id="1600" idx="4"/>
            <a:endCxn id="1604" idx="0"/>
          </p:cNvCxnSpPr>
          <p:nvPr/>
        </p:nvCxnSpPr>
        <p:spPr>
          <a:xfrm>
            <a:off x="1980202" y="2087569"/>
            <a:ext cx="1286100" cy="560400"/>
          </a:xfrm>
          <a:prstGeom prst="straightConnector1">
            <a:avLst/>
          </a:prstGeom>
          <a:noFill/>
          <a:ln w="9525" cap="flat" cmpd="sng">
            <a:solidFill>
              <a:srgbClr val="868686"/>
            </a:solidFill>
            <a:prstDash val="solid"/>
            <a:round/>
            <a:headEnd type="none" w="sm" len="sm"/>
            <a:tailEnd type="none" w="sm" len="sm"/>
          </a:ln>
        </p:spPr>
      </p:cxnSp>
      <p:cxnSp>
        <p:nvCxnSpPr>
          <p:cNvPr id="1631" name="Google Shape;1631;p20"/>
          <p:cNvCxnSpPr>
            <a:stCxn id="1601" idx="4"/>
            <a:endCxn id="1604" idx="0"/>
          </p:cNvCxnSpPr>
          <p:nvPr/>
        </p:nvCxnSpPr>
        <p:spPr>
          <a:xfrm>
            <a:off x="1980202" y="1659729"/>
            <a:ext cx="1286100" cy="988500"/>
          </a:xfrm>
          <a:prstGeom prst="straightConnector1">
            <a:avLst/>
          </a:prstGeom>
          <a:noFill/>
          <a:ln w="9525" cap="flat" cmpd="sng">
            <a:solidFill>
              <a:srgbClr val="868686"/>
            </a:solidFill>
            <a:prstDash val="solid"/>
            <a:round/>
            <a:headEnd type="none" w="sm" len="sm"/>
            <a:tailEnd type="none" w="sm" len="sm"/>
          </a:ln>
        </p:spPr>
      </p:cxnSp>
      <p:cxnSp>
        <p:nvCxnSpPr>
          <p:cNvPr id="1632" name="Google Shape;1632;p20"/>
          <p:cNvCxnSpPr>
            <a:stCxn id="1602" idx="4"/>
            <a:endCxn id="1605" idx="1"/>
          </p:cNvCxnSpPr>
          <p:nvPr/>
        </p:nvCxnSpPr>
        <p:spPr>
          <a:xfrm>
            <a:off x="3633057" y="3479542"/>
            <a:ext cx="739200" cy="695100"/>
          </a:xfrm>
          <a:prstGeom prst="straightConnector1">
            <a:avLst/>
          </a:prstGeom>
          <a:noFill/>
          <a:ln w="9525" cap="flat" cmpd="sng">
            <a:solidFill>
              <a:srgbClr val="868686"/>
            </a:solidFill>
            <a:prstDash val="solid"/>
            <a:round/>
            <a:headEnd type="none" w="sm" len="sm"/>
            <a:tailEnd type="none" w="sm" len="sm"/>
          </a:ln>
        </p:spPr>
      </p:cxnSp>
      <p:sp>
        <p:nvSpPr>
          <p:cNvPr id="1633" name="Google Shape;1633;p20"/>
          <p:cNvSpPr/>
          <p:nvPr/>
        </p:nvSpPr>
        <p:spPr>
          <a:xfrm rot="-5400000">
            <a:off x="1613974" y="485541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34" name="Google Shape;1634;p20"/>
          <p:cNvSpPr/>
          <p:nvPr/>
        </p:nvSpPr>
        <p:spPr>
          <a:xfrm rot="-5400000">
            <a:off x="4319241" y="214635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635" name="Google Shape;1635;p20"/>
          <p:cNvCxnSpPr>
            <a:stCxn id="1633" idx="4"/>
            <a:endCxn id="1597" idx="0"/>
          </p:cNvCxnSpPr>
          <p:nvPr/>
        </p:nvCxnSpPr>
        <p:spPr>
          <a:xfrm rot="10800000" flipH="1">
            <a:off x="1980202" y="4197913"/>
            <a:ext cx="467700" cy="840900"/>
          </a:xfrm>
          <a:prstGeom prst="straightConnector1">
            <a:avLst/>
          </a:prstGeom>
          <a:noFill/>
          <a:ln w="9525" cap="flat" cmpd="sng">
            <a:solidFill>
              <a:srgbClr val="868686"/>
            </a:solidFill>
            <a:prstDash val="solid"/>
            <a:round/>
            <a:headEnd type="none" w="sm" len="sm"/>
            <a:tailEnd type="none" w="sm" len="sm"/>
          </a:ln>
        </p:spPr>
      </p:cxnSp>
      <p:cxnSp>
        <p:nvCxnSpPr>
          <p:cNvPr id="1636" name="Google Shape;1636;p20"/>
          <p:cNvCxnSpPr>
            <a:stCxn id="1633" idx="4"/>
            <a:endCxn id="1598" idx="0"/>
          </p:cNvCxnSpPr>
          <p:nvPr/>
        </p:nvCxnSpPr>
        <p:spPr>
          <a:xfrm rot="10800000" flipH="1">
            <a:off x="1980202" y="3770113"/>
            <a:ext cx="467700" cy="1268700"/>
          </a:xfrm>
          <a:prstGeom prst="straightConnector1">
            <a:avLst/>
          </a:prstGeom>
          <a:noFill/>
          <a:ln w="9525" cap="flat" cmpd="sng">
            <a:solidFill>
              <a:srgbClr val="868686"/>
            </a:solidFill>
            <a:prstDash val="solid"/>
            <a:round/>
            <a:headEnd type="none" w="sm" len="sm"/>
            <a:tailEnd type="none" w="sm" len="sm"/>
          </a:ln>
        </p:spPr>
      </p:cxnSp>
      <p:cxnSp>
        <p:nvCxnSpPr>
          <p:cNvPr id="1637" name="Google Shape;1637;p20"/>
          <p:cNvCxnSpPr>
            <a:stCxn id="1602" idx="4"/>
            <a:endCxn id="1606" idx="0"/>
          </p:cNvCxnSpPr>
          <p:nvPr/>
        </p:nvCxnSpPr>
        <p:spPr>
          <a:xfrm>
            <a:off x="3633057" y="3479542"/>
            <a:ext cx="685500" cy="137100"/>
          </a:xfrm>
          <a:prstGeom prst="straightConnector1">
            <a:avLst/>
          </a:prstGeom>
          <a:noFill/>
          <a:ln w="9525" cap="flat" cmpd="sng">
            <a:solidFill>
              <a:srgbClr val="868686"/>
            </a:solidFill>
            <a:prstDash val="solid"/>
            <a:round/>
            <a:headEnd type="none" w="sm" len="sm"/>
            <a:tailEnd type="none" w="sm" len="sm"/>
          </a:ln>
        </p:spPr>
      </p:cxnSp>
      <p:cxnSp>
        <p:nvCxnSpPr>
          <p:cNvPr id="1638" name="Google Shape;1638;p20"/>
          <p:cNvCxnSpPr>
            <a:stCxn id="1602" idx="4"/>
            <a:endCxn id="1607" idx="0"/>
          </p:cNvCxnSpPr>
          <p:nvPr/>
        </p:nvCxnSpPr>
        <p:spPr>
          <a:xfrm rot="10800000" flipH="1">
            <a:off x="3633057" y="3187642"/>
            <a:ext cx="685500" cy="291900"/>
          </a:xfrm>
          <a:prstGeom prst="straightConnector1">
            <a:avLst/>
          </a:prstGeom>
          <a:noFill/>
          <a:ln w="9525" cap="flat" cmpd="sng">
            <a:solidFill>
              <a:srgbClr val="868686"/>
            </a:solidFill>
            <a:prstDash val="solid"/>
            <a:round/>
            <a:headEnd type="none" w="sm" len="sm"/>
            <a:tailEnd type="none" w="sm" len="sm"/>
          </a:ln>
        </p:spPr>
      </p:cxnSp>
      <p:cxnSp>
        <p:nvCxnSpPr>
          <p:cNvPr id="1639" name="Google Shape;1639;p20"/>
          <p:cNvCxnSpPr>
            <a:stCxn id="1602" idx="4"/>
            <a:endCxn id="1608" idx="0"/>
          </p:cNvCxnSpPr>
          <p:nvPr/>
        </p:nvCxnSpPr>
        <p:spPr>
          <a:xfrm rot="10800000" flipH="1">
            <a:off x="3633057" y="2758642"/>
            <a:ext cx="685500" cy="720900"/>
          </a:xfrm>
          <a:prstGeom prst="straightConnector1">
            <a:avLst/>
          </a:prstGeom>
          <a:noFill/>
          <a:ln w="9525" cap="flat" cmpd="sng">
            <a:solidFill>
              <a:srgbClr val="868686"/>
            </a:solidFill>
            <a:prstDash val="solid"/>
            <a:round/>
            <a:headEnd type="none" w="sm" len="sm"/>
            <a:tailEnd type="none" w="sm" len="sm"/>
          </a:ln>
        </p:spPr>
      </p:cxnSp>
      <p:cxnSp>
        <p:nvCxnSpPr>
          <p:cNvPr id="1640" name="Google Shape;1640;p20"/>
          <p:cNvCxnSpPr>
            <a:stCxn id="1602" idx="4"/>
            <a:endCxn id="1634" idx="0"/>
          </p:cNvCxnSpPr>
          <p:nvPr/>
        </p:nvCxnSpPr>
        <p:spPr>
          <a:xfrm rot="10800000" flipH="1">
            <a:off x="3633057" y="2329642"/>
            <a:ext cx="685500" cy="1149900"/>
          </a:xfrm>
          <a:prstGeom prst="straightConnector1">
            <a:avLst/>
          </a:prstGeom>
          <a:noFill/>
          <a:ln w="9525" cap="flat" cmpd="sng">
            <a:solidFill>
              <a:srgbClr val="868686"/>
            </a:solidFill>
            <a:prstDash val="solid"/>
            <a:round/>
            <a:headEnd type="none" w="sm" len="sm"/>
            <a:tailEnd type="none" w="sm" len="sm"/>
          </a:ln>
        </p:spPr>
      </p:cxnSp>
      <p:cxnSp>
        <p:nvCxnSpPr>
          <p:cNvPr id="1641" name="Google Shape;1641;p20"/>
          <p:cNvCxnSpPr>
            <a:stCxn id="1603" idx="4"/>
            <a:endCxn id="1605" idx="0"/>
          </p:cNvCxnSpPr>
          <p:nvPr/>
        </p:nvCxnSpPr>
        <p:spPr>
          <a:xfrm>
            <a:off x="3633057" y="3063829"/>
            <a:ext cx="685500" cy="981600"/>
          </a:xfrm>
          <a:prstGeom prst="straightConnector1">
            <a:avLst/>
          </a:prstGeom>
          <a:noFill/>
          <a:ln w="9525" cap="flat" cmpd="sng">
            <a:solidFill>
              <a:srgbClr val="868686"/>
            </a:solidFill>
            <a:prstDash val="solid"/>
            <a:round/>
            <a:headEnd type="none" w="sm" len="sm"/>
            <a:tailEnd type="none" w="sm" len="sm"/>
          </a:ln>
        </p:spPr>
      </p:cxnSp>
      <p:cxnSp>
        <p:nvCxnSpPr>
          <p:cNvPr id="1642" name="Google Shape;1642;p20"/>
          <p:cNvCxnSpPr>
            <a:stCxn id="1603" idx="4"/>
            <a:endCxn id="1606" idx="0"/>
          </p:cNvCxnSpPr>
          <p:nvPr/>
        </p:nvCxnSpPr>
        <p:spPr>
          <a:xfrm>
            <a:off x="3633057" y="3063829"/>
            <a:ext cx="685500" cy="552600"/>
          </a:xfrm>
          <a:prstGeom prst="straightConnector1">
            <a:avLst/>
          </a:prstGeom>
          <a:noFill/>
          <a:ln w="9525" cap="flat" cmpd="sng">
            <a:solidFill>
              <a:srgbClr val="868686"/>
            </a:solidFill>
            <a:prstDash val="solid"/>
            <a:round/>
            <a:headEnd type="none" w="sm" len="sm"/>
            <a:tailEnd type="none" w="sm" len="sm"/>
          </a:ln>
        </p:spPr>
      </p:cxnSp>
      <p:cxnSp>
        <p:nvCxnSpPr>
          <p:cNvPr id="1643" name="Google Shape;1643;p20"/>
          <p:cNvCxnSpPr>
            <a:stCxn id="1603" idx="4"/>
            <a:endCxn id="1607" idx="0"/>
          </p:cNvCxnSpPr>
          <p:nvPr/>
        </p:nvCxnSpPr>
        <p:spPr>
          <a:xfrm>
            <a:off x="3633057" y="3063829"/>
            <a:ext cx="685500" cy="123900"/>
          </a:xfrm>
          <a:prstGeom prst="straightConnector1">
            <a:avLst/>
          </a:prstGeom>
          <a:noFill/>
          <a:ln w="9525" cap="flat" cmpd="sng">
            <a:solidFill>
              <a:srgbClr val="868686"/>
            </a:solidFill>
            <a:prstDash val="solid"/>
            <a:round/>
            <a:headEnd type="none" w="sm" len="sm"/>
            <a:tailEnd type="none" w="sm" len="sm"/>
          </a:ln>
        </p:spPr>
      </p:cxnSp>
      <p:cxnSp>
        <p:nvCxnSpPr>
          <p:cNvPr id="1644" name="Google Shape;1644;p20"/>
          <p:cNvCxnSpPr>
            <a:stCxn id="1603" idx="4"/>
            <a:endCxn id="1608" idx="0"/>
          </p:cNvCxnSpPr>
          <p:nvPr/>
        </p:nvCxnSpPr>
        <p:spPr>
          <a:xfrm rot="10800000" flipH="1">
            <a:off x="3633057" y="2758729"/>
            <a:ext cx="685500" cy="305100"/>
          </a:xfrm>
          <a:prstGeom prst="straightConnector1">
            <a:avLst/>
          </a:prstGeom>
          <a:noFill/>
          <a:ln w="9525" cap="flat" cmpd="sng">
            <a:solidFill>
              <a:srgbClr val="868686"/>
            </a:solidFill>
            <a:prstDash val="solid"/>
            <a:round/>
            <a:headEnd type="none" w="sm" len="sm"/>
            <a:tailEnd type="none" w="sm" len="sm"/>
          </a:ln>
        </p:spPr>
      </p:cxnSp>
      <p:cxnSp>
        <p:nvCxnSpPr>
          <p:cNvPr id="1645" name="Google Shape;1645;p20"/>
          <p:cNvCxnSpPr>
            <a:stCxn id="1603" idx="4"/>
            <a:endCxn id="1634" idx="0"/>
          </p:cNvCxnSpPr>
          <p:nvPr/>
        </p:nvCxnSpPr>
        <p:spPr>
          <a:xfrm rot="10800000" flipH="1">
            <a:off x="3633057" y="2329729"/>
            <a:ext cx="685500" cy="734100"/>
          </a:xfrm>
          <a:prstGeom prst="straightConnector1">
            <a:avLst/>
          </a:prstGeom>
          <a:noFill/>
          <a:ln w="9525" cap="flat" cmpd="sng">
            <a:solidFill>
              <a:srgbClr val="868686"/>
            </a:solidFill>
            <a:prstDash val="solid"/>
            <a:round/>
            <a:headEnd type="none" w="sm" len="sm"/>
            <a:tailEnd type="none" w="sm" len="sm"/>
          </a:ln>
        </p:spPr>
      </p:cxnSp>
      <p:cxnSp>
        <p:nvCxnSpPr>
          <p:cNvPr id="1646" name="Google Shape;1646;p20"/>
          <p:cNvCxnSpPr>
            <a:stCxn id="1604" idx="4"/>
            <a:endCxn id="1605" idx="0"/>
          </p:cNvCxnSpPr>
          <p:nvPr/>
        </p:nvCxnSpPr>
        <p:spPr>
          <a:xfrm>
            <a:off x="3633057" y="2648118"/>
            <a:ext cx="685500" cy="1397400"/>
          </a:xfrm>
          <a:prstGeom prst="straightConnector1">
            <a:avLst/>
          </a:prstGeom>
          <a:noFill/>
          <a:ln w="9525" cap="flat" cmpd="sng">
            <a:solidFill>
              <a:srgbClr val="868686"/>
            </a:solidFill>
            <a:prstDash val="solid"/>
            <a:round/>
            <a:headEnd type="none" w="sm" len="sm"/>
            <a:tailEnd type="none" w="sm" len="sm"/>
          </a:ln>
        </p:spPr>
      </p:cxnSp>
      <p:cxnSp>
        <p:nvCxnSpPr>
          <p:cNvPr id="1647" name="Google Shape;1647;p20"/>
          <p:cNvCxnSpPr>
            <a:stCxn id="1604" idx="4"/>
            <a:endCxn id="1606" idx="0"/>
          </p:cNvCxnSpPr>
          <p:nvPr/>
        </p:nvCxnSpPr>
        <p:spPr>
          <a:xfrm>
            <a:off x="3633057" y="2648118"/>
            <a:ext cx="685500" cy="968400"/>
          </a:xfrm>
          <a:prstGeom prst="straightConnector1">
            <a:avLst/>
          </a:prstGeom>
          <a:noFill/>
          <a:ln w="9525" cap="flat" cmpd="sng">
            <a:solidFill>
              <a:srgbClr val="868686"/>
            </a:solidFill>
            <a:prstDash val="solid"/>
            <a:round/>
            <a:headEnd type="none" w="sm" len="sm"/>
            <a:tailEnd type="none" w="sm" len="sm"/>
          </a:ln>
        </p:spPr>
      </p:cxnSp>
      <p:cxnSp>
        <p:nvCxnSpPr>
          <p:cNvPr id="1648" name="Google Shape;1648;p20"/>
          <p:cNvCxnSpPr>
            <a:stCxn id="1604" idx="4"/>
            <a:endCxn id="1607" idx="0"/>
          </p:cNvCxnSpPr>
          <p:nvPr/>
        </p:nvCxnSpPr>
        <p:spPr>
          <a:xfrm>
            <a:off x="3633057" y="2648118"/>
            <a:ext cx="685500" cy="539400"/>
          </a:xfrm>
          <a:prstGeom prst="straightConnector1">
            <a:avLst/>
          </a:prstGeom>
          <a:noFill/>
          <a:ln w="9525" cap="flat" cmpd="sng">
            <a:solidFill>
              <a:srgbClr val="868686"/>
            </a:solidFill>
            <a:prstDash val="solid"/>
            <a:round/>
            <a:headEnd type="none" w="sm" len="sm"/>
            <a:tailEnd type="none" w="sm" len="sm"/>
          </a:ln>
        </p:spPr>
      </p:cxnSp>
      <p:cxnSp>
        <p:nvCxnSpPr>
          <p:cNvPr id="1649" name="Google Shape;1649;p20"/>
          <p:cNvCxnSpPr>
            <a:stCxn id="1604" idx="4"/>
            <a:endCxn id="1608" idx="0"/>
          </p:cNvCxnSpPr>
          <p:nvPr/>
        </p:nvCxnSpPr>
        <p:spPr>
          <a:xfrm>
            <a:off x="3633057" y="2648118"/>
            <a:ext cx="685500" cy="110400"/>
          </a:xfrm>
          <a:prstGeom prst="straightConnector1">
            <a:avLst/>
          </a:prstGeom>
          <a:noFill/>
          <a:ln w="9525" cap="flat" cmpd="sng">
            <a:solidFill>
              <a:srgbClr val="868686"/>
            </a:solidFill>
            <a:prstDash val="solid"/>
            <a:round/>
            <a:headEnd type="none" w="sm" len="sm"/>
            <a:tailEnd type="none" w="sm" len="sm"/>
          </a:ln>
        </p:spPr>
      </p:cxnSp>
      <p:cxnSp>
        <p:nvCxnSpPr>
          <p:cNvPr id="1650" name="Google Shape;1650;p20"/>
          <p:cNvCxnSpPr>
            <a:stCxn id="1604" idx="4"/>
            <a:endCxn id="1634" idx="0"/>
          </p:cNvCxnSpPr>
          <p:nvPr/>
        </p:nvCxnSpPr>
        <p:spPr>
          <a:xfrm rot="10800000" flipH="1">
            <a:off x="3633057" y="2329818"/>
            <a:ext cx="685500" cy="318300"/>
          </a:xfrm>
          <a:prstGeom prst="straightConnector1">
            <a:avLst/>
          </a:prstGeom>
          <a:noFill/>
          <a:ln w="9525" cap="flat" cmpd="sng">
            <a:solidFill>
              <a:srgbClr val="868686"/>
            </a:solidFill>
            <a:prstDash val="solid"/>
            <a:round/>
            <a:headEnd type="none" w="sm" len="sm"/>
            <a:tailEnd type="none" w="sm" len="sm"/>
          </a:ln>
        </p:spPr>
      </p:cxnSp>
      <p:sp>
        <p:nvSpPr>
          <p:cNvPr id="1651" name="Google Shape;1651;p20"/>
          <p:cNvSpPr/>
          <p:nvPr/>
        </p:nvSpPr>
        <p:spPr>
          <a:xfrm>
            <a:off x="1209675" y="528658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652" name="Google Shape;1652;p20"/>
          <p:cNvSpPr/>
          <p:nvPr/>
        </p:nvSpPr>
        <p:spPr>
          <a:xfrm>
            <a:off x="3914942" y="433615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653" name="Google Shape;1653;p20"/>
          <p:cNvSpPr/>
          <p:nvPr/>
        </p:nvSpPr>
        <p:spPr>
          <a:xfrm>
            <a:off x="2199447" y="4643901"/>
            <a:ext cx="1563923" cy="482612"/>
          </a:xfrm>
          <a:prstGeom prst="rect">
            <a:avLst/>
          </a:prstGeom>
          <a:solidFill>
            <a:srgbClr val="C0E3F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嵌入层</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654" name="Google Shape;1654;p20"/>
          <p:cNvSpPr/>
          <p:nvPr/>
        </p:nvSpPr>
        <p:spPr>
          <a:xfrm>
            <a:off x="3064314" y="3796655"/>
            <a:ext cx="752942" cy="482612"/>
          </a:xfrm>
          <a:prstGeom prst="rect">
            <a:avLst/>
          </a:prstGeom>
          <a:solidFill>
            <a:srgbClr val="DCDCDC"/>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RNN</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655" name="Google Shape;1655;p20"/>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56" name="Google Shape;1656;p20"/>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57" name="Google Shape;1657;p20"/>
          <p:cNvSpPr txBox="1"/>
          <p:nvPr/>
        </p:nvSpPr>
        <p:spPr>
          <a:xfrm>
            <a:off x="1322868" y="3182048"/>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58" name="Google Shape;1658;p20"/>
          <p:cNvSpPr txBox="1"/>
          <p:nvPr/>
        </p:nvSpPr>
        <p:spPr>
          <a:xfrm>
            <a:off x="1322868" y="3602322"/>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59" name="Google Shape;1659;p20"/>
          <p:cNvSpPr txBox="1"/>
          <p:nvPr/>
        </p:nvSpPr>
        <p:spPr>
          <a:xfrm>
            <a:off x="1322868" y="40225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60" name="Google Shape;1660;p20"/>
          <p:cNvSpPr txBox="1"/>
          <p:nvPr/>
        </p:nvSpPr>
        <p:spPr>
          <a:xfrm>
            <a:off x="1322868" y="4442870"/>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61" name="Google Shape;1661;p20"/>
          <p:cNvSpPr txBox="1"/>
          <p:nvPr/>
        </p:nvSpPr>
        <p:spPr>
          <a:xfrm>
            <a:off x="1322868" y="486314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62" name="Google Shape;1662;p20"/>
          <p:cNvSpPr txBox="1"/>
          <p:nvPr/>
        </p:nvSpPr>
        <p:spPr>
          <a:xfrm>
            <a:off x="1261950" y="1495996"/>
            <a:ext cx="3914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63" name="Google Shape;1663;p20"/>
          <p:cNvSpPr txBox="1"/>
          <p:nvPr/>
        </p:nvSpPr>
        <p:spPr>
          <a:xfrm>
            <a:off x="1215091" y="1939615"/>
            <a:ext cx="476412"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64" name="Google Shape;1664;p20"/>
          <p:cNvSpPr txBox="1"/>
          <p:nvPr/>
        </p:nvSpPr>
        <p:spPr>
          <a:xfrm>
            <a:off x="1261949" y="2357834"/>
            <a:ext cx="391454"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.6</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665" name="Google Shape;1665;p20"/>
          <p:cNvSpPr/>
          <p:nvPr/>
        </p:nvSpPr>
        <p:spPr>
          <a:xfrm flipH="1">
            <a:off x="2193340" y="1396645"/>
            <a:ext cx="1317190" cy="762634"/>
          </a:xfrm>
          <a:prstGeom prst="bentArrow">
            <a:avLst>
              <a:gd name="adj1" fmla="val 25000"/>
              <a:gd name="adj2" fmla="val 25000"/>
              <a:gd name="adj3" fmla="val 25000"/>
              <a:gd name="adj4" fmla="val 43750"/>
            </a:avLst>
          </a:prstGeom>
          <a:solidFill>
            <a:schemeClr val="accent5"/>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0"/>
        <p:cNvGrpSpPr/>
        <p:nvPr/>
      </p:nvGrpSpPr>
      <p:grpSpPr>
        <a:xfrm>
          <a:off x="0" y="0"/>
          <a:ext cx="0" cy="0"/>
          <a:chOff x="0" y="0"/>
          <a:chExt cx="0" cy="0"/>
        </a:xfrm>
      </p:grpSpPr>
      <p:sp>
        <p:nvSpPr>
          <p:cNvPr id="1671" name="Google Shape;1671;p21"/>
          <p:cNvSpPr/>
          <p:nvPr/>
        </p:nvSpPr>
        <p:spPr>
          <a:xfrm>
            <a:off x="7449424" y="1657350"/>
            <a:ext cx="2666126" cy="3771900"/>
          </a:xfrm>
          <a:prstGeom prst="verticalScroll">
            <a:avLst>
              <a:gd name="adj" fmla="val 6500"/>
            </a:avLst>
          </a:prstGeom>
          <a:solidFill>
            <a:srgbClr val="EDE1A5"/>
          </a:solidFill>
          <a:ln w="25400"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2400"/>
              <a:buFont typeface="Arial"/>
              <a:buNone/>
            </a:pPr>
            <a:r>
              <a:rPr lang="zh-CN" altLang="en-US" sz="2400" b="0" i="0" u="none" strike="noStrike" cap="none">
                <a:solidFill>
                  <a:schemeClr val="dk2"/>
                </a:solidFill>
                <a:latin typeface="Algerian"/>
                <a:ea typeface="黑体" panose="02010609060101010101" pitchFamily="49" charset="-122"/>
                <a:cs typeface="Algerian"/>
                <a:sym typeface="Algerian"/>
              </a:rPr>
              <a:t>字典</a:t>
            </a:r>
            <a:endParaRPr lang="zh-CN" altLang="en-US" sz="1400" b="0" i="0" u="none" strike="noStrike" cap="none">
              <a:solidFill>
                <a:srgbClr val="000000"/>
              </a:solidFill>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lang="zh-CN" altLang="en-US" sz="2400" b="0" i="0" u="none" strike="noStrike" cap="none" dirty="0">
              <a:solidFill>
                <a:schemeClr val="dk2"/>
              </a:solidFill>
              <a:latin typeface="Algerian"/>
              <a:ea typeface="Algerian"/>
              <a:cs typeface="Algerian"/>
              <a:sym typeface="Algerian"/>
            </a:endParaRPr>
          </a:p>
        </p:txBody>
      </p:sp>
      <p:sp>
        <p:nvSpPr>
          <p:cNvPr id="1672" name="Google Shape;1672;p21"/>
          <p:cNvSpPr txBox="1"/>
          <p:nvPr/>
        </p:nvSpPr>
        <p:spPr>
          <a:xfrm>
            <a:off x="8003097" y="3106305"/>
            <a:ext cx="1760028" cy="1908215"/>
          </a:xfrm>
          <a:prstGeom prst="rect">
            <a:avLst/>
          </a:prstGeom>
          <a:noFill/>
          <a:ln>
            <a:noFill/>
          </a:ln>
        </p:spPr>
        <p:txBody>
          <a:bodyPr spcFirstLastPara="1" wrap="square" lIns="91425" tIns="45700" rIns="91425" bIns="45700" anchor="ctr" anchorCtr="0">
            <a:spAutoFit/>
          </a:bodyPr>
          <a:lstStyle/>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Cats</a:t>
            </a:r>
            <a:endParaRPr lang="zh-CN" altLang="en-US" sz="1400" b="0" i="0" u="none" strike="noStrike" cap="none">
              <a:solidFill>
                <a:srgbClr val="000000"/>
              </a:solidFill>
              <a:ea typeface="黑体" panose="02010609060101010101" pitchFamily="49" charset="-122"/>
              <a:cs typeface="Arial"/>
              <a:sym typeface="Arial"/>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Dogs</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Meow</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Say</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457200" marR="0" lvl="0" indent="-457200" algn="l" rtl="0">
              <a:lnSpc>
                <a:spcPct val="100000"/>
              </a:lnSpc>
              <a:spcBef>
                <a:spcPts val="0"/>
              </a:spcBef>
              <a:spcAft>
                <a:spcPts val="0"/>
              </a:spcAft>
              <a:buClr>
                <a:schemeClr val="dk2"/>
              </a:buClr>
              <a:buSzPts val="2000"/>
              <a:buFont typeface="Trebuchet MS"/>
              <a:buAutoNum type="arabicPeriod"/>
            </a:pPr>
            <a:r>
              <a:rPr lang="en-US" altLang="zh-CN" sz="2000" b="0" i="0" u="none" strike="noStrike" cap="none">
                <a:solidFill>
                  <a:schemeClr val="dk2"/>
                </a:solidFill>
                <a:latin typeface="Algerian"/>
                <a:ea typeface="黑体" panose="02010609060101010101" pitchFamily="49" charset="-122"/>
                <a:cs typeface="Algerian"/>
                <a:sym typeface="Algerian"/>
              </a:rPr>
              <a:t>Woof</a:t>
            </a:r>
            <a:endParaRPr lang="zh-CN" altLang="en-US" sz="2000" b="0" i="0" u="none" strike="noStrike" cap="none">
              <a:solidFill>
                <a:schemeClr val="dk2"/>
              </a:solidFill>
              <a:latin typeface="Algerian"/>
              <a:ea typeface="黑体" panose="02010609060101010101" pitchFamily="49" charset="-122"/>
              <a:cs typeface="Algerian"/>
              <a:sym typeface="Algerian"/>
            </a:endParaRPr>
          </a:p>
          <a:p>
            <a:pPr marL="0" marR="0" lvl="0" indent="0" algn="ctr" rtl="0">
              <a:lnSpc>
                <a:spcPct val="90000"/>
              </a:lnSpc>
              <a:spcBef>
                <a:spcPts val="0"/>
              </a:spcBef>
              <a:spcAft>
                <a:spcPts val="0"/>
              </a:spcAft>
              <a:buClr>
                <a:srgbClr val="000000"/>
              </a:buClr>
              <a:buSzPts val="2000"/>
              <a:buFont typeface="Arial"/>
              <a:buNone/>
            </a:pPr>
            <a:endParaRPr lang="zh-CN" altLang="en-US" sz="2000" b="0" i="0" u="none" strike="noStrike" cap="none" dirty="0">
              <a:solidFill>
                <a:schemeClr val="dk2"/>
              </a:solidFill>
              <a:latin typeface="Trebuchet MS"/>
              <a:ea typeface="Trebuchet MS"/>
              <a:cs typeface="Trebuchet MS"/>
              <a:sym typeface="Trebuchet MS"/>
            </a:endParaRPr>
          </a:p>
        </p:txBody>
      </p:sp>
      <p:sp>
        <p:nvSpPr>
          <p:cNvPr id="1673" name="Google Shape;1673;p21"/>
          <p:cNvSpPr txBox="1">
            <a:spLocks noGrp="1"/>
          </p:cNvSpPr>
          <p:nvPr>
            <p:ph type="title"/>
          </p:nvPr>
        </p:nvSpPr>
        <p:spPr>
          <a:xfrm>
            <a:off x="498348" y="40300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674" name="Google Shape;1674;p21"/>
          <p:cNvSpPr/>
          <p:nvPr/>
        </p:nvSpPr>
        <p:spPr>
          <a:xfrm rot="-5400000">
            <a:off x="1613974" y="443128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75" name="Google Shape;1675;p21"/>
          <p:cNvSpPr/>
          <p:nvPr/>
        </p:nvSpPr>
        <p:spPr>
          <a:xfrm rot="-5400000">
            <a:off x="1613974" y="400716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76" name="Google Shape;1676;p21"/>
          <p:cNvSpPr/>
          <p:nvPr/>
        </p:nvSpPr>
        <p:spPr>
          <a:xfrm rot="-5400000">
            <a:off x="1613974" y="358303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77" name="Google Shape;1677;p21"/>
          <p:cNvSpPr/>
          <p:nvPr/>
        </p:nvSpPr>
        <p:spPr>
          <a:xfrm rot="-5400000">
            <a:off x="1613974" y="315891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78" name="Google Shape;1678;p21"/>
          <p:cNvSpPr/>
          <p:nvPr/>
        </p:nvSpPr>
        <p:spPr>
          <a:xfrm rot="-5400000">
            <a:off x="2448581" y="4014588"/>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79" name="Google Shape;1679;p21"/>
          <p:cNvSpPr/>
          <p:nvPr/>
        </p:nvSpPr>
        <p:spPr>
          <a:xfrm rot="-5400000">
            <a:off x="2448581" y="3586749"/>
            <a:ext cx="365652" cy="366803"/>
          </a:xfrm>
          <a:prstGeom prst="ellipse">
            <a:avLst/>
          </a:prstGeom>
          <a:solidFill>
            <a:srgbClr val="C0E3F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0" name="Google Shape;1680;p21"/>
          <p:cNvSpPr/>
          <p:nvPr/>
        </p:nvSpPr>
        <p:spPr>
          <a:xfrm rot="-5400000">
            <a:off x="1613974" y="233200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1" name="Google Shape;1681;p21"/>
          <p:cNvSpPr/>
          <p:nvPr/>
        </p:nvSpPr>
        <p:spPr>
          <a:xfrm rot="-5400000">
            <a:off x="1613974" y="1904167"/>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2" name="Google Shape;1682;p21"/>
          <p:cNvSpPr/>
          <p:nvPr/>
        </p:nvSpPr>
        <p:spPr>
          <a:xfrm rot="-5400000">
            <a:off x="1613974" y="14763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3" name="Google Shape;1683;p21"/>
          <p:cNvSpPr/>
          <p:nvPr/>
        </p:nvSpPr>
        <p:spPr>
          <a:xfrm rot="-5400000">
            <a:off x="3266829" y="3296141"/>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4" name="Google Shape;1684;p21"/>
          <p:cNvSpPr/>
          <p:nvPr/>
        </p:nvSpPr>
        <p:spPr>
          <a:xfrm rot="-5400000">
            <a:off x="3266829" y="2880428"/>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5" name="Google Shape;1685;p21"/>
          <p:cNvSpPr/>
          <p:nvPr/>
        </p:nvSpPr>
        <p:spPr>
          <a:xfrm rot="-5400000">
            <a:off x="3266829" y="2464716"/>
            <a:ext cx="365652" cy="366803"/>
          </a:xfrm>
          <a:prstGeom prst="ellipse">
            <a:avLst/>
          </a:prstGeom>
          <a:solidFill>
            <a:srgbClr val="DCDCDC"/>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6" name="Google Shape;1686;p21"/>
          <p:cNvSpPr/>
          <p:nvPr/>
        </p:nvSpPr>
        <p:spPr>
          <a:xfrm rot="-5400000">
            <a:off x="4319241" y="3862012"/>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7" name="Google Shape;1687;p21"/>
          <p:cNvSpPr/>
          <p:nvPr/>
        </p:nvSpPr>
        <p:spPr>
          <a:xfrm rot="-5400000">
            <a:off x="4319241" y="3433096"/>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8" name="Google Shape;1688;p21"/>
          <p:cNvSpPr/>
          <p:nvPr/>
        </p:nvSpPr>
        <p:spPr>
          <a:xfrm rot="-5400000">
            <a:off x="4319241" y="300418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689" name="Google Shape;1689;p21"/>
          <p:cNvSpPr/>
          <p:nvPr/>
        </p:nvSpPr>
        <p:spPr>
          <a:xfrm rot="-5400000">
            <a:off x="4319241" y="2575264"/>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690" name="Google Shape;1690;p21"/>
          <p:cNvCxnSpPr>
            <a:stCxn id="1674" idx="4"/>
            <a:endCxn id="1678" idx="0"/>
          </p:cNvCxnSpPr>
          <p:nvPr/>
        </p:nvCxnSpPr>
        <p:spPr>
          <a:xfrm rot="10800000" flipH="1">
            <a:off x="1980202" y="4197988"/>
            <a:ext cx="467700" cy="416700"/>
          </a:xfrm>
          <a:prstGeom prst="straightConnector1">
            <a:avLst/>
          </a:prstGeom>
          <a:noFill/>
          <a:ln w="9525" cap="flat" cmpd="sng">
            <a:solidFill>
              <a:srgbClr val="868686"/>
            </a:solidFill>
            <a:prstDash val="solid"/>
            <a:round/>
            <a:headEnd type="none" w="sm" len="sm"/>
            <a:tailEnd type="none" w="sm" len="sm"/>
          </a:ln>
        </p:spPr>
      </p:cxnSp>
      <p:cxnSp>
        <p:nvCxnSpPr>
          <p:cNvPr id="1691" name="Google Shape;1691;p21"/>
          <p:cNvCxnSpPr>
            <a:stCxn id="1674" idx="4"/>
            <a:endCxn id="1679" idx="0"/>
          </p:cNvCxnSpPr>
          <p:nvPr/>
        </p:nvCxnSpPr>
        <p:spPr>
          <a:xfrm rot="10800000" flipH="1">
            <a:off x="1980202" y="3770188"/>
            <a:ext cx="467700" cy="844500"/>
          </a:xfrm>
          <a:prstGeom prst="straightConnector1">
            <a:avLst/>
          </a:prstGeom>
          <a:noFill/>
          <a:ln w="9525" cap="flat" cmpd="sng">
            <a:solidFill>
              <a:srgbClr val="868686"/>
            </a:solidFill>
            <a:prstDash val="solid"/>
            <a:round/>
            <a:headEnd type="none" w="sm" len="sm"/>
            <a:tailEnd type="none" w="sm" len="sm"/>
          </a:ln>
        </p:spPr>
      </p:cxnSp>
      <p:cxnSp>
        <p:nvCxnSpPr>
          <p:cNvPr id="1692" name="Google Shape;1692;p21"/>
          <p:cNvCxnSpPr>
            <a:stCxn id="1675" idx="4"/>
            <a:endCxn id="1678" idx="0"/>
          </p:cNvCxnSpPr>
          <p:nvPr/>
        </p:nvCxnSpPr>
        <p:spPr>
          <a:xfrm>
            <a:off x="1980202" y="4190563"/>
            <a:ext cx="467700" cy="7500"/>
          </a:xfrm>
          <a:prstGeom prst="straightConnector1">
            <a:avLst/>
          </a:prstGeom>
          <a:noFill/>
          <a:ln w="9525" cap="flat" cmpd="sng">
            <a:solidFill>
              <a:srgbClr val="868686"/>
            </a:solidFill>
            <a:prstDash val="solid"/>
            <a:round/>
            <a:headEnd type="none" w="sm" len="sm"/>
            <a:tailEnd type="none" w="sm" len="sm"/>
          </a:ln>
        </p:spPr>
      </p:cxnSp>
      <p:cxnSp>
        <p:nvCxnSpPr>
          <p:cNvPr id="1693" name="Google Shape;1693;p21"/>
          <p:cNvCxnSpPr>
            <a:stCxn id="1675" idx="4"/>
            <a:endCxn id="1679" idx="0"/>
          </p:cNvCxnSpPr>
          <p:nvPr/>
        </p:nvCxnSpPr>
        <p:spPr>
          <a:xfrm rot="10800000" flipH="1">
            <a:off x="1980202" y="3770263"/>
            <a:ext cx="467700" cy="420300"/>
          </a:xfrm>
          <a:prstGeom prst="straightConnector1">
            <a:avLst/>
          </a:prstGeom>
          <a:noFill/>
          <a:ln w="9525" cap="flat" cmpd="sng">
            <a:solidFill>
              <a:srgbClr val="868686"/>
            </a:solidFill>
            <a:prstDash val="solid"/>
            <a:round/>
            <a:headEnd type="none" w="sm" len="sm"/>
            <a:tailEnd type="none" w="sm" len="sm"/>
          </a:ln>
        </p:spPr>
      </p:cxnSp>
      <p:cxnSp>
        <p:nvCxnSpPr>
          <p:cNvPr id="1694" name="Google Shape;1694;p21"/>
          <p:cNvCxnSpPr>
            <a:stCxn id="1676" idx="4"/>
            <a:endCxn id="1678" idx="0"/>
          </p:cNvCxnSpPr>
          <p:nvPr/>
        </p:nvCxnSpPr>
        <p:spPr>
          <a:xfrm>
            <a:off x="1980202" y="3766438"/>
            <a:ext cx="467700" cy="431700"/>
          </a:xfrm>
          <a:prstGeom prst="straightConnector1">
            <a:avLst/>
          </a:prstGeom>
          <a:noFill/>
          <a:ln w="9525" cap="flat" cmpd="sng">
            <a:solidFill>
              <a:srgbClr val="868686"/>
            </a:solidFill>
            <a:prstDash val="solid"/>
            <a:round/>
            <a:headEnd type="none" w="sm" len="sm"/>
            <a:tailEnd type="none" w="sm" len="sm"/>
          </a:ln>
        </p:spPr>
      </p:cxnSp>
      <p:cxnSp>
        <p:nvCxnSpPr>
          <p:cNvPr id="1695" name="Google Shape;1695;p21"/>
          <p:cNvCxnSpPr>
            <a:stCxn id="1676" idx="4"/>
            <a:endCxn id="1679" idx="0"/>
          </p:cNvCxnSpPr>
          <p:nvPr/>
        </p:nvCxnSpPr>
        <p:spPr>
          <a:xfrm>
            <a:off x="1980202" y="3766438"/>
            <a:ext cx="467700" cy="3600"/>
          </a:xfrm>
          <a:prstGeom prst="straightConnector1">
            <a:avLst/>
          </a:prstGeom>
          <a:noFill/>
          <a:ln w="9525" cap="flat" cmpd="sng">
            <a:solidFill>
              <a:srgbClr val="868686"/>
            </a:solidFill>
            <a:prstDash val="solid"/>
            <a:round/>
            <a:headEnd type="none" w="sm" len="sm"/>
            <a:tailEnd type="none" w="sm" len="sm"/>
          </a:ln>
        </p:spPr>
      </p:cxnSp>
      <p:cxnSp>
        <p:nvCxnSpPr>
          <p:cNvPr id="1696" name="Google Shape;1696;p21"/>
          <p:cNvCxnSpPr>
            <a:stCxn id="1677" idx="4"/>
            <a:endCxn id="1679" idx="0"/>
          </p:cNvCxnSpPr>
          <p:nvPr/>
        </p:nvCxnSpPr>
        <p:spPr>
          <a:xfrm>
            <a:off x="1980202" y="3342311"/>
            <a:ext cx="467700" cy="427800"/>
          </a:xfrm>
          <a:prstGeom prst="straightConnector1">
            <a:avLst/>
          </a:prstGeom>
          <a:noFill/>
          <a:ln w="9525" cap="flat" cmpd="sng">
            <a:solidFill>
              <a:srgbClr val="868686"/>
            </a:solidFill>
            <a:prstDash val="solid"/>
            <a:round/>
            <a:headEnd type="none" w="sm" len="sm"/>
            <a:tailEnd type="none" w="sm" len="sm"/>
          </a:ln>
        </p:spPr>
      </p:cxnSp>
      <p:cxnSp>
        <p:nvCxnSpPr>
          <p:cNvPr id="1697" name="Google Shape;1697;p21"/>
          <p:cNvCxnSpPr>
            <a:stCxn id="1677" idx="4"/>
            <a:endCxn id="1678" idx="0"/>
          </p:cNvCxnSpPr>
          <p:nvPr/>
        </p:nvCxnSpPr>
        <p:spPr>
          <a:xfrm>
            <a:off x="1980202" y="3342311"/>
            <a:ext cx="467700" cy="855600"/>
          </a:xfrm>
          <a:prstGeom prst="straightConnector1">
            <a:avLst/>
          </a:prstGeom>
          <a:noFill/>
          <a:ln w="9525" cap="flat" cmpd="sng">
            <a:solidFill>
              <a:srgbClr val="868686"/>
            </a:solidFill>
            <a:prstDash val="solid"/>
            <a:round/>
            <a:headEnd type="none" w="sm" len="sm"/>
            <a:tailEnd type="none" w="sm" len="sm"/>
          </a:ln>
        </p:spPr>
      </p:cxnSp>
      <p:cxnSp>
        <p:nvCxnSpPr>
          <p:cNvPr id="1698" name="Google Shape;1698;p21"/>
          <p:cNvCxnSpPr>
            <a:stCxn id="1678" idx="4"/>
            <a:endCxn id="1683" idx="0"/>
          </p:cNvCxnSpPr>
          <p:nvPr/>
        </p:nvCxnSpPr>
        <p:spPr>
          <a:xfrm rot="10800000" flipH="1">
            <a:off x="2814808" y="3479490"/>
            <a:ext cx="451500" cy="718500"/>
          </a:xfrm>
          <a:prstGeom prst="straightConnector1">
            <a:avLst/>
          </a:prstGeom>
          <a:noFill/>
          <a:ln w="9525" cap="flat" cmpd="sng">
            <a:solidFill>
              <a:srgbClr val="868686"/>
            </a:solidFill>
            <a:prstDash val="solid"/>
            <a:round/>
            <a:headEnd type="none" w="sm" len="sm"/>
            <a:tailEnd type="none" w="sm" len="sm"/>
          </a:ln>
        </p:spPr>
      </p:cxnSp>
      <p:cxnSp>
        <p:nvCxnSpPr>
          <p:cNvPr id="1699" name="Google Shape;1699;p21"/>
          <p:cNvCxnSpPr>
            <a:stCxn id="1678" idx="4"/>
            <a:endCxn id="1684" idx="0"/>
          </p:cNvCxnSpPr>
          <p:nvPr/>
        </p:nvCxnSpPr>
        <p:spPr>
          <a:xfrm rot="10800000" flipH="1">
            <a:off x="2814808" y="3063690"/>
            <a:ext cx="451500" cy="1134300"/>
          </a:xfrm>
          <a:prstGeom prst="straightConnector1">
            <a:avLst/>
          </a:prstGeom>
          <a:noFill/>
          <a:ln w="9525" cap="flat" cmpd="sng">
            <a:solidFill>
              <a:srgbClr val="868686"/>
            </a:solidFill>
            <a:prstDash val="solid"/>
            <a:round/>
            <a:headEnd type="none" w="sm" len="sm"/>
            <a:tailEnd type="none" w="sm" len="sm"/>
          </a:ln>
        </p:spPr>
      </p:cxnSp>
      <p:cxnSp>
        <p:nvCxnSpPr>
          <p:cNvPr id="1700" name="Google Shape;1700;p21"/>
          <p:cNvCxnSpPr>
            <a:stCxn id="1678" idx="4"/>
            <a:endCxn id="1685" idx="0"/>
          </p:cNvCxnSpPr>
          <p:nvPr/>
        </p:nvCxnSpPr>
        <p:spPr>
          <a:xfrm rot="10800000" flipH="1">
            <a:off x="2814808" y="2648190"/>
            <a:ext cx="451500" cy="1549800"/>
          </a:xfrm>
          <a:prstGeom prst="straightConnector1">
            <a:avLst/>
          </a:prstGeom>
          <a:noFill/>
          <a:ln w="9525" cap="flat" cmpd="sng">
            <a:solidFill>
              <a:srgbClr val="868686"/>
            </a:solidFill>
            <a:prstDash val="solid"/>
            <a:round/>
            <a:headEnd type="none" w="sm" len="sm"/>
            <a:tailEnd type="none" w="sm" len="sm"/>
          </a:ln>
        </p:spPr>
      </p:cxnSp>
      <p:cxnSp>
        <p:nvCxnSpPr>
          <p:cNvPr id="1701" name="Google Shape;1701;p21"/>
          <p:cNvCxnSpPr>
            <a:stCxn id="1679" idx="4"/>
            <a:endCxn id="1683" idx="0"/>
          </p:cNvCxnSpPr>
          <p:nvPr/>
        </p:nvCxnSpPr>
        <p:spPr>
          <a:xfrm rot="10800000" flipH="1">
            <a:off x="2814808" y="3479451"/>
            <a:ext cx="451500" cy="290700"/>
          </a:xfrm>
          <a:prstGeom prst="straightConnector1">
            <a:avLst/>
          </a:prstGeom>
          <a:noFill/>
          <a:ln w="9525" cap="flat" cmpd="sng">
            <a:solidFill>
              <a:srgbClr val="868686"/>
            </a:solidFill>
            <a:prstDash val="solid"/>
            <a:round/>
            <a:headEnd type="none" w="sm" len="sm"/>
            <a:tailEnd type="none" w="sm" len="sm"/>
          </a:ln>
        </p:spPr>
      </p:cxnSp>
      <p:cxnSp>
        <p:nvCxnSpPr>
          <p:cNvPr id="1702" name="Google Shape;1702;p21"/>
          <p:cNvCxnSpPr>
            <a:stCxn id="1679" idx="3"/>
            <a:endCxn id="1684" idx="0"/>
          </p:cNvCxnSpPr>
          <p:nvPr/>
        </p:nvCxnSpPr>
        <p:spPr>
          <a:xfrm rot="10800000" flipH="1">
            <a:off x="2761091" y="3063928"/>
            <a:ext cx="505200" cy="835500"/>
          </a:xfrm>
          <a:prstGeom prst="straightConnector1">
            <a:avLst/>
          </a:prstGeom>
          <a:noFill/>
          <a:ln w="9525" cap="flat" cmpd="sng">
            <a:solidFill>
              <a:srgbClr val="868686"/>
            </a:solidFill>
            <a:prstDash val="solid"/>
            <a:round/>
            <a:headEnd type="none" w="sm" len="sm"/>
            <a:tailEnd type="none" w="sm" len="sm"/>
          </a:ln>
        </p:spPr>
      </p:cxnSp>
      <p:cxnSp>
        <p:nvCxnSpPr>
          <p:cNvPr id="1703" name="Google Shape;1703;p21"/>
          <p:cNvCxnSpPr>
            <a:stCxn id="1679" idx="4"/>
            <a:endCxn id="1685" idx="0"/>
          </p:cNvCxnSpPr>
          <p:nvPr/>
        </p:nvCxnSpPr>
        <p:spPr>
          <a:xfrm rot="10800000" flipH="1">
            <a:off x="2814808" y="2648151"/>
            <a:ext cx="451500" cy="1122000"/>
          </a:xfrm>
          <a:prstGeom prst="straightConnector1">
            <a:avLst/>
          </a:prstGeom>
          <a:noFill/>
          <a:ln w="9525" cap="flat" cmpd="sng">
            <a:solidFill>
              <a:srgbClr val="868686"/>
            </a:solidFill>
            <a:prstDash val="solid"/>
            <a:round/>
            <a:headEnd type="none" w="sm" len="sm"/>
            <a:tailEnd type="none" w="sm" len="sm"/>
          </a:ln>
        </p:spPr>
      </p:cxnSp>
      <p:cxnSp>
        <p:nvCxnSpPr>
          <p:cNvPr id="1704" name="Google Shape;1704;p21"/>
          <p:cNvCxnSpPr>
            <a:stCxn id="1680" idx="4"/>
            <a:endCxn id="1683" idx="0"/>
          </p:cNvCxnSpPr>
          <p:nvPr/>
        </p:nvCxnSpPr>
        <p:spPr>
          <a:xfrm>
            <a:off x="1980202" y="2515408"/>
            <a:ext cx="1286100" cy="964200"/>
          </a:xfrm>
          <a:prstGeom prst="straightConnector1">
            <a:avLst/>
          </a:prstGeom>
          <a:noFill/>
          <a:ln w="9525" cap="flat" cmpd="sng">
            <a:solidFill>
              <a:srgbClr val="868686"/>
            </a:solidFill>
            <a:prstDash val="solid"/>
            <a:round/>
            <a:headEnd type="none" w="sm" len="sm"/>
            <a:tailEnd type="none" w="sm" len="sm"/>
          </a:ln>
        </p:spPr>
      </p:cxnSp>
      <p:cxnSp>
        <p:nvCxnSpPr>
          <p:cNvPr id="1705" name="Google Shape;1705;p21"/>
          <p:cNvCxnSpPr>
            <a:stCxn id="1681" idx="4"/>
            <a:endCxn id="1683" idx="0"/>
          </p:cNvCxnSpPr>
          <p:nvPr/>
        </p:nvCxnSpPr>
        <p:spPr>
          <a:xfrm>
            <a:off x="1980202" y="2087569"/>
            <a:ext cx="1286100" cy="1392000"/>
          </a:xfrm>
          <a:prstGeom prst="straightConnector1">
            <a:avLst/>
          </a:prstGeom>
          <a:noFill/>
          <a:ln w="9525" cap="flat" cmpd="sng">
            <a:solidFill>
              <a:srgbClr val="868686"/>
            </a:solidFill>
            <a:prstDash val="solid"/>
            <a:round/>
            <a:headEnd type="none" w="sm" len="sm"/>
            <a:tailEnd type="none" w="sm" len="sm"/>
          </a:ln>
        </p:spPr>
      </p:cxnSp>
      <p:cxnSp>
        <p:nvCxnSpPr>
          <p:cNvPr id="1706" name="Google Shape;1706;p21"/>
          <p:cNvCxnSpPr>
            <a:stCxn id="1682" idx="4"/>
            <a:endCxn id="1683" idx="0"/>
          </p:cNvCxnSpPr>
          <p:nvPr/>
        </p:nvCxnSpPr>
        <p:spPr>
          <a:xfrm>
            <a:off x="1980202" y="1659729"/>
            <a:ext cx="1286100" cy="1819800"/>
          </a:xfrm>
          <a:prstGeom prst="straightConnector1">
            <a:avLst/>
          </a:prstGeom>
          <a:noFill/>
          <a:ln w="9525" cap="flat" cmpd="sng">
            <a:solidFill>
              <a:srgbClr val="868686"/>
            </a:solidFill>
            <a:prstDash val="solid"/>
            <a:round/>
            <a:headEnd type="none" w="sm" len="sm"/>
            <a:tailEnd type="none" w="sm" len="sm"/>
          </a:ln>
        </p:spPr>
      </p:cxnSp>
      <p:cxnSp>
        <p:nvCxnSpPr>
          <p:cNvPr id="1707" name="Google Shape;1707;p21"/>
          <p:cNvCxnSpPr>
            <a:stCxn id="1680" idx="4"/>
            <a:endCxn id="1684" idx="0"/>
          </p:cNvCxnSpPr>
          <p:nvPr/>
        </p:nvCxnSpPr>
        <p:spPr>
          <a:xfrm>
            <a:off x="1980202" y="2515408"/>
            <a:ext cx="1286100" cy="548400"/>
          </a:xfrm>
          <a:prstGeom prst="straightConnector1">
            <a:avLst/>
          </a:prstGeom>
          <a:noFill/>
          <a:ln w="9525" cap="flat" cmpd="sng">
            <a:solidFill>
              <a:srgbClr val="868686"/>
            </a:solidFill>
            <a:prstDash val="solid"/>
            <a:round/>
            <a:headEnd type="none" w="sm" len="sm"/>
            <a:tailEnd type="none" w="sm" len="sm"/>
          </a:ln>
        </p:spPr>
      </p:cxnSp>
      <p:cxnSp>
        <p:nvCxnSpPr>
          <p:cNvPr id="1708" name="Google Shape;1708;p21"/>
          <p:cNvCxnSpPr>
            <a:stCxn id="1681" idx="4"/>
            <a:endCxn id="1684" idx="0"/>
          </p:cNvCxnSpPr>
          <p:nvPr/>
        </p:nvCxnSpPr>
        <p:spPr>
          <a:xfrm>
            <a:off x="1980202" y="2087569"/>
            <a:ext cx="1286100" cy="976200"/>
          </a:xfrm>
          <a:prstGeom prst="straightConnector1">
            <a:avLst/>
          </a:prstGeom>
          <a:noFill/>
          <a:ln w="9525" cap="flat" cmpd="sng">
            <a:solidFill>
              <a:srgbClr val="868686"/>
            </a:solidFill>
            <a:prstDash val="solid"/>
            <a:round/>
            <a:headEnd type="none" w="sm" len="sm"/>
            <a:tailEnd type="none" w="sm" len="sm"/>
          </a:ln>
        </p:spPr>
      </p:cxnSp>
      <p:cxnSp>
        <p:nvCxnSpPr>
          <p:cNvPr id="1709" name="Google Shape;1709;p21"/>
          <p:cNvCxnSpPr>
            <a:stCxn id="1682" idx="4"/>
            <a:endCxn id="1684" idx="0"/>
          </p:cNvCxnSpPr>
          <p:nvPr/>
        </p:nvCxnSpPr>
        <p:spPr>
          <a:xfrm>
            <a:off x="1980202" y="1659729"/>
            <a:ext cx="1286100" cy="1404000"/>
          </a:xfrm>
          <a:prstGeom prst="straightConnector1">
            <a:avLst/>
          </a:prstGeom>
          <a:noFill/>
          <a:ln w="9525" cap="flat" cmpd="sng">
            <a:solidFill>
              <a:srgbClr val="868686"/>
            </a:solidFill>
            <a:prstDash val="solid"/>
            <a:round/>
            <a:headEnd type="none" w="sm" len="sm"/>
            <a:tailEnd type="none" w="sm" len="sm"/>
          </a:ln>
        </p:spPr>
      </p:cxnSp>
      <p:cxnSp>
        <p:nvCxnSpPr>
          <p:cNvPr id="1710" name="Google Shape;1710;p21"/>
          <p:cNvCxnSpPr>
            <a:stCxn id="1680" idx="4"/>
            <a:endCxn id="1685" idx="0"/>
          </p:cNvCxnSpPr>
          <p:nvPr/>
        </p:nvCxnSpPr>
        <p:spPr>
          <a:xfrm>
            <a:off x="1980202" y="2515408"/>
            <a:ext cx="1286100" cy="132600"/>
          </a:xfrm>
          <a:prstGeom prst="straightConnector1">
            <a:avLst/>
          </a:prstGeom>
          <a:noFill/>
          <a:ln w="9525" cap="flat" cmpd="sng">
            <a:solidFill>
              <a:srgbClr val="868686"/>
            </a:solidFill>
            <a:prstDash val="solid"/>
            <a:round/>
            <a:headEnd type="none" w="sm" len="sm"/>
            <a:tailEnd type="none" w="sm" len="sm"/>
          </a:ln>
        </p:spPr>
      </p:cxnSp>
      <p:cxnSp>
        <p:nvCxnSpPr>
          <p:cNvPr id="1711" name="Google Shape;1711;p21"/>
          <p:cNvCxnSpPr>
            <a:stCxn id="1681" idx="4"/>
            <a:endCxn id="1685" idx="0"/>
          </p:cNvCxnSpPr>
          <p:nvPr/>
        </p:nvCxnSpPr>
        <p:spPr>
          <a:xfrm>
            <a:off x="1980202" y="2087569"/>
            <a:ext cx="1286100" cy="560400"/>
          </a:xfrm>
          <a:prstGeom prst="straightConnector1">
            <a:avLst/>
          </a:prstGeom>
          <a:noFill/>
          <a:ln w="9525" cap="flat" cmpd="sng">
            <a:solidFill>
              <a:srgbClr val="868686"/>
            </a:solidFill>
            <a:prstDash val="solid"/>
            <a:round/>
            <a:headEnd type="none" w="sm" len="sm"/>
            <a:tailEnd type="none" w="sm" len="sm"/>
          </a:ln>
        </p:spPr>
      </p:cxnSp>
      <p:cxnSp>
        <p:nvCxnSpPr>
          <p:cNvPr id="1712" name="Google Shape;1712;p21"/>
          <p:cNvCxnSpPr>
            <a:stCxn id="1682" idx="4"/>
            <a:endCxn id="1685" idx="0"/>
          </p:cNvCxnSpPr>
          <p:nvPr/>
        </p:nvCxnSpPr>
        <p:spPr>
          <a:xfrm>
            <a:off x="1980202" y="1659729"/>
            <a:ext cx="1286100" cy="988500"/>
          </a:xfrm>
          <a:prstGeom prst="straightConnector1">
            <a:avLst/>
          </a:prstGeom>
          <a:noFill/>
          <a:ln w="9525" cap="flat" cmpd="sng">
            <a:solidFill>
              <a:srgbClr val="868686"/>
            </a:solidFill>
            <a:prstDash val="solid"/>
            <a:round/>
            <a:headEnd type="none" w="sm" len="sm"/>
            <a:tailEnd type="none" w="sm" len="sm"/>
          </a:ln>
        </p:spPr>
      </p:cxnSp>
      <p:cxnSp>
        <p:nvCxnSpPr>
          <p:cNvPr id="1713" name="Google Shape;1713;p21"/>
          <p:cNvCxnSpPr>
            <a:stCxn id="1683" idx="4"/>
            <a:endCxn id="1686" idx="1"/>
          </p:cNvCxnSpPr>
          <p:nvPr/>
        </p:nvCxnSpPr>
        <p:spPr>
          <a:xfrm>
            <a:off x="3633057" y="3479542"/>
            <a:ext cx="739200" cy="695100"/>
          </a:xfrm>
          <a:prstGeom prst="straightConnector1">
            <a:avLst/>
          </a:prstGeom>
          <a:noFill/>
          <a:ln w="9525" cap="flat" cmpd="sng">
            <a:solidFill>
              <a:srgbClr val="868686"/>
            </a:solidFill>
            <a:prstDash val="solid"/>
            <a:round/>
            <a:headEnd type="none" w="sm" len="sm"/>
            <a:tailEnd type="none" w="sm" len="sm"/>
          </a:ln>
        </p:spPr>
      </p:cxnSp>
      <p:sp>
        <p:nvSpPr>
          <p:cNvPr id="1714" name="Google Shape;1714;p21"/>
          <p:cNvSpPr/>
          <p:nvPr/>
        </p:nvSpPr>
        <p:spPr>
          <a:xfrm rot="-5400000">
            <a:off x="1613974" y="4855411"/>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15" name="Google Shape;1715;p21"/>
          <p:cNvSpPr/>
          <p:nvPr/>
        </p:nvSpPr>
        <p:spPr>
          <a:xfrm rot="-5400000">
            <a:off x="4319241" y="2146350"/>
            <a:ext cx="365652" cy="366803"/>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716" name="Google Shape;1716;p21"/>
          <p:cNvCxnSpPr>
            <a:stCxn id="1714" idx="4"/>
            <a:endCxn id="1678" idx="0"/>
          </p:cNvCxnSpPr>
          <p:nvPr/>
        </p:nvCxnSpPr>
        <p:spPr>
          <a:xfrm rot="10800000" flipH="1">
            <a:off x="1980202" y="4197913"/>
            <a:ext cx="467700" cy="840900"/>
          </a:xfrm>
          <a:prstGeom prst="straightConnector1">
            <a:avLst/>
          </a:prstGeom>
          <a:noFill/>
          <a:ln w="9525" cap="flat" cmpd="sng">
            <a:solidFill>
              <a:srgbClr val="868686"/>
            </a:solidFill>
            <a:prstDash val="solid"/>
            <a:round/>
            <a:headEnd type="none" w="sm" len="sm"/>
            <a:tailEnd type="none" w="sm" len="sm"/>
          </a:ln>
        </p:spPr>
      </p:cxnSp>
      <p:cxnSp>
        <p:nvCxnSpPr>
          <p:cNvPr id="1717" name="Google Shape;1717;p21"/>
          <p:cNvCxnSpPr>
            <a:stCxn id="1714" idx="4"/>
            <a:endCxn id="1679" idx="0"/>
          </p:cNvCxnSpPr>
          <p:nvPr/>
        </p:nvCxnSpPr>
        <p:spPr>
          <a:xfrm rot="10800000" flipH="1">
            <a:off x="1980202" y="3770113"/>
            <a:ext cx="467700" cy="1268700"/>
          </a:xfrm>
          <a:prstGeom prst="straightConnector1">
            <a:avLst/>
          </a:prstGeom>
          <a:noFill/>
          <a:ln w="9525" cap="flat" cmpd="sng">
            <a:solidFill>
              <a:srgbClr val="868686"/>
            </a:solidFill>
            <a:prstDash val="solid"/>
            <a:round/>
            <a:headEnd type="none" w="sm" len="sm"/>
            <a:tailEnd type="none" w="sm" len="sm"/>
          </a:ln>
        </p:spPr>
      </p:cxnSp>
      <p:cxnSp>
        <p:nvCxnSpPr>
          <p:cNvPr id="1718" name="Google Shape;1718;p21"/>
          <p:cNvCxnSpPr>
            <a:stCxn id="1683" idx="4"/>
            <a:endCxn id="1687" idx="0"/>
          </p:cNvCxnSpPr>
          <p:nvPr/>
        </p:nvCxnSpPr>
        <p:spPr>
          <a:xfrm>
            <a:off x="3633057" y="3479542"/>
            <a:ext cx="685500" cy="137100"/>
          </a:xfrm>
          <a:prstGeom prst="straightConnector1">
            <a:avLst/>
          </a:prstGeom>
          <a:noFill/>
          <a:ln w="9525" cap="flat" cmpd="sng">
            <a:solidFill>
              <a:srgbClr val="868686"/>
            </a:solidFill>
            <a:prstDash val="solid"/>
            <a:round/>
            <a:headEnd type="none" w="sm" len="sm"/>
            <a:tailEnd type="none" w="sm" len="sm"/>
          </a:ln>
        </p:spPr>
      </p:cxnSp>
      <p:cxnSp>
        <p:nvCxnSpPr>
          <p:cNvPr id="1719" name="Google Shape;1719;p21"/>
          <p:cNvCxnSpPr>
            <a:stCxn id="1683" idx="4"/>
            <a:endCxn id="1688" idx="0"/>
          </p:cNvCxnSpPr>
          <p:nvPr/>
        </p:nvCxnSpPr>
        <p:spPr>
          <a:xfrm rot="10800000" flipH="1">
            <a:off x="3633057" y="3187642"/>
            <a:ext cx="685500" cy="291900"/>
          </a:xfrm>
          <a:prstGeom prst="straightConnector1">
            <a:avLst/>
          </a:prstGeom>
          <a:noFill/>
          <a:ln w="9525" cap="flat" cmpd="sng">
            <a:solidFill>
              <a:srgbClr val="868686"/>
            </a:solidFill>
            <a:prstDash val="solid"/>
            <a:round/>
            <a:headEnd type="none" w="sm" len="sm"/>
            <a:tailEnd type="none" w="sm" len="sm"/>
          </a:ln>
        </p:spPr>
      </p:cxnSp>
      <p:cxnSp>
        <p:nvCxnSpPr>
          <p:cNvPr id="1720" name="Google Shape;1720;p21"/>
          <p:cNvCxnSpPr>
            <a:stCxn id="1683" idx="4"/>
            <a:endCxn id="1689" idx="0"/>
          </p:cNvCxnSpPr>
          <p:nvPr/>
        </p:nvCxnSpPr>
        <p:spPr>
          <a:xfrm rot="10800000" flipH="1">
            <a:off x="3633057" y="2758642"/>
            <a:ext cx="685500" cy="720900"/>
          </a:xfrm>
          <a:prstGeom prst="straightConnector1">
            <a:avLst/>
          </a:prstGeom>
          <a:noFill/>
          <a:ln w="9525" cap="flat" cmpd="sng">
            <a:solidFill>
              <a:srgbClr val="868686"/>
            </a:solidFill>
            <a:prstDash val="solid"/>
            <a:round/>
            <a:headEnd type="none" w="sm" len="sm"/>
            <a:tailEnd type="none" w="sm" len="sm"/>
          </a:ln>
        </p:spPr>
      </p:cxnSp>
      <p:cxnSp>
        <p:nvCxnSpPr>
          <p:cNvPr id="1721" name="Google Shape;1721;p21"/>
          <p:cNvCxnSpPr>
            <a:stCxn id="1683" idx="4"/>
            <a:endCxn id="1715" idx="0"/>
          </p:cNvCxnSpPr>
          <p:nvPr/>
        </p:nvCxnSpPr>
        <p:spPr>
          <a:xfrm rot="10800000" flipH="1">
            <a:off x="3633057" y="2329642"/>
            <a:ext cx="685500" cy="1149900"/>
          </a:xfrm>
          <a:prstGeom prst="straightConnector1">
            <a:avLst/>
          </a:prstGeom>
          <a:noFill/>
          <a:ln w="9525" cap="flat" cmpd="sng">
            <a:solidFill>
              <a:srgbClr val="868686"/>
            </a:solidFill>
            <a:prstDash val="solid"/>
            <a:round/>
            <a:headEnd type="none" w="sm" len="sm"/>
            <a:tailEnd type="none" w="sm" len="sm"/>
          </a:ln>
        </p:spPr>
      </p:cxnSp>
      <p:cxnSp>
        <p:nvCxnSpPr>
          <p:cNvPr id="1722" name="Google Shape;1722;p21"/>
          <p:cNvCxnSpPr>
            <a:stCxn id="1684" idx="4"/>
            <a:endCxn id="1686" idx="0"/>
          </p:cNvCxnSpPr>
          <p:nvPr/>
        </p:nvCxnSpPr>
        <p:spPr>
          <a:xfrm>
            <a:off x="3633057" y="3063829"/>
            <a:ext cx="685500" cy="981600"/>
          </a:xfrm>
          <a:prstGeom prst="straightConnector1">
            <a:avLst/>
          </a:prstGeom>
          <a:noFill/>
          <a:ln w="9525" cap="flat" cmpd="sng">
            <a:solidFill>
              <a:srgbClr val="868686"/>
            </a:solidFill>
            <a:prstDash val="solid"/>
            <a:round/>
            <a:headEnd type="none" w="sm" len="sm"/>
            <a:tailEnd type="none" w="sm" len="sm"/>
          </a:ln>
        </p:spPr>
      </p:cxnSp>
      <p:cxnSp>
        <p:nvCxnSpPr>
          <p:cNvPr id="1723" name="Google Shape;1723;p21"/>
          <p:cNvCxnSpPr>
            <a:stCxn id="1684" idx="4"/>
            <a:endCxn id="1687" idx="0"/>
          </p:cNvCxnSpPr>
          <p:nvPr/>
        </p:nvCxnSpPr>
        <p:spPr>
          <a:xfrm>
            <a:off x="3633057" y="3063829"/>
            <a:ext cx="685500" cy="552600"/>
          </a:xfrm>
          <a:prstGeom prst="straightConnector1">
            <a:avLst/>
          </a:prstGeom>
          <a:noFill/>
          <a:ln w="9525" cap="flat" cmpd="sng">
            <a:solidFill>
              <a:srgbClr val="868686"/>
            </a:solidFill>
            <a:prstDash val="solid"/>
            <a:round/>
            <a:headEnd type="none" w="sm" len="sm"/>
            <a:tailEnd type="none" w="sm" len="sm"/>
          </a:ln>
        </p:spPr>
      </p:cxnSp>
      <p:cxnSp>
        <p:nvCxnSpPr>
          <p:cNvPr id="1724" name="Google Shape;1724;p21"/>
          <p:cNvCxnSpPr>
            <a:stCxn id="1684" idx="4"/>
            <a:endCxn id="1688" idx="0"/>
          </p:cNvCxnSpPr>
          <p:nvPr/>
        </p:nvCxnSpPr>
        <p:spPr>
          <a:xfrm>
            <a:off x="3633057" y="3063829"/>
            <a:ext cx="685500" cy="123900"/>
          </a:xfrm>
          <a:prstGeom prst="straightConnector1">
            <a:avLst/>
          </a:prstGeom>
          <a:noFill/>
          <a:ln w="9525" cap="flat" cmpd="sng">
            <a:solidFill>
              <a:srgbClr val="868686"/>
            </a:solidFill>
            <a:prstDash val="solid"/>
            <a:round/>
            <a:headEnd type="none" w="sm" len="sm"/>
            <a:tailEnd type="none" w="sm" len="sm"/>
          </a:ln>
        </p:spPr>
      </p:cxnSp>
      <p:cxnSp>
        <p:nvCxnSpPr>
          <p:cNvPr id="1725" name="Google Shape;1725;p21"/>
          <p:cNvCxnSpPr>
            <a:stCxn id="1684" idx="4"/>
            <a:endCxn id="1689" idx="0"/>
          </p:cNvCxnSpPr>
          <p:nvPr/>
        </p:nvCxnSpPr>
        <p:spPr>
          <a:xfrm rot="10800000" flipH="1">
            <a:off x="3633057" y="2758729"/>
            <a:ext cx="685500" cy="305100"/>
          </a:xfrm>
          <a:prstGeom prst="straightConnector1">
            <a:avLst/>
          </a:prstGeom>
          <a:noFill/>
          <a:ln w="9525" cap="flat" cmpd="sng">
            <a:solidFill>
              <a:srgbClr val="868686"/>
            </a:solidFill>
            <a:prstDash val="solid"/>
            <a:round/>
            <a:headEnd type="none" w="sm" len="sm"/>
            <a:tailEnd type="none" w="sm" len="sm"/>
          </a:ln>
        </p:spPr>
      </p:cxnSp>
      <p:cxnSp>
        <p:nvCxnSpPr>
          <p:cNvPr id="1726" name="Google Shape;1726;p21"/>
          <p:cNvCxnSpPr>
            <a:stCxn id="1684" idx="4"/>
            <a:endCxn id="1715" idx="0"/>
          </p:cNvCxnSpPr>
          <p:nvPr/>
        </p:nvCxnSpPr>
        <p:spPr>
          <a:xfrm rot="10800000" flipH="1">
            <a:off x="3633057" y="2329729"/>
            <a:ext cx="685500" cy="734100"/>
          </a:xfrm>
          <a:prstGeom prst="straightConnector1">
            <a:avLst/>
          </a:prstGeom>
          <a:noFill/>
          <a:ln w="9525" cap="flat" cmpd="sng">
            <a:solidFill>
              <a:srgbClr val="868686"/>
            </a:solidFill>
            <a:prstDash val="solid"/>
            <a:round/>
            <a:headEnd type="none" w="sm" len="sm"/>
            <a:tailEnd type="none" w="sm" len="sm"/>
          </a:ln>
        </p:spPr>
      </p:cxnSp>
      <p:cxnSp>
        <p:nvCxnSpPr>
          <p:cNvPr id="1727" name="Google Shape;1727;p21"/>
          <p:cNvCxnSpPr>
            <a:stCxn id="1685" idx="4"/>
            <a:endCxn id="1686" idx="0"/>
          </p:cNvCxnSpPr>
          <p:nvPr/>
        </p:nvCxnSpPr>
        <p:spPr>
          <a:xfrm>
            <a:off x="3633057" y="2648118"/>
            <a:ext cx="685500" cy="1397400"/>
          </a:xfrm>
          <a:prstGeom prst="straightConnector1">
            <a:avLst/>
          </a:prstGeom>
          <a:noFill/>
          <a:ln w="9525" cap="flat" cmpd="sng">
            <a:solidFill>
              <a:srgbClr val="868686"/>
            </a:solidFill>
            <a:prstDash val="solid"/>
            <a:round/>
            <a:headEnd type="none" w="sm" len="sm"/>
            <a:tailEnd type="none" w="sm" len="sm"/>
          </a:ln>
        </p:spPr>
      </p:cxnSp>
      <p:cxnSp>
        <p:nvCxnSpPr>
          <p:cNvPr id="1728" name="Google Shape;1728;p21"/>
          <p:cNvCxnSpPr>
            <a:stCxn id="1685" idx="4"/>
            <a:endCxn id="1687" idx="0"/>
          </p:cNvCxnSpPr>
          <p:nvPr/>
        </p:nvCxnSpPr>
        <p:spPr>
          <a:xfrm>
            <a:off x="3633057" y="2648118"/>
            <a:ext cx="685500" cy="968400"/>
          </a:xfrm>
          <a:prstGeom prst="straightConnector1">
            <a:avLst/>
          </a:prstGeom>
          <a:noFill/>
          <a:ln w="9525" cap="flat" cmpd="sng">
            <a:solidFill>
              <a:srgbClr val="868686"/>
            </a:solidFill>
            <a:prstDash val="solid"/>
            <a:round/>
            <a:headEnd type="none" w="sm" len="sm"/>
            <a:tailEnd type="none" w="sm" len="sm"/>
          </a:ln>
        </p:spPr>
      </p:cxnSp>
      <p:cxnSp>
        <p:nvCxnSpPr>
          <p:cNvPr id="1729" name="Google Shape;1729;p21"/>
          <p:cNvCxnSpPr>
            <a:stCxn id="1685" idx="4"/>
            <a:endCxn id="1688" idx="0"/>
          </p:cNvCxnSpPr>
          <p:nvPr/>
        </p:nvCxnSpPr>
        <p:spPr>
          <a:xfrm>
            <a:off x="3633057" y="2648118"/>
            <a:ext cx="685500" cy="539400"/>
          </a:xfrm>
          <a:prstGeom prst="straightConnector1">
            <a:avLst/>
          </a:prstGeom>
          <a:noFill/>
          <a:ln w="9525" cap="flat" cmpd="sng">
            <a:solidFill>
              <a:srgbClr val="868686"/>
            </a:solidFill>
            <a:prstDash val="solid"/>
            <a:round/>
            <a:headEnd type="none" w="sm" len="sm"/>
            <a:tailEnd type="none" w="sm" len="sm"/>
          </a:ln>
        </p:spPr>
      </p:cxnSp>
      <p:cxnSp>
        <p:nvCxnSpPr>
          <p:cNvPr id="1730" name="Google Shape;1730;p21"/>
          <p:cNvCxnSpPr>
            <a:stCxn id="1685" idx="4"/>
            <a:endCxn id="1689" idx="0"/>
          </p:cNvCxnSpPr>
          <p:nvPr/>
        </p:nvCxnSpPr>
        <p:spPr>
          <a:xfrm>
            <a:off x="3633057" y="2648118"/>
            <a:ext cx="685500" cy="110400"/>
          </a:xfrm>
          <a:prstGeom prst="straightConnector1">
            <a:avLst/>
          </a:prstGeom>
          <a:noFill/>
          <a:ln w="9525" cap="flat" cmpd="sng">
            <a:solidFill>
              <a:srgbClr val="868686"/>
            </a:solidFill>
            <a:prstDash val="solid"/>
            <a:round/>
            <a:headEnd type="none" w="sm" len="sm"/>
            <a:tailEnd type="none" w="sm" len="sm"/>
          </a:ln>
        </p:spPr>
      </p:cxnSp>
      <p:cxnSp>
        <p:nvCxnSpPr>
          <p:cNvPr id="1731" name="Google Shape;1731;p21"/>
          <p:cNvCxnSpPr>
            <a:stCxn id="1685" idx="4"/>
            <a:endCxn id="1715" idx="0"/>
          </p:cNvCxnSpPr>
          <p:nvPr/>
        </p:nvCxnSpPr>
        <p:spPr>
          <a:xfrm rot="10800000" flipH="1">
            <a:off x="3633057" y="2329818"/>
            <a:ext cx="685500" cy="318300"/>
          </a:xfrm>
          <a:prstGeom prst="straightConnector1">
            <a:avLst/>
          </a:prstGeom>
          <a:noFill/>
          <a:ln w="9525" cap="flat" cmpd="sng">
            <a:solidFill>
              <a:srgbClr val="868686"/>
            </a:solidFill>
            <a:prstDash val="solid"/>
            <a:round/>
            <a:headEnd type="none" w="sm" len="sm"/>
            <a:tailEnd type="none" w="sm" len="sm"/>
          </a:ln>
        </p:spPr>
      </p:cxnSp>
      <p:sp>
        <p:nvSpPr>
          <p:cNvPr id="1732" name="Google Shape;1732;p21"/>
          <p:cNvSpPr/>
          <p:nvPr/>
        </p:nvSpPr>
        <p:spPr>
          <a:xfrm>
            <a:off x="1209675" y="528658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733" name="Google Shape;1733;p21"/>
          <p:cNvSpPr/>
          <p:nvPr/>
        </p:nvSpPr>
        <p:spPr>
          <a:xfrm>
            <a:off x="3914942" y="4336151"/>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734" name="Google Shape;1734;p21"/>
          <p:cNvSpPr/>
          <p:nvPr/>
        </p:nvSpPr>
        <p:spPr>
          <a:xfrm>
            <a:off x="2199447" y="4643901"/>
            <a:ext cx="1563923" cy="482612"/>
          </a:xfrm>
          <a:prstGeom prst="rect">
            <a:avLst/>
          </a:prstGeom>
          <a:solidFill>
            <a:srgbClr val="C0E3F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嵌入层</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
        <p:nvSpPr>
          <p:cNvPr id="1735" name="Google Shape;1735;p21"/>
          <p:cNvSpPr/>
          <p:nvPr/>
        </p:nvSpPr>
        <p:spPr>
          <a:xfrm>
            <a:off x="3064314" y="3796655"/>
            <a:ext cx="752942" cy="482612"/>
          </a:xfrm>
          <a:prstGeom prst="rect">
            <a:avLst/>
          </a:prstGeom>
          <a:solidFill>
            <a:srgbClr val="DCDCDC"/>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RNN</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736" name="Google Shape;1736;p21"/>
          <p:cNvSpPr txBox="1"/>
          <p:nvPr/>
        </p:nvSpPr>
        <p:spPr>
          <a:xfrm>
            <a:off x="5551456" y="1644244"/>
            <a:ext cx="2087431"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Cats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37" name="Google Shape;1737;p21"/>
          <p:cNvSpPr txBox="1"/>
          <p:nvPr/>
        </p:nvSpPr>
        <p:spPr>
          <a:xfrm>
            <a:off x="5517793" y="2146925"/>
            <a:ext cx="2121093" cy="3693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000"/>
              <a:buFont typeface="Arial"/>
              <a:buNone/>
            </a:pPr>
            <a:r>
              <a:rPr lang="zh-CN" altLang="en-US"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20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Dogs say ___.”</a:t>
            </a:r>
            <a:endParaRPr lang="zh-CN" altLang="en-US" sz="20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38" name="Google Shape;1738;p21"/>
          <p:cNvSpPr txBox="1"/>
          <p:nvPr/>
        </p:nvSpPr>
        <p:spPr>
          <a:xfrm>
            <a:off x="4654610" y="2218332"/>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39" name="Google Shape;1739;p21"/>
          <p:cNvSpPr txBox="1"/>
          <p:nvPr/>
        </p:nvSpPr>
        <p:spPr>
          <a:xfrm>
            <a:off x="4654610" y="2638606"/>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0" name="Google Shape;1740;p21"/>
          <p:cNvSpPr txBox="1"/>
          <p:nvPr/>
        </p:nvSpPr>
        <p:spPr>
          <a:xfrm>
            <a:off x="4654610" y="3058880"/>
            <a:ext cx="688010"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100%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1" name="Google Shape;1741;p21"/>
          <p:cNvSpPr txBox="1"/>
          <p:nvPr/>
        </p:nvSpPr>
        <p:spPr>
          <a:xfrm>
            <a:off x="4654610" y="3462707"/>
            <a:ext cx="444352"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2" name="Google Shape;1742;p21"/>
          <p:cNvSpPr txBox="1"/>
          <p:nvPr/>
        </p:nvSpPr>
        <p:spPr>
          <a:xfrm>
            <a:off x="4654610" y="3899429"/>
            <a:ext cx="4443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3" name="Google Shape;1743;p21"/>
          <p:cNvSpPr txBox="1"/>
          <p:nvPr/>
        </p:nvSpPr>
        <p:spPr>
          <a:xfrm>
            <a:off x="1279986" y="1495996"/>
            <a:ext cx="391453"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4" name="Google Shape;1744;p21"/>
          <p:cNvSpPr txBox="1"/>
          <p:nvPr/>
        </p:nvSpPr>
        <p:spPr>
          <a:xfrm>
            <a:off x="1199723" y="1939615"/>
            <a:ext cx="476412"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5" name="Google Shape;1745;p21"/>
          <p:cNvSpPr txBox="1"/>
          <p:nvPr/>
        </p:nvSpPr>
        <p:spPr>
          <a:xfrm>
            <a:off x="1279985" y="2357834"/>
            <a:ext cx="391454"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.6</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6" name="Google Shape;1746;p21"/>
          <p:cNvSpPr/>
          <p:nvPr/>
        </p:nvSpPr>
        <p:spPr>
          <a:xfrm>
            <a:off x="3038914" y="2293947"/>
            <a:ext cx="802906" cy="1549872"/>
          </a:xfrm>
          <a:prstGeom prst="rect">
            <a:avLst/>
          </a:prstGeom>
          <a:noFill/>
          <a:ln w="762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-.3</a:t>
            </a:r>
            <a:endParaRPr lang="zh-CN" altLang="en-US" sz="1400" b="0" i="0" u="none" strike="noStrike" cap="none">
              <a:solidFill>
                <a:srgbClr val="000000"/>
              </a:solidFill>
              <a:latin typeface="Trebuchet MS" panose="020B0603020202020204" pitchFamily="34" charset="0"/>
              <a:ea typeface="黑体" panose="02010609060101010101" pitchFamily="49" charset="-122"/>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.2</a:t>
            </a: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endParaRPr lang="zh-CN" altLang="en-US"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7" name="Google Shape;1747;p21"/>
          <p:cNvSpPr/>
          <p:nvPr/>
        </p:nvSpPr>
        <p:spPr>
          <a:xfrm>
            <a:off x="4534512" y="2033739"/>
            <a:ext cx="802906" cy="2207322"/>
          </a:xfrm>
          <a:prstGeom prst="rect">
            <a:avLst/>
          </a:prstGeom>
          <a:noFill/>
          <a:ln w="762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Trebuchet MS"/>
              <a:ea typeface="Trebuchet MS"/>
              <a:cs typeface="Trebuchet MS"/>
              <a:sym typeface="Trebuchet MS"/>
            </a:endParaRPr>
          </a:p>
        </p:txBody>
      </p:sp>
      <p:sp>
        <p:nvSpPr>
          <p:cNvPr id="1748" name="Google Shape;1748;p21"/>
          <p:cNvSpPr txBox="1"/>
          <p:nvPr/>
        </p:nvSpPr>
        <p:spPr>
          <a:xfrm>
            <a:off x="1353604" y="3182048"/>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49" name="Google Shape;1749;p21"/>
          <p:cNvSpPr txBox="1"/>
          <p:nvPr/>
        </p:nvSpPr>
        <p:spPr>
          <a:xfrm>
            <a:off x="1353604" y="3602322"/>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50" name="Google Shape;1750;p21"/>
          <p:cNvSpPr txBox="1"/>
          <p:nvPr/>
        </p:nvSpPr>
        <p:spPr>
          <a:xfrm>
            <a:off x="1353604" y="4022596"/>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51" name="Google Shape;1751;p21"/>
          <p:cNvSpPr txBox="1"/>
          <p:nvPr/>
        </p:nvSpPr>
        <p:spPr>
          <a:xfrm>
            <a:off x="1353604" y="4442870"/>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1752" name="Google Shape;1752;p21"/>
          <p:cNvSpPr txBox="1"/>
          <p:nvPr/>
        </p:nvSpPr>
        <p:spPr>
          <a:xfrm>
            <a:off x="1353604" y="4863145"/>
            <a:ext cx="306495" cy="341632"/>
          </a:xfrm>
          <a:prstGeom prst="rect">
            <a:avLst/>
          </a:prstGeom>
          <a:noFill/>
          <a:ln>
            <a:noFill/>
          </a:ln>
        </p:spPr>
        <p:txBody>
          <a:bodyPr spcFirstLastPara="1" wrap="square" lIns="91425" tIns="45700" rIns="91425" bIns="45700" anchor="ctr" anchorCtr="0">
            <a:spAutoFit/>
          </a:bodyPr>
          <a:lstStyle/>
          <a:p>
            <a:pPr marL="0" marR="0" lvl="0" indent="0" algn="r" rtl="0">
              <a:lnSpc>
                <a:spcPct val="90000"/>
              </a:lnSpc>
              <a:spcBef>
                <a:spcPts val="0"/>
              </a:spcBef>
              <a:spcAft>
                <a:spcPts val="0"/>
              </a:spcAft>
              <a:buClr>
                <a:srgbClr val="000000"/>
              </a:buClr>
              <a:buSzPts val="1800"/>
              <a:buFont typeface="Arial"/>
              <a:buNone/>
            </a:pPr>
            <a:r>
              <a:rPr lang="en-US" altLang="zh-CN" sz="18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1758" name="Google Shape;1758;p2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循环神经网络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1759" name="Google Shape;1759;p22"/>
          <p:cNvSpPr/>
          <p:nvPr/>
        </p:nvSpPr>
        <p:spPr>
          <a:xfrm>
            <a:off x="1409749" y="3043008"/>
            <a:ext cx="2340130" cy="97312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altLang="zh-CN"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RNN</a:t>
            </a:r>
            <a:endParaRPr lang="zh-CN" altLang="en-US" sz="18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760" name="Google Shape;1760;p22"/>
          <p:cNvSpPr/>
          <p:nvPr/>
        </p:nvSpPr>
        <p:spPr>
          <a:xfrm>
            <a:off x="2038724" y="1606492"/>
            <a:ext cx="1082181" cy="1082181"/>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CN" altLang="en-US" sz="14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输入</a:t>
            </a:r>
            <a:endParaRPr lang="zh-CN" altLang="en-US" sz="14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761" name="Google Shape;1761;p22"/>
          <p:cNvSpPr/>
          <p:nvPr/>
        </p:nvSpPr>
        <p:spPr>
          <a:xfrm>
            <a:off x="2038724" y="4370466"/>
            <a:ext cx="1082181" cy="1082181"/>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CN" altLang="en-US" sz="14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输出</a:t>
            </a:r>
            <a:endParaRPr lang="zh-CN" altLang="en-US" sz="14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cxnSp>
        <p:nvCxnSpPr>
          <p:cNvPr id="1762" name="Google Shape;1762;p22"/>
          <p:cNvCxnSpPr/>
          <p:nvPr/>
        </p:nvCxnSpPr>
        <p:spPr>
          <a:xfrm>
            <a:off x="2579814" y="4016131"/>
            <a:ext cx="1" cy="354335"/>
          </a:xfrm>
          <a:prstGeom prst="straightConnector1">
            <a:avLst/>
          </a:prstGeom>
          <a:noFill/>
          <a:ln w="76200" cap="flat" cmpd="sng">
            <a:solidFill>
              <a:srgbClr val="0C0C0C"/>
            </a:solidFill>
            <a:prstDash val="solid"/>
            <a:round/>
            <a:headEnd type="none" w="sm" len="sm"/>
            <a:tailEnd type="triangle" w="med" len="med"/>
          </a:ln>
        </p:spPr>
      </p:cxnSp>
      <p:cxnSp>
        <p:nvCxnSpPr>
          <p:cNvPr id="1763" name="Google Shape;1763;p22"/>
          <p:cNvCxnSpPr/>
          <p:nvPr/>
        </p:nvCxnSpPr>
        <p:spPr>
          <a:xfrm flipH="1">
            <a:off x="2558941" y="2688673"/>
            <a:ext cx="1" cy="354335"/>
          </a:xfrm>
          <a:prstGeom prst="straightConnector1">
            <a:avLst/>
          </a:prstGeom>
          <a:noFill/>
          <a:ln w="76200" cap="flat" cmpd="sng">
            <a:solidFill>
              <a:srgbClr val="0C0C0C"/>
            </a:solidFill>
            <a:prstDash val="solid"/>
            <a:round/>
            <a:headEnd type="none" w="sm" len="sm"/>
            <a:tailEnd type="triangle" w="med" len="med"/>
          </a:ln>
        </p:spPr>
      </p:cxnSp>
      <p:cxnSp>
        <p:nvCxnSpPr>
          <p:cNvPr id="1764" name="Google Shape;1764;p22"/>
          <p:cNvCxnSpPr>
            <a:stCxn id="1759" idx="3"/>
          </p:cNvCxnSpPr>
          <p:nvPr/>
        </p:nvCxnSpPr>
        <p:spPr>
          <a:xfrm rot="10800000">
            <a:off x="2579879" y="2785270"/>
            <a:ext cx="1170000" cy="744300"/>
          </a:xfrm>
          <a:prstGeom prst="bentConnector3">
            <a:avLst>
              <a:gd name="adj1" fmla="val -19538"/>
            </a:avLst>
          </a:prstGeom>
          <a:noFill/>
          <a:ln w="76200" cap="flat" cmpd="sng">
            <a:solidFill>
              <a:srgbClr val="0C0C0C"/>
            </a:solidFill>
            <a:prstDash val="solid"/>
            <a:round/>
            <a:headEnd type="none" w="sm" len="sm"/>
            <a:tailEnd type="none" w="sm" len="sm"/>
          </a:ln>
        </p:spPr>
      </p:cxnSp>
      <p:sp>
        <p:nvSpPr>
          <p:cNvPr id="1765" name="Google Shape;1765;p22"/>
          <p:cNvSpPr/>
          <p:nvPr/>
        </p:nvSpPr>
        <p:spPr>
          <a:xfrm>
            <a:off x="6300332" y="3043008"/>
            <a:ext cx="2340130" cy="97312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altLang="zh-CN"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LSTM</a:t>
            </a:r>
            <a:endParaRPr lang="zh-CN" altLang="en-US" sz="18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766" name="Google Shape;1766;p22"/>
          <p:cNvSpPr/>
          <p:nvPr/>
        </p:nvSpPr>
        <p:spPr>
          <a:xfrm>
            <a:off x="6929307" y="1606492"/>
            <a:ext cx="1082181" cy="1082181"/>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CN" altLang="en-US" sz="14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输入</a:t>
            </a:r>
            <a:endParaRPr lang="zh-CN" altLang="en-US" sz="14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1767" name="Google Shape;1767;p22"/>
          <p:cNvSpPr/>
          <p:nvPr/>
        </p:nvSpPr>
        <p:spPr>
          <a:xfrm>
            <a:off x="6929307" y="4370466"/>
            <a:ext cx="1082181" cy="1082181"/>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CN" altLang="en-US" sz="14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输出</a:t>
            </a:r>
            <a:endParaRPr lang="zh-CN" altLang="en-US" sz="14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cxnSp>
        <p:nvCxnSpPr>
          <p:cNvPr id="1768" name="Google Shape;1768;p22"/>
          <p:cNvCxnSpPr/>
          <p:nvPr/>
        </p:nvCxnSpPr>
        <p:spPr>
          <a:xfrm>
            <a:off x="7470397" y="4016131"/>
            <a:ext cx="1" cy="354335"/>
          </a:xfrm>
          <a:prstGeom prst="straightConnector1">
            <a:avLst/>
          </a:prstGeom>
          <a:noFill/>
          <a:ln w="76200" cap="flat" cmpd="sng">
            <a:solidFill>
              <a:srgbClr val="0C0C0C"/>
            </a:solidFill>
            <a:prstDash val="solid"/>
            <a:round/>
            <a:headEnd type="none" w="sm" len="sm"/>
            <a:tailEnd type="triangle" w="med" len="med"/>
          </a:ln>
        </p:spPr>
      </p:cxnSp>
      <p:cxnSp>
        <p:nvCxnSpPr>
          <p:cNvPr id="1769" name="Google Shape;1769;p22"/>
          <p:cNvCxnSpPr/>
          <p:nvPr/>
        </p:nvCxnSpPr>
        <p:spPr>
          <a:xfrm flipH="1">
            <a:off x="7449524" y="2688673"/>
            <a:ext cx="1" cy="354335"/>
          </a:xfrm>
          <a:prstGeom prst="straightConnector1">
            <a:avLst/>
          </a:prstGeom>
          <a:noFill/>
          <a:ln w="76200" cap="flat" cmpd="sng">
            <a:solidFill>
              <a:srgbClr val="0C0C0C"/>
            </a:solidFill>
            <a:prstDash val="solid"/>
            <a:round/>
            <a:headEnd type="none" w="sm" len="sm"/>
            <a:tailEnd type="triangle" w="med" len="med"/>
          </a:ln>
        </p:spPr>
      </p:cxnSp>
      <p:cxnSp>
        <p:nvCxnSpPr>
          <p:cNvPr id="1770" name="Google Shape;1770;p22"/>
          <p:cNvCxnSpPr/>
          <p:nvPr/>
        </p:nvCxnSpPr>
        <p:spPr>
          <a:xfrm rot="10800000">
            <a:off x="7459961" y="2844894"/>
            <a:ext cx="1180500" cy="359700"/>
          </a:xfrm>
          <a:prstGeom prst="bentConnector3">
            <a:avLst>
              <a:gd name="adj1" fmla="val -18220"/>
            </a:avLst>
          </a:prstGeom>
          <a:noFill/>
          <a:ln w="76200" cap="flat" cmpd="sng">
            <a:solidFill>
              <a:srgbClr val="0C0C0C"/>
            </a:solidFill>
            <a:prstDash val="solid"/>
            <a:round/>
            <a:headEnd type="none" w="sm" len="sm"/>
            <a:tailEnd type="none" w="sm" len="sm"/>
          </a:ln>
        </p:spPr>
      </p:cxnSp>
      <p:cxnSp>
        <p:nvCxnSpPr>
          <p:cNvPr id="1771" name="Google Shape;1771;p22"/>
          <p:cNvCxnSpPr>
            <a:stCxn id="1765" idx="3"/>
            <a:endCxn id="1765" idx="1"/>
          </p:cNvCxnSpPr>
          <p:nvPr/>
        </p:nvCxnSpPr>
        <p:spPr>
          <a:xfrm flipH="1">
            <a:off x="6300462" y="3529570"/>
            <a:ext cx="2340000" cy="600"/>
          </a:xfrm>
          <a:prstGeom prst="bentConnector5">
            <a:avLst>
              <a:gd name="adj1" fmla="val -9770"/>
              <a:gd name="adj2" fmla="val 61869169"/>
              <a:gd name="adj3" fmla="val 116228"/>
            </a:avLst>
          </a:prstGeom>
          <a:noFill/>
          <a:ln w="76200" cap="flat" cmpd="sng">
            <a:solidFill>
              <a:srgbClr val="0C0C0C"/>
            </a:solidFill>
            <a:prstDash val="solid"/>
            <a:round/>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6"/>
        <p:cNvGrpSpPr/>
        <p:nvPr/>
      </p:nvGrpSpPr>
      <p:grpSpPr>
        <a:xfrm>
          <a:off x="0" y="0"/>
          <a:ext cx="0" cy="0"/>
          <a:chOff x="0" y="0"/>
          <a:chExt cx="0" cy="0"/>
        </a:xfrm>
      </p:grpSpPr>
      <p:sp>
        <p:nvSpPr>
          <p:cNvPr id="1777" name="Google Shape;1777;p23"/>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其他</a:t>
            </a:r>
            <a:r>
              <a:rPr lang="zh-CN" altLang="en-US">
                <a:latin typeface="黑体" panose="02010609060101010101" pitchFamily="49" charset="-122"/>
                <a:ea typeface="黑体" panose="02010609060101010101" pitchFamily="49" charset="-122"/>
              </a:rPr>
              <a:t>架</a:t>
            </a:r>
            <a:r>
              <a:rPr lang="zh-CN" altLang="en-US">
                <a:latin typeface="Trebuchet MS" panose="020B0603020202020204" pitchFamily="34" charset="0"/>
                <a:ea typeface="黑体" panose="02010609060101010101" pitchFamily="49" charset="-122"/>
                <a:cs typeface="Trebuchet MS"/>
                <a:sym typeface="Trebuchet MS"/>
              </a:rPr>
              <a:t>构</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82"/>
        <p:cNvGrpSpPr/>
        <p:nvPr/>
      </p:nvGrpSpPr>
      <p:grpSpPr>
        <a:xfrm>
          <a:off x="0" y="0"/>
          <a:ext cx="0" cy="0"/>
          <a:chOff x="0" y="0"/>
          <a:chExt cx="0" cy="0"/>
        </a:xfrm>
      </p:grpSpPr>
      <p:sp>
        <p:nvSpPr>
          <p:cNvPr id="1783" name="Google Shape;1783;p2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自编码器</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1784" name="Google Shape;1784;p24"/>
          <p:cNvGrpSpPr/>
          <p:nvPr/>
        </p:nvGrpSpPr>
        <p:grpSpPr>
          <a:xfrm>
            <a:off x="2723443" y="1487108"/>
            <a:ext cx="5525913" cy="3484169"/>
            <a:chOff x="2897707" y="1725233"/>
            <a:chExt cx="5525913" cy="3484169"/>
          </a:xfrm>
        </p:grpSpPr>
        <p:cxnSp>
          <p:nvCxnSpPr>
            <p:cNvPr id="1785" name="Google Shape;1785;p24"/>
            <p:cNvCxnSpPr>
              <a:stCxn id="1786" idx="6"/>
              <a:endCxn id="1787" idx="2"/>
            </p:cNvCxnSpPr>
            <p:nvPr/>
          </p:nvCxnSpPr>
          <p:spPr>
            <a:xfrm rot="10800000" flipH="1">
              <a:off x="3178866" y="4555732"/>
              <a:ext cx="1382400" cy="538800"/>
            </a:xfrm>
            <a:prstGeom prst="straightConnector1">
              <a:avLst/>
            </a:prstGeom>
            <a:noFill/>
            <a:ln w="9525" cap="flat" cmpd="sng">
              <a:solidFill>
                <a:srgbClr val="868686"/>
              </a:solidFill>
              <a:prstDash val="solid"/>
              <a:round/>
              <a:headEnd type="none" w="sm" len="sm"/>
              <a:tailEnd type="none" w="sm" len="sm"/>
            </a:ln>
          </p:spPr>
        </p:cxnSp>
        <p:cxnSp>
          <p:nvCxnSpPr>
            <p:cNvPr id="1788" name="Google Shape;1788;p24"/>
            <p:cNvCxnSpPr>
              <a:stCxn id="1789" idx="6"/>
              <a:endCxn id="1787" idx="2"/>
            </p:cNvCxnSpPr>
            <p:nvPr/>
          </p:nvCxnSpPr>
          <p:spPr>
            <a:xfrm rot="10800000" flipH="1">
              <a:off x="3178867" y="4555761"/>
              <a:ext cx="1382400" cy="243300"/>
            </a:xfrm>
            <a:prstGeom prst="straightConnector1">
              <a:avLst/>
            </a:prstGeom>
            <a:noFill/>
            <a:ln w="9525" cap="flat" cmpd="sng">
              <a:solidFill>
                <a:srgbClr val="868686"/>
              </a:solidFill>
              <a:prstDash val="solid"/>
              <a:round/>
              <a:headEnd type="none" w="sm" len="sm"/>
              <a:tailEnd type="none" w="sm" len="sm"/>
            </a:ln>
          </p:spPr>
        </p:cxnSp>
        <p:cxnSp>
          <p:nvCxnSpPr>
            <p:cNvPr id="1790" name="Google Shape;1790;p24"/>
            <p:cNvCxnSpPr>
              <a:stCxn id="1791" idx="6"/>
              <a:endCxn id="1787" idx="2"/>
            </p:cNvCxnSpPr>
            <p:nvPr/>
          </p:nvCxnSpPr>
          <p:spPr>
            <a:xfrm>
              <a:off x="3178866" y="4503590"/>
              <a:ext cx="1382400" cy="52200"/>
            </a:xfrm>
            <a:prstGeom prst="straightConnector1">
              <a:avLst/>
            </a:prstGeom>
            <a:noFill/>
            <a:ln w="9525" cap="flat" cmpd="sng">
              <a:solidFill>
                <a:srgbClr val="868686"/>
              </a:solidFill>
              <a:prstDash val="solid"/>
              <a:round/>
              <a:headEnd type="none" w="sm" len="sm"/>
              <a:tailEnd type="none" w="sm" len="sm"/>
            </a:ln>
          </p:spPr>
        </p:cxnSp>
        <p:cxnSp>
          <p:nvCxnSpPr>
            <p:cNvPr id="1792" name="Google Shape;1792;p24"/>
            <p:cNvCxnSpPr>
              <a:stCxn id="1793" idx="6"/>
              <a:endCxn id="1787" idx="2"/>
            </p:cNvCxnSpPr>
            <p:nvPr/>
          </p:nvCxnSpPr>
          <p:spPr>
            <a:xfrm>
              <a:off x="3178866" y="4208119"/>
              <a:ext cx="1382400" cy="347700"/>
            </a:xfrm>
            <a:prstGeom prst="straightConnector1">
              <a:avLst/>
            </a:prstGeom>
            <a:noFill/>
            <a:ln w="9525" cap="flat" cmpd="sng">
              <a:solidFill>
                <a:srgbClr val="868686"/>
              </a:solidFill>
              <a:prstDash val="solid"/>
              <a:round/>
              <a:headEnd type="none" w="sm" len="sm"/>
              <a:tailEnd type="none" w="sm" len="sm"/>
            </a:ln>
          </p:spPr>
        </p:cxnSp>
        <p:cxnSp>
          <p:nvCxnSpPr>
            <p:cNvPr id="1794" name="Google Shape;1794;p24"/>
            <p:cNvCxnSpPr>
              <a:stCxn id="1795" idx="6"/>
              <a:endCxn id="1787" idx="2"/>
            </p:cNvCxnSpPr>
            <p:nvPr/>
          </p:nvCxnSpPr>
          <p:spPr>
            <a:xfrm>
              <a:off x="3170997" y="3912648"/>
              <a:ext cx="1390200" cy="643200"/>
            </a:xfrm>
            <a:prstGeom prst="straightConnector1">
              <a:avLst/>
            </a:prstGeom>
            <a:noFill/>
            <a:ln w="9525" cap="flat" cmpd="sng">
              <a:solidFill>
                <a:srgbClr val="868686"/>
              </a:solidFill>
              <a:prstDash val="solid"/>
              <a:round/>
              <a:headEnd type="none" w="sm" len="sm"/>
              <a:tailEnd type="none" w="sm" len="sm"/>
            </a:ln>
          </p:spPr>
        </p:cxnSp>
        <p:cxnSp>
          <p:nvCxnSpPr>
            <p:cNvPr id="1796" name="Google Shape;1796;p24"/>
            <p:cNvCxnSpPr>
              <a:stCxn id="1797" idx="6"/>
              <a:endCxn id="1787" idx="2"/>
            </p:cNvCxnSpPr>
            <p:nvPr/>
          </p:nvCxnSpPr>
          <p:spPr>
            <a:xfrm>
              <a:off x="3170997" y="3617177"/>
              <a:ext cx="1390200" cy="938400"/>
            </a:xfrm>
            <a:prstGeom prst="straightConnector1">
              <a:avLst/>
            </a:prstGeom>
            <a:noFill/>
            <a:ln w="9525" cap="flat" cmpd="sng">
              <a:solidFill>
                <a:srgbClr val="868686"/>
              </a:solidFill>
              <a:prstDash val="solid"/>
              <a:round/>
              <a:headEnd type="none" w="sm" len="sm"/>
              <a:tailEnd type="none" w="sm" len="sm"/>
            </a:ln>
          </p:spPr>
        </p:cxnSp>
        <p:cxnSp>
          <p:nvCxnSpPr>
            <p:cNvPr id="1798" name="Google Shape;1798;p24"/>
            <p:cNvCxnSpPr>
              <a:stCxn id="1799" idx="6"/>
              <a:endCxn id="1787" idx="2"/>
            </p:cNvCxnSpPr>
            <p:nvPr/>
          </p:nvCxnSpPr>
          <p:spPr>
            <a:xfrm>
              <a:off x="3170996" y="3321705"/>
              <a:ext cx="1390200" cy="1233900"/>
            </a:xfrm>
            <a:prstGeom prst="straightConnector1">
              <a:avLst/>
            </a:prstGeom>
            <a:noFill/>
            <a:ln w="9525" cap="flat" cmpd="sng">
              <a:solidFill>
                <a:srgbClr val="868686"/>
              </a:solidFill>
              <a:prstDash val="solid"/>
              <a:round/>
              <a:headEnd type="none" w="sm" len="sm"/>
              <a:tailEnd type="none" w="sm" len="sm"/>
            </a:ln>
          </p:spPr>
        </p:cxnSp>
        <p:cxnSp>
          <p:nvCxnSpPr>
            <p:cNvPr id="1800" name="Google Shape;1800;p24"/>
            <p:cNvCxnSpPr>
              <a:stCxn id="1801" idx="6"/>
              <a:endCxn id="1787" idx="2"/>
            </p:cNvCxnSpPr>
            <p:nvPr/>
          </p:nvCxnSpPr>
          <p:spPr>
            <a:xfrm>
              <a:off x="3170997" y="3026234"/>
              <a:ext cx="1390200" cy="1529400"/>
            </a:xfrm>
            <a:prstGeom prst="straightConnector1">
              <a:avLst/>
            </a:prstGeom>
            <a:noFill/>
            <a:ln w="9525" cap="flat" cmpd="sng">
              <a:solidFill>
                <a:srgbClr val="868686"/>
              </a:solidFill>
              <a:prstDash val="solid"/>
              <a:round/>
              <a:headEnd type="none" w="sm" len="sm"/>
              <a:tailEnd type="none" w="sm" len="sm"/>
            </a:ln>
          </p:spPr>
        </p:cxnSp>
        <p:cxnSp>
          <p:nvCxnSpPr>
            <p:cNvPr id="1802" name="Google Shape;1802;p24"/>
            <p:cNvCxnSpPr>
              <a:stCxn id="1803" idx="6"/>
              <a:endCxn id="1787" idx="2"/>
            </p:cNvCxnSpPr>
            <p:nvPr/>
          </p:nvCxnSpPr>
          <p:spPr>
            <a:xfrm>
              <a:off x="3170996" y="2730763"/>
              <a:ext cx="1390200" cy="1824900"/>
            </a:xfrm>
            <a:prstGeom prst="straightConnector1">
              <a:avLst/>
            </a:prstGeom>
            <a:noFill/>
            <a:ln w="9525" cap="flat" cmpd="sng">
              <a:solidFill>
                <a:srgbClr val="868686"/>
              </a:solidFill>
              <a:prstDash val="solid"/>
              <a:round/>
              <a:headEnd type="none" w="sm" len="sm"/>
              <a:tailEnd type="none" w="sm" len="sm"/>
            </a:ln>
          </p:spPr>
        </p:cxnSp>
        <p:cxnSp>
          <p:nvCxnSpPr>
            <p:cNvPr id="1804" name="Google Shape;1804;p24"/>
            <p:cNvCxnSpPr>
              <a:stCxn id="1805" idx="6"/>
              <a:endCxn id="1787" idx="2"/>
            </p:cNvCxnSpPr>
            <p:nvPr/>
          </p:nvCxnSpPr>
          <p:spPr>
            <a:xfrm>
              <a:off x="3170996" y="2435291"/>
              <a:ext cx="1390200" cy="2120400"/>
            </a:xfrm>
            <a:prstGeom prst="straightConnector1">
              <a:avLst/>
            </a:prstGeom>
            <a:noFill/>
            <a:ln w="9525" cap="flat" cmpd="sng">
              <a:solidFill>
                <a:srgbClr val="868686"/>
              </a:solidFill>
              <a:prstDash val="solid"/>
              <a:round/>
              <a:headEnd type="none" w="sm" len="sm"/>
              <a:tailEnd type="none" w="sm" len="sm"/>
            </a:ln>
          </p:spPr>
        </p:cxnSp>
        <p:cxnSp>
          <p:nvCxnSpPr>
            <p:cNvPr id="1806" name="Google Shape;1806;p24"/>
            <p:cNvCxnSpPr>
              <a:stCxn id="1807" idx="6"/>
              <a:endCxn id="1787" idx="2"/>
            </p:cNvCxnSpPr>
            <p:nvPr/>
          </p:nvCxnSpPr>
          <p:spPr>
            <a:xfrm>
              <a:off x="3163127" y="2139820"/>
              <a:ext cx="1398300" cy="2415900"/>
            </a:xfrm>
            <a:prstGeom prst="straightConnector1">
              <a:avLst/>
            </a:prstGeom>
            <a:noFill/>
            <a:ln w="9525" cap="flat" cmpd="sng">
              <a:solidFill>
                <a:srgbClr val="868686"/>
              </a:solidFill>
              <a:prstDash val="solid"/>
              <a:round/>
              <a:headEnd type="none" w="sm" len="sm"/>
              <a:tailEnd type="none" w="sm" len="sm"/>
            </a:ln>
          </p:spPr>
        </p:cxnSp>
        <p:cxnSp>
          <p:nvCxnSpPr>
            <p:cNvPr id="1808" name="Google Shape;1808;p24"/>
            <p:cNvCxnSpPr>
              <a:stCxn id="1809" idx="6"/>
              <a:endCxn id="1787" idx="2"/>
            </p:cNvCxnSpPr>
            <p:nvPr/>
          </p:nvCxnSpPr>
          <p:spPr>
            <a:xfrm>
              <a:off x="3163127" y="1844351"/>
              <a:ext cx="1398300" cy="2711400"/>
            </a:xfrm>
            <a:prstGeom prst="straightConnector1">
              <a:avLst/>
            </a:prstGeom>
            <a:noFill/>
            <a:ln w="9525" cap="flat" cmpd="sng">
              <a:solidFill>
                <a:srgbClr val="868686"/>
              </a:solidFill>
              <a:prstDash val="solid"/>
              <a:round/>
              <a:headEnd type="none" w="sm" len="sm"/>
              <a:tailEnd type="none" w="sm" len="sm"/>
            </a:ln>
          </p:spPr>
        </p:cxnSp>
        <p:cxnSp>
          <p:nvCxnSpPr>
            <p:cNvPr id="1810" name="Google Shape;1810;p24"/>
            <p:cNvCxnSpPr>
              <a:stCxn id="1786" idx="6"/>
              <a:endCxn id="1811" idx="2"/>
            </p:cNvCxnSpPr>
            <p:nvPr/>
          </p:nvCxnSpPr>
          <p:spPr>
            <a:xfrm rot="10800000" flipH="1">
              <a:off x="3178866" y="4141732"/>
              <a:ext cx="1382400" cy="952800"/>
            </a:xfrm>
            <a:prstGeom prst="straightConnector1">
              <a:avLst/>
            </a:prstGeom>
            <a:noFill/>
            <a:ln w="9525" cap="flat" cmpd="sng">
              <a:solidFill>
                <a:srgbClr val="868686"/>
              </a:solidFill>
              <a:prstDash val="solid"/>
              <a:round/>
              <a:headEnd type="none" w="sm" len="sm"/>
              <a:tailEnd type="none" w="sm" len="sm"/>
            </a:ln>
          </p:spPr>
        </p:cxnSp>
        <p:cxnSp>
          <p:nvCxnSpPr>
            <p:cNvPr id="1812" name="Google Shape;1812;p24"/>
            <p:cNvCxnSpPr>
              <a:stCxn id="1789" idx="6"/>
              <a:endCxn id="1811" idx="2"/>
            </p:cNvCxnSpPr>
            <p:nvPr/>
          </p:nvCxnSpPr>
          <p:spPr>
            <a:xfrm rot="10800000" flipH="1">
              <a:off x="3178867" y="4141761"/>
              <a:ext cx="1382400" cy="657300"/>
            </a:xfrm>
            <a:prstGeom prst="straightConnector1">
              <a:avLst/>
            </a:prstGeom>
            <a:noFill/>
            <a:ln w="9525" cap="flat" cmpd="sng">
              <a:solidFill>
                <a:srgbClr val="868686"/>
              </a:solidFill>
              <a:prstDash val="solid"/>
              <a:round/>
              <a:headEnd type="none" w="sm" len="sm"/>
              <a:tailEnd type="none" w="sm" len="sm"/>
            </a:ln>
          </p:spPr>
        </p:cxnSp>
        <p:cxnSp>
          <p:nvCxnSpPr>
            <p:cNvPr id="1813" name="Google Shape;1813;p24"/>
            <p:cNvCxnSpPr>
              <a:stCxn id="1791" idx="6"/>
              <a:endCxn id="1811" idx="2"/>
            </p:cNvCxnSpPr>
            <p:nvPr/>
          </p:nvCxnSpPr>
          <p:spPr>
            <a:xfrm rot="10800000" flipH="1">
              <a:off x="3178866" y="4141790"/>
              <a:ext cx="1382400" cy="361800"/>
            </a:xfrm>
            <a:prstGeom prst="straightConnector1">
              <a:avLst/>
            </a:prstGeom>
            <a:noFill/>
            <a:ln w="9525" cap="flat" cmpd="sng">
              <a:solidFill>
                <a:srgbClr val="868686"/>
              </a:solidFill>
              <a:prstDash val="solid"/>
              <a:round/>
              <a:headEnd type="none" w="sm" len="sm"/>
              <a:tailEnd type="none" w="sm" len="sm"/>
            </a:ln>
          </p:spPr>
        </p:cxnSp>
        <p:cxnSp>
          <p:nvCxnSpPr>
            <p:cNvPr id="1814" name="Google Shape;1814;p24"/>
            <p:cNvCxnSpPr>
              <a:stCxn id="1793" idx="6"/>
              <a:endCxn id="1811" idx="2"/>
            </p:cNvCxnSpPr>
            <p:nvPr/>
          </p:nvCxnSpPr>
          <p:spPr>
            <a:xfrm rot="10800000" flipH="1">
              <a:off x="3178866" y="4141819"/>
              <a:ext cx="1382400" cy="66300"/>
            </a:xfrm>
            <a:prstGeom prst="straightConnector1">
              <a:avLst/>
            </a:prstGeom>
            <a:noFill/>
            <a:ln w="9525" cap="flat" cmpd="sng">
              <a:solidFill>
                <a:srgbClr val="868686"/>
              </a:solidFill>
              <a:prstDash val="solid"/>
              <a:round/>
              <a:headEnd type="none" w="sm" len="sm"/>
              <a:tailEnd type="none" w="sm" len="sm"/>
            </a:ln>
          </p:spPr>
        </p:cxnSp>
        <p:cxnSp>
          <p:nvCxnSpPr>
            <p:cNvPr id="1815" name="Google Shape;1815;p24"/>
            <p:cNvCxnSpPr>
              <a:stCxn id="1795" idx="6"/>
              <a:endCxn id="1811" idx="2"/>
            </p:cNvCxnSpPr>
            <p:nvPr/>
          </p:nvCxnSpPr>
          <p:spPr>
            <a:xfrm>
              <a:off x="3170997" y="3912648"/>
              <a:ext cx="1390200" cy="229200"/>
            </a:xfrm>
            <a:prstGeom prst="straightConnector1">
              <a:avLst/>
            </a:prstGeom>
            <a:noFill/>
            <a:ln w="9525" cap="flat" cmpd="sng">
              <a:solidFill>
                <a:srgbClr val="868686"/>
              </a:solidFill>
              <a:prstDash val="solid"/>
              <a:round/>
              <a:headEnd type="none" w="sm" len="sm"/>
              <a:tailEnd type="none" w="sm" len="sm"/>
            </a:ln>
          </p:spPr>
        </p:cxnSp>
        <p:cxnSp>
          <p:nvCxnSpPr>
            <p:cNvPr id="1816" name="Google Shape;1816;p24"/>
            <p:cNvCxnSpPr>
              <a:stCxn id="1797" idx="6"/>
              <a:endCxn id="1811" idx="2"/>
            </p:cNvCxnSpPr>
            <p:nvPr/>
          </p:nvCxnSpPr>
          <p:spPr>
            <a:xfrm>
              <a:off x="3170997" y="3617177"/>
              <a:ext cx="1390200" cy="524700"/>
            </a:xfrm>
            <a:prstGeom prst="straightConnector1">
              <a:avLst/>
            </a:prstGeom>
            <a:noFill/>
            <a:ln w="9525" cap="flat" cmpd="sng">
              <a:solidFill>
                <a:srgbClr val="868686"/>
              </a:solidFill>
              <a:prstDash val="solid"/>
              <a:round/>
              <a:headEnd type="none" w="sm" len="sm"/>
              <a:tailEnd type="none" w="sm" len="sm"/>
            </a:ln>
          </p:spPr>
        </p:cxnSp>
        <p:cxnSp>
          <p:nvCxnSpPr>
            <p:cNvPr id="1817" name="Google Shape;1817;p24"/>
            <p:cNvCxnSpPr>
              <a:stCxn id="1799" idx="6"/>
              <a:endCxn id="1811" idx="2"/>
            </p:cNvCxnSpPr>
            <p:nvPr/>
          </p:nvCxnSpPr>
          <p:spPr>
            <a:xfrm>
              <a:off x="3170996" y="3321705"/>
              <a:ext cx="1390200" cy="819900"/>
            </a:xfrm>
            <a:prstGeom prst="straightConnector1">
              <a:avLst/>
            </a:prstGeom>
            <a:noFill/>
            <a:ln w="9525" cap="flat" cmpd="sng">
              <a:solidFill>
                <a:srgbClr val="868686"/>
              </a:solidFill>
              <a:prstDash val="solid"/>
              <a:round/>
              <a:headEnd type="none" w="sm" len="sm"/>
              <a:tailEnd type="none" w="sm" len="sm"/>
            </a:ln>
          </p:spPr>
        </p:cxnSp>
        <p:cxnSp>
          <p:nvCxnSpPr>
            <p:cNvPr id="1818" name="Google Shape;1818;p24"/>
            <p:cNvCxnSpPr>
              <a:stCxn id="1801" idx="6"/>
              <a:endCxn id="1811" idx="2"/>
            </p:cNvCxnSpPr>
            <p:nvPr/>
          </p:nvCxnSpPr>
          <p:spPr>
            <a:xfrm>
              <a:off x="3170997" y="3026234"/>
              <a:ext cx="1390200" cy="1115400"/>
            </a:xfrm>
            <a:prstGeom prst="straightConnector1">
              <a:avLst/>
            </a:prstGeom>
            <a:noFill/>
            <a:ln w="9525" cap="flat" cmpd="sng">
              <a:solidFill>
                <a:srgbClr val="868686"/>
              </a:solidFill>
              <a:prstDash val="solid"/>
              <a:round/>
              <a:headEnd type="none" w="sm" len="sm"/>
              <a:tailEnd type="none" w="sm" len="sm"/>
            </a:ln>
          </p:spPr>
        </p:cxnSp>
        <p:cxnSp>
          <p:nvCxnSpPr>
            <p:cNvPr id="1819" name="Google Shape;1819;p24"/>
            <p:cNvCxnSpPr>
              <a:stCxn id="1803" idx="6"/>
              <a:endCxn id="1811" idx="2"/>
            </p:cNvCxnSpPr>
            <p:nvPr/>
          </p:nvCxnSpPr>
          <p:spPr>
            <a:xfrm>
              <a:off x="3170996" y="2730763"/>
              <a:ext cx="1390200" cy="1410900"/>
            </a:xfrm>
            <a:prstGeom prst="straightConnector1">
              <a:avLst/>
            </a:prstGeom>
            <a:noFill/>
            <a:ln w="9525" cap="flat" cmpd="sng">
              <a:solidFill>
                <a:srgbClr val="868686"/>
              </a:solidFill>
              <a:prstDash val="solid"/>
              <a:round/>
              <a:headEnd type="none" w="sm" len="sm"/>
              <a:tailEnd type="none" w="sm" len="sm"/>
            </a:ln>
          </p:spPr>
        </p:cxnSp>
        <p:cxnSp>
          <p:nvCxnSpPr>
            <p:cNvPr id="1820" name="Google Shape;1820;p24"/>
            <p:cNvCxnSpPr>
              <a:stCxn id="1805" idx="6"/>
              <a:endCxn id="1811" idx="2"/>
            </p:cNvCxnSpPr>
            <p:nvPr/>
          </p:nvCxnSpPr>
          <p:spPr>
            <a:xfrm>
              <a:off x="3170996" y="2435291"/>
              <a:ext cx="1390200" cy="1706400"/>
            </a:xfrm>
            <a:prstGeom prst="straightConnector1">
              <a:avLst/>
            </a:prstGeom>
            <a:noFill/>
            <a:ln w="9525" cap="flat" cmpd="sng">
              <a:solidFill>
                <a:srgbClr val="868686"/>
              </a:solidFill>
              <a:prstDash val="solid"/>
              <a:round/>
              <a:headEnd type="none" w="sm" len="sm"/>
              <a:tailEnd type="none" w="sm" len="sm"/>
            </a:ln>
          </p:spPr>
        </p:cxnSp>
        <p:cxnSp>
          <p:nvCxnSpPr>
            <p:cNvPr id="1821" name="Google Shape;1821;p24"/>
            <p:cNvCxnSpPr>
              <a:stCxn id="1807" idx="6"/>
              <a:endCxn id="1811" idx="2"/>
            </p:cNvCxnSpPr>
            <p:nvPr/>
          </p:nvCxnSpPr>
          <p:spPr>
            <a:xfrm>
              <a:off x="3163127" y="2139820"/>
              <a:ext cx="1398300" cy="2001900"/>
            </a:xfrm>
            <a:prstGeom prst="straightConnector1">
              <a:avLst/>
            </a:prstGeom>
            <a:noFill/>
            <a:ln w="9525" cap="flat" cmpd="sng">
              <a:solidFill>
                <a:srgbClr val="868686"/>
              </a:solidFill>
              <a:prstDash val="solid"/>
              <a:round/>
              <a:headEnd type="none" w="sm" len="sm"/>
              <a:tailEnd type="none" w="sm" len="sm"/>
            </a:ln>
          </p:spPr>
        </p:cxnSp>
        <p:cxnSp>
          <p:nvCxnSpPr>
            <p:cNvPr id="1822" name="Google Shape;1822;p24"/>
            <p:cNvCxnSpPr>
              <a:stCxn id="1809" idx="6"/>
              <a:endCxn id="1811" idx="2"/>
            </p:cNvCxnSpPr>
            <p:nvPr/>
          </p:nvCxnSpPr>
          <p:spPr>
            <a:xfrm>
              <a:off x="3163127" y="1844351"/>
              <a:ext cx="1398300" cy="2297400"/>
            </a:xfrm>
            <a:prstGeom prst="straightConnector1">
              <a:avLst/>
            </a:prstGeom>
            <a:noFill/>
            <a:ln w="9525" cap="flat" cmpd="sng">
              <a:solidFill>
                <a:srgbClr val="868686"/>
              </a:solidFill>
              <a:prstDash val="solid"/>
              <a:round/>
              <a:headEnd type="none" w="sm" len="sm"/>
              <a:tailEnd type="none" w="sm" len="sm"/>
            </a:ln>
          </p:spPr>
        </p:cxnSp>
        <p:cxnSp>
          <p:nvCxnSpPr>
            <p:cNvPr id="1823" name="Google Shape;1823;p24"/>
            <p:cNvCxnSpPr>
              <a:stCxn id="1786" idx="6"/>
              <a:endCxn id="1824" idx="2"/>
            </p:cNvCxnSpPr>
            <p:nvPr/>
          </p:nvCxnSpPr>
          <p:spPr>
            <a:xfrm rot="10800000" flipH="1">
              <a:off x="3178866" y="3727732"/>
              <a:ext cx="1382400" cy="1366800"/>
            </a:xfrm>
            <a:prstGeom prst="straightConnector1">
              <a:avLst/>
            </a:prstGeom>
            <a:noFill/>
            <a:ln w="9525" cap="flat" cmpd="sng">
              <a:solidFill>
                <a:srgbClr val="868686"/>
              </a:solidFill>
              <a:prstDash val="solid"/>
              <a:round/>
              <a:headEnd type="none" w="sm" len="sm"/>
              <a:tailEnd type="none" w="sm" len="sm"/>
            </a:ln>
          </p:spPr>
        </p:cxnSp>
        <p:cxnSp>
          <p:nvCxnSpPr>
            <p:cNvPr id="1825" name="Google Shape;1825;p24"/>
            <p:cNvCxnSpPr>
              <a:stCxn id="1789" idx="6"/>
              <a:endCxn id="1824" idx="2"/>
            </p:cNvCxnSpPr>
            <p:nvPr/>
          </p:nvCxnSpPr>
          <p:spPr>
            <a:xfrm rot="10800000" flipH="1">
              <a:off x="3178867" y="3727761"/>
              <a:ext cx="1382400" cy="1071300"/>
            </a:xfrm>
            <a:prstGeom prst="straightConnector1">
              <a:avLst/>
            </a:prstGeom>
            <a:noFill/>
            <a:ln w="9525" cap="flat" cmpd="sng">
              <a:solidFill>
                <a:srgbClr val="868686"/>
              </a:solidFill>
              <a:prstDash val="solid"/>
              <a:round/>
              <a:headEnd type="none" w="sm" len="sm"/>
              <a:tailEnd type="none" w="sm" len="sm"/>
            </a:ln>
          </p:spPr>
        </p:cxnSp>
        <p:cxnSp>
          <p:nvCxnSpPr>
            <p:cNvPr id="1826" name="Google Shape;1826;p24"/>
            <p:cNvCxnSpPr>
              <a:stCxn id="1791" idx="6"/>
              <a:endCxn id="1824" idx="2"/>
            </p:cNvCxnSpPr>
            <p:nvPr/>
          </p:nvCxnSpPr>
          <p:spPr>
            <a:xfrm rot="10800000" flipH="1">
              <a:off x="3178866" y="3727790"/>
              <a:ext cx="1382400" cy="775800"/>
            </a:xfrm>
            <a:prstGeom prst="straightConnector1">
              <a:avLst/>
            </a:prstGeom>
            <a:noFill/>
            <a:ln w="9525" cap="flat" cmpd="sng">
              <a:solidFill>
                <a:srgbClr val="868686"/>
              </a:solidFill>
              <a:prstDash val="solid"/>
              <a:round/>
              <a:headEnd type="none" w="sm" len="sm"/>
              <a:tailEnd type="none" w="sm" len="sm"/>
            </a:ln>
          </p:spPr>
        </p:cxnSp>
        <p:cxnSp>
          <p:nvCxnSpPr>
            <p:cNvPr id="1827" name="Google Shape;1827;p24"/>
            <p:cNvCxnSpPr>
              <a:stCxn id="1793" idx="6"/>
              <a:endCxn id="1824" idx="2"/>
            </p:cNvCxnSpPr>
            <p:nvPr/>
          </p:nvCxnSpPr>
          <p:spPr>
            <a:xfrm rot="10800000" flipH="1">
              <a:off x="3178866" y="3727819"/>
              <a:ext cx="1382400" cy="480300"/>
            </a:xfrm>
            <a:prstGeom prst="straightConnector1">
              <a:avLst/>
            </a:prstGeom>
            <a:noFill/>
            <a:ln w="9525" cap="flat" cmpd="sng">
              <a:solidFill>
                <a:srgbClr val="868686"/>
              </a:solidFill>
              <a:prstDash val="solid"/>
              <a:round/>
              <a:headEnd type="none" w="sm" len="sm"/>
              <a:tailEnd type="none" w="sm" len="sm"/>
            </a:ln>
          </p:spPr>
        </p:cxnSp>
        <p:cxnSp>
          <p:nvCxnSpPr>
            <p:cNvPr id="1828" name="Google Shape;1828;p24"/>
            <p:cNvCxnSpPr>
              <a:stCxn id="1795" idx="6"/>
              <a:endCxn id="1824" idx="2"/>
            </p:cNvCxnSpPr>
            <p:nvPr/>
          </p:nvCxnSpPr>
          <p:spPr>
            <a:xfrm rot="10800000" flipH="1">
              <a:off x="3170997" y="3727848"/>
              <a:ext cx="1390200" cy="184800"/>
            </a:xfrm>
            <a:prstGeom prst="straightConnector1">
              <a:avLst/>
            </a:prstGeom>
            <a:noFill/>
            <a:ln w="9525" cap="flat" cmpd="sng">
              <a:solidFill>
                <a:srgbClr val="868686"/>
              </a:solidFill>
              <a:prstDash val="solid"/>
              <a:round/>
              <a:headEnd type="none" w="sm" len="sm"/>
              <a:tailEnd type="none" w="sm" len="sm"/>
            </a:ln>
          </p:spPr>
        </p:cxnSp>
        <p:cxnSp>
          <p:nvCxnSpPr>
            <p:cNvPr id="1829" name="Google Shape;1829;p24"/>
            <p:cNvCxnSpPr>
              <a:stCxn id="1797" idx="6"/>
              <a:endCxn id="1824" idx="2"/>
            </p:cNvCxnSpPr>
            <p:nvPr/>
          </p:nvCxnSpPr>
          <p:spPr>
            <a:xfrm>
              <a:off x="3170997" y="3617177"/>
              <a:ext cx="1390200" cy="110700"/>
            </a:xfrm>
            <a:prstGeom prst="straightConnector1">
              <a:avLst/>
            </a:prstGeom>
            <a:noFill/>
            <a:ln w="9525" cap="flat" cmpd="sng">
              <a:solidFill>
                <a:srgbClr val="868686"/>
              </a:solidFill>
              <a:prstDash val="solid"/>
              <a:round/>
              <a:headEnd type="none" w="sm" len="sm"/>
              <a:tailEnd type="none" w="sm" len="sm"/>
            </a:ln>
          </p:spPr>
        </p:cxnSp>
        <p:cxnSp>
          <p:nvCxnSpPr>
            <p:cNvPr id="1830" name="Google Shape;1830;p24"/>
            <p:cNvCxnSpPr>
              <a:stCxn id="1799" idx="6"/>
              <a:endCxn id="1824" idx="2"/>
            </p:cNvCxnSpPr>
            <p:nvPr/>
          </p:nvCxnSpPr>
          <p:spPr>
            <a:xfrm>
              <a:off x="3170996" y="3321705"/>
              <a:ext cx="1390200" cy="406200"/>
            </a:xfrm>
            <a:prstGeom prst="straightConnector1">
              <a:avLst/>
            </a:prstGeom>
            <a:noFill/>
            <a:ln w="9525" cap="flat" cmpd="sng">
              <a:solidFill>
                <a:srgbClr val="868686"/>
              </a:solidFill>
              <a:prstDash val="solid"/>
              <a:round/>
              <a:headEnd type="none" w="sm" len="sm"/>
              <a:tailEnd type="none" w="sm" len="sm"/>
            </a:ln>
          </p:spPr>
        </p:cxnSp>
        <p:cxnSp>
          <p:nvCxnSpPr>
            <p:cNvPr id="1831" name="Google Shape;1831;p24"/>
            <p:cNvCxnSpPr>
              <a:stCxn id="1801" idx="6"/>
              <a:endCxn id="1824" idx="2"/>
            </p:cNvCxnSpPr>
            <p:nvPr/>
          </p:nvCxnSpPr>
          <p:spPr>
            <a:xfrm>
              <a:off x="3170997" y="3026234"/>
              <a:ext cx="1390200" cy="701400"/>
            </a:xfrm>
            <a:prstGeom prst="straightConnector1">
              <a:avLst/>
            </a:prstGeom>
            <a:noFill/>
            <a:ln w="9525" cap="flat" cmpd="sng">
              <a:solidFill>
                <a:srgbClr val="868686"/>
              </a:solidFill>
              <a:prstDash val="solid"/>
              <a:round/>
              <a:headEnd type="none" w="sm" len="sm"/>
              <a:tailEnd type="none" w="sm" len="sm"/>
            </a:ln>
          </p:spPr>
        </p:cxnSp>
        <p:cxnSp>
          <p:nvCxnSpPr>
            <p:cNvPr id="1832" name="Google Shape;1832;p24"/>
            <p:cNvCxnSpPr>
              <a:stCxn id="1803" idx="6"/>
              <a:endCxn id="1824" idx="2"/>
            </p:cNvCxnSpPr>
            <p:nvPr/>
          </p:nvCxnSpPr>
          <p:spPr>
            <a:xfrm>
              <a:off x="3170996" y="2730763"/>
              <a:ext cx="1390200" cy="996900"/>
            </a:xfrm>
            <a:prstGeom prst="straightConnector1">
              <a:avLst/>
            </a:prstGeom>
            <a:noFill/>
            <a:ln w="9525" cap="flat" cmpd="sng">
              <a:solidFill>
                <a:srgbClr val="868686"/>
              </a:solidFill>
              <a:prstDash val="solid"/>
              <a:round/>
              <a:headEnd type="none" w="sm" len="sm"/>
              <a:tailEnd type="none" w="sm" len="sm"/>
            </a:ln>
          </p:spPr>
        </p:cxnSp>
        <p:cxnSp>
          <p:nvCxnSpPr>
            <p:cNvPr id="1833" name="Google Shape;1833;p24"/>
            <p:cNvCxnSpPr>
              <a:stCxn id="1805" idx="6"/>
              <a:endCxn id="1824" idx="2"/>
            </p:cNvCxnSpPr>
            <p:nvPr/>
          </p:nvCxnSpPr>
          <p:spPr>
            <a:xfrm>
              <a:off x="3170996" y="2435291"/>
              <a:ext cx="1390200" cy="1292400"/>
            </a:xfrm>
            <a:prstGeom prst="straightConnector1">
              <a:avLst/>
            </a:prstGeom>
            <a:noFill/>
            <a:ln w="9525" cap="flat" cmpd="sng">
              <a:solidFill>
                <a:srgbClr val="868686"/>
              </a:solidFill>
              <a:prstDash val="solid"/>
              <a:round/>
              <a:headEnd type="none" w="sm" len="sm"/>
              <a:tailEnd type="none" w="sm" len="sm"/>
            </a:ln>
          </p:spPr>
        </p:cxnSp>
        <p:cxnSp>
          <p:nvCxnSpPr>
            <p:cNvPr id="1834" name="Google Shape;1834;p24"/>
            <p:cNvCxnSpPr>
              <a:stCxn id="1807" idx="6"/>
              <a:endCxn id="1824" idx="2"/>
            </p:cNvCxnSpPr>
            <p:nvPr/>
          </p:nvCxnSpPr>
          <p:spPr>
            <a:xfrm>
              <a:off x="3163127" y="2139820"/>
              <a:ext cx="1398300" cy="1587900"/>
            </a:xfrm>
            <a:prstGeom prst="straightConnector1">
              <a:avLst/>
            </a:prstGeom>
            <a:noFill/>
            <a:ln w="9525" cap="flat" cmpd="sng">
              <a:solidFill>
                <a:srgbClr val="868686"/>
              </a:solidFill>
              <a:prstDash val="solid"/>
              <a:round/>
              <a:headEnd type="none" w="sm" len="sm"/>
              <a:tailEnd type="none" w="sm" len="sm"/>
            </a:ln>
          </p:spPr>
        </p:cxnSp>
        <p:cxnSp>
          <p:nvCxnSpPr>
            <p:cNvPr id="1835" name="Google Shape;1835;p24"/>
            <p:cNvCxnSpPr>
              <a:stCxn id="1809" idx="6"/>
              <a:endCxn id="1824" idx="2"/>
            </p:cNvCxnSpPr>
            <p:nvPr/>
          </p:nvCxnSpPr>
          <p:spPr>
            <a:xfrm>
              <a:off x="3163127" y="1844351"/>
              <a:ext cx="1398300" cy="1883400"/>
            </a:xfrm>
            <a:prstGeom prst="straightConnector1">
              <a:avLst/>
            </a:prstGeom>
            <a:noFill/>
            <a:ln w="9525" cap="flat" cmpd="sng">
              <a:solidFill>
                <a:srgbClr val="868686"/>
              </a:solidFill>
              <a:prstDash val="solid"/>
              <a:round/>
              <a:headEnd type="none" w="sm" len="sm"/>
              <a:tailEnd type="none" w="sm" len="sm"/>
            </a:ln>
          </p:spPr>
        </p:cxnSp>
        <p:cxnSp>
          <p:nvCxnSpPr>
            <p:cNvPr id="1836" name="Google Shape;1836;p24"/>
            <p:cNvCxnSpPr>
              <a:stCxn id="1786" idx="6"/>
              <a:endCxn id="1837" idx="2"/>
            </p:cNvCxnSpPr>
            <p:nvPr/>
          </p:nvCxnSpPr>
          <p:spPr>
            <a:xfrm rot="10800000" flipH="1">
              <a:off x="3178866" y="3313732"/>
              <a:ext cx="1382400" cy="1780800"/>
            </a:xfrm>
            <a:prstGeom prst="straightConnector1">
              <a:avLst/>
            </a:prstGeom>
            <a:noFill/>
            <a:ln w="9525" cap="flat" cmpd="sng">
              <a:solidFill>
                <a:srgbClr val="868686"/>
              </a:solidFill>
              <a:prstDash val="solid"/>
              <a:round/>
              <a:headEnd type="none" w="sm" len="sm"/>
              <a:tailEnd type="none" w="sm" len="sm"/>
            </a:ln>
          </p:spPr>
        </p:cxnSp>
        <p:cxnSp>
          <p:nvCxnSpPr>
            <p:cNvPr id="1838" name="Google Shape;1838;p24"/>
            <p:cNvCxnSpPr>
              <a:stCxn id="1789" idx="6"/>
              <a:endCxn id="1837" idx="2"/>
            </p:cNvCxnSpPr>
            <p:nvPr/>
          </p:nvCxnSpPr>
          <p:spPr>
            <a:xfrm rot="10800000" flipH="1">
              <a:off x="3178867" y="3313761"/>
              <a:ext cx="1382400" cy="1485300"/>
            </a:xfrm>
            <a:prstGeom prst="straightConnector1">
              <a:avLst/>
            </a:prstGeom>
            <a:noFill/>
            <a:ln w="9525" cap="flat" cmpd="sng">
              <a:solidFill>
                <a:srgbClr val="868686"/>
              </a:solidFill>
              <a:prstDash val="solid"/>
              <a:round/>
              <a:headEnd type="none" w="sm" len="sm"/>
              <a:tailEnd type="none" w="sm" len="sm"/>
            </a:ln>
          </p:spPr>
        </p:cxnSp>
        <p:cxnSp>
          <p:nvCxnSpPr>
            <p:cNvPr id="1839" name="Google Shape;1839;p24"/>
            <p:cNvCxnSpPr>
              <a:stCxn id="1791" idx="6"/>
              <a:endCxn id="1837" idx="2"/>
            </p:cNvCxnSpPr>
            <p:nvPr/>
          </p:nvCxnSpPr>
          <p:spPr>
            <a:xfrm rot="10800000" flipH="1">
              <a:off x="3178866" y="3313790"/>
              <a:ext cx="1382400" cy="1189800"/>
            </a:xfrm>
            <a:prstGeom prst="straightConnector1">
              <a:avLst/>
            </a:prstGeom>
            <a:noFill/>
            <a:ln w="9525" cap="flat" cmpd="sng">
              <a:solidFill>
                <a:srgbClr val="868686"/>
              </a:solidFill>
              <a:prstDash val="solid"/>
              <a:round/>
              <a:headEnd type="none" w="sm" len="sm"/>
              <a:tailEnd type="none" w="sm" len="sm"/>
            </a:ln>
          </p:spPr>
        </p:cxnSp>
        <p:cxnSp>
          <p:nvCxnSpPr>
            <p:cNvPr id="1840" name="Google Shape;1840;p24"/>
            <p:cNvCxnSpPr>
              <a:stCxn id="1793" idx="6"/>
              <a:endCxn id="1837" idx="2"/>
            </p:cNvCxnSpPr>
            <p:nvPr/>
          </p:nvCxnSpPr>
          <p:spPr>
            <a:xfrm rot="10800000" flipH="1">
              <a:off x="3178866" y="3313819"/>
              <a:ext cx="1382400" cy="894300"/>
            </a:xfrm>
            <a:prstGeom prst="straightConnector1">
              <a:avLst/>
            </a:prstGeom>
            <a:noFill/>
            <a:ln w="9525" cap="flat" cmpd="sng">
              <a:solidFill>
                <a:srgbClr val="868686"/>
              </a:solidFill>
              <a:prstDash val="solid"/>
              <a:round/>
              <a:headEnd type="none" w="sm" len="sm"/>
              <a:tailEnd type="none" w="sm" len="sm"/>
            </a:ln>
          </p:spPr>
        </p:cxnSp>
        <p:cxnSp>
          <p:nvCxnSpPr>
            <p:cNvPr id="1841" name="Google Shape;1841;p24"/>
            <p:cNvCxnSpPr>
              <a:stCxn id="1795" idx="6"/>
              <a:endCxn id="1837" idx="2"/>
            </p:cNvCxnSpPr>
            <p:nvPr/>
          </p:nvCxnSpPr>
          <p:spPr>
            <a:xfrm rot="10800000" flipH="1">
              <a:off x="3170997" y="3313848"/>
              <a:ext cx="1390200" cy="598800"/>
            </a:xfrm>
            <a:prstGeom prst="straightConnector1">
              <a:avLst/>
            </a:prstGeom>
            <a:noFill/>
            <a:ln w="9525" cap="flat" cmpd="sng">
              <a:solidFill>
                <a:srgbClr val="868686"/>
              </a:solidFill>
              <a:prstDash val="solid"/>
              <a:round/>
              <a:headEnd type="none" w="sm" len="sm"/>
              <a:tailEnd type="none" w="sm" len="sm"/>
            </a:ln>
          </p:spPr>
        </p:cxnSp>
        <p:cxnSp>
          <p:nvCxnSpPr>
            <p:cNvPr id="1842" name="Google Shape;1842;p24"/>
            <p:cNvCxnSpPr>
              <a:stCxn id="1797" idx="6"/>
              <a:endCxn id="1837" idx="2"/>
            </p:cNvCxnSpPr>
            <p:nvPr/>
          </p:nvCxnSpPr>
          <p:spPr>
            <a:xfrm rot="10800000" flipH="1">
              <a:off x="3170997" y="3313877"/>
              <a:ext cx="1390200" cy="303300"/>
            </a:xfrm>
            <a:prstGeom prst="straightConnector1">
              <a:avLst/>
            </a:prstGeom>
            <a:noFill/>
            <a:ln w="9525" cap="flat" cmpd="sng">
              <a:solidFill>
                <a:srgbClr val="868686"/>
              </a:solidFill>
              <a:prstDash val="solid"/>
              <a:round/>
              <a:headEnd type="none" w="sm" len="sm"/>
              <a:tailEnd type="none" w="sm" len="sm"/>
            </a:ln>
          </p:spPr>
        </p:cxnSp>
        <p:cxnSp>
          <p:nvCxnSpPr>
            <p:cNvPr id="1843" name="Google Shape;1843;p24"/>
            <p:cNvCxnSpPr>
              <a:stCxn id="1799" idx="6"/>
              <a:endCxn id="1837" idx="2"/>
            </p:cNvCxnSpPr>
            <p:nvPr/>
          </p:nvCxnSpPr>
          <p:spPr>
            <a:xfrm rot="10800000" flipH="1">
              <a:off x="3170996" y="3313905"/>
              <a:ext cx="1390200" cy="7800"/>
            </a:xfrm>
            <a:prstGeom prst="straightConnector1">
              <a:avLst/>
            </a:prstGeom>
            <a:noFill/>
            <a:ln w="9525" cap="flat" cmpd="sng">
              <a:solidFill>
                <a:srgbClr val="868686"/>
              </a:solidFill>
              <a:prstDash val="solid"/>
              <a:round/>
              <a:headEnd type="none" w="sm" len="sm"/>
              <a:tailEnd type="none" w="sm" len="sm"/>
            </a:ln>
          </p:spPr>
        </p:cxnSp>
        <p:cxnSp>
          <p:nvCxnSpPr>
            <p:cNvPr id="1844" name="Google Shape;1844;p24"/>
            <p:cNvCxnSpPr>
              <a:stCxn id="1801" idx="6"/>
              <a:endCxn id="1837" idx="2"/>
            </p:cNvCxnSpPr>
            <p:nvPr/>
          </p:nvCxnSpPr>
          <p:spPr>
            <a:xfrm>
              <a:off x="3170997" y="3026234"/>
              <a:ext cx="1390200" cy="287700"/>
            </a:xfrm>
            <a:prstGeom prst="straightConnector1">
              <a:avLst/>
            </a:prstGeom>
            <a:noFill/>
            <a:ln w="9525" cap="flat" cmpd="sng">
              <a:solidFill>
                <a:srgbClr val="868686"/>
              </a:solidFill>
              <a:prstDash val="solid"/>
              <a:round/>
              <a:headEnd type="none" w="sm" len="sm"/>
              <a:tailEnd type="none" w="sm" len="sm"/>
            </a:ln>
          </p:spPr>
        </p:cxnSp>
        <p:cxnSp>
          <p:nvCxnSpPr>
            <p:cNvPr id="1845" name="Google Shape;1845;p24"/>
            <p:cNvCxnSpPr>
              <a:stCxn id="1803" idx="6"/>
              <a:endCxn id="1837" idx="2"/>
            </p:cNvCxnSpPr>
            <p:nvPr/>
          </p:nvCxnSpPr>
          <p:spPr>
            <a:xfrm>
              <a:off x="3170996" y="2730763"/>
              <a:ext cx="1390200" cy="582900"/>
            </a:xfrm>
            <a:prstGeom prst="straightConnector1">
              <a:avLst/>
            </a:prstGeom>
            <a:noFill/>
            <a:ln w="9525" cap="flat" cmpd="sng">
              <a:solidFill>
                <a:srgbClr val="868686"/>
              </a:solidFill>
              <a:prstDash val="solid"/>
              <a:round/>
              <a:headEnd type="none" w="sm" len="sm"/>
              <a:tailEnd type="none" w="sm" len="sm"/>
            </a:ln>
          </p:spPr>
        </p:cxnSp>
        <p:cxnSp>
          <p:nvCxnSpPr>
            <p:cNvPr id="1846" name="Google Shape;1846;p24"/>
            <p:cNvCxnSpPr>
              <a:stCxn id="1805" idx="6"/>
              <a:endCxn id="1837" idx="2"/>
            </p:cNvCxnSpPr>
            <p:nvPr/>
          </p:nvCxnSpPr>
          <p:spPr>
            <a:xfrm>
              <a:off x="3170996" y="2435291"/>
              <a:ext cx="1390200" cy="878400"/>
            </a:xfrm>
            <a:prstGeom prst="straightConnector1">
              <a:avLst/>
            </a:prstGeom>
            <a:noFill/>
            <a:ln w="9525" cap="flat" cmpd="sng">
              <a:solidFill>
                <a:srgbClr val="868686"/>
              </a:solidFill>
              <a:prstDash val="solid"/>
              <a:round/>
              <a:headEnd type="none" w="sm" len="sm"/>
              <a:tailEnd type="none" w="sm" len="sm"/>
            </a:ln>
          </p:spPr>
        </p:cxnSp>
        <p:cxnSp>
          <p:nvCxnSpPr>
            <p:cNvPr id="1847" name="Google Shape;1847;p24"/>
            <p:cNvCxnSpPr>
              <a:stCxn id="1805" idx="6"/>
              <a:endCxn id="1837" idx="2"/>
            </p:cNvCxnSpPr>
            <p:nvPr/>
          </p:nvCxnSpPr>
          <p:spPr>
            <a:xfrm>
              <a:off x="3170996" y="2435291"/>
              <a:ext cx="1390200" cy="878400"/>
            </a:xfrm>
            <a:prstGeom prst="straightConnector1">
              <a:avLst/>
            </a:prstGeom>
            <a:noFill/>
            <a:ln w="9525" cap="flat" cmpd="sng">
              <a:solidFill>
                <a:srgbClr val="868686"/>
              </a:solidFill>
              <a:prstDash val="solid"/>
              <a:round/>
              <a:headEnd type="none" w="sm" len="sm"/>
              <a:tailEnd type="none" w="sm" len="sm"/>
            </a:ln>
          </p:spPr>
        </p:cxnSp>
        <p:cxnSp>
          <p:nvCxnSpPr>
            <p:cNvPr id="1848" name="Google Shape;1848;p24"/>
            <p:cNvCxnSpPr>
              <a:stCxn id="1807" idx="6"/>
              <a:endCxn id="1837" idx="2"/>
            </p:cNvCxnSpPr>
            <p:nvPr/>
          </p:nvCxnSpPr>
          <p:spPr>
            <a:xfrm>
              <a:off x="3163127" y="2139820"/>
              <a:ext cx="1398300" cy="1173900"/>
            </a:xfrm>
            <a:prstGeom prst="straightConnector1">
              <a:avLst/>
            </a:prstGeom>
            <a:noFill/>
            <a:ln w="9525" cap="flat" cmpd="sng">
              <a:solidFill>
                <a:srgbClr val="868686"/>
              </a:solidFill>
              <a:prstDash val="solid"/>
              <a:round/>
              <a:headEnd type="none" w="sm" len="sm"/>
              <a:tailEnd type="none" w="sm" len="sm"/>
            </a:ln>
          </p:spPr>
        </p:cxnSp>
        <p:cxnSp>
          <p:nvCxnSpPr>
            <p:cNvPr id="1849" name="Google Shape;1849;p24"/>
            <p:cNvCxnSpPr>
              <a:stCxn id="1809" idx="6"/>
              <a:endCxn id="1837" idx="2"/>
            </p:cNvCxnSpPr>
            <p:nvPr/>
          </p:nvCxnSpPr>
          <p:spPr>
            <a:xfrm>
              <a:off x="3163127" y="1844351"/>
              <a:ext cx="1398300" cy="1469400"/>
            </a:xfrm>
            <a:prstGeom prst="straightConnector1">
              <a:avLst/>
            </a:prstGeom>
            <a:noFill/>
            <a:ln w="9525" cap="flat" cmpd="sng">
              <a:solidFill>
                <a:srgbClr val="868686"/>
              </a:solidFill>
              <a:prstDash val="solid"/>
              <a:round/>
              <a:headEnd type="none" w="sm" len="sm"/>
              <a:tailEnd type="none" w="sm" len="sm"/>
            </a:ln>
          </p:spPr>
        </p:cxnSp>
        <p:cxnSp>
          <p:nvCxnSpPr>
            <p:cNvPr id="1850" name="Google Shape;1850;p24"/>
            <p:cNvCxnSpPr>
              <a:stCxn id="1786" idx="6"/>
              <a:endCxn id="1851" idx="2"/>
            </p:cNvCxnSpPr>
            <p:nvPr/>
          </p:nvCxnSpPr>
          <p:spPr>
            <a:xfrm rot="10800000" flipH="1">
              <a:off x="3178866" y="2899732"/>
              <a:ext cx="1382400" cy="2194800"/>
            </a:xfrm>
            <a:prstGeom prst="straightConnector1">
              <a:avLst/>
            </a:prstGeom>
            <a:noFill/>
            <a:ln w="9525" cap="flat" cmpd="sng">
              <a:solidFill>
                <a:srgbClr val="868686"/>
              </a:solidFill>
              <a:prstDash val="solid"/>
              <a:round/>
              <a:headEnd type="none" w="sm" len="sm"/>
              <a:tailEnd type="none" w="sm" len="sm"/>
            </a:ln>
          </p:spPr>
        </p:cxnSp>
        <p:cxnSp>
          <p:nvCxnSpPr>
            <p:cNvPr id="1852" name="Google Shape;1852;p24"/>
            <p:cNvCxnSpPr>
              <a:stCxn id="1789" idx="6"/>
              <a:endCxn id="1851" idx="2"/>
            </p:cNvCxnSpPr>
            <p:nvPr/>
          </p:nvCxnSpPr>
          <p:spPr>
            <a:xfrm rot="10800000" flipH="1">
              <a:off x="3178867" y="2899761"/>
              <a:ext cx="1382400" cy="1899300"/>
            </a:xfrm>
            <a:prstGeom prst="straightConnector1">
              <a:avLst/>
            </a:prstGeom>
            <a:noFill/>
            <a:ln w="9525" cap="flat" cmpd="sng">
              <a:solidFill>
                <a:srgbClr val="868686"/>
              </a:solidFill>
              <a:prstDash val="solid"/>
              <a:round/>
              <a:headEnd type="none" w="sm" len="sm"/>
              <a:tailEnd type="none" w="sm" len="sm"/>
            </a:ln>
          </p:spPr>
        </p:cxnSp>
        <p:cxnSp>
          <p:nvCxnSpPr>
            <p:cNvPr id="1853" name="Google Shape;1853;p24"/>
            <p:cNvCxnSpPr>
              <a:stCxn id="1791" idx="6"/>
              <a:endCxn id="1851" idx="2"/>
            </p:cNvCxnSpPr>
            <p:nvPr/>
          </p:nvCxnSpPr>
          <p:spPr>
            <a:xfrm rot="10800000" flipH="1">
              <a:off x="3178866" y="2899790"/>
              <a:ext cx="1382400" cy="1603800"/>
            </a:xfrm>
            <a:prstGeom prst="straightConnector1">
              <a:avLst/>
            </a:prstGeom>
            <a:noFill/>
            <a:ln w="9525" cap="flat" cmpd="sng">
              <a:solidFill>
                <a:srgbClr val="868686"/>
              </a:solidFill>
              <a:prstDash val="solid"/>
              <a:round/>
              <a:headEnd type="none" w="sm" len="sm"/>
              <a:tailEnd type="none" w="sm" len="sm"/>
            </a:ln>
          </p:spPr>
        </p:cxnSp>
        <p:cxnSp>
          <p:nvCxnSpPr>
            <p:cNvPr id="1854" name="Google Shape;1854;p24"/>
            <p:cNvCxnSpPr>
              <a:stCxn id="1793" idx="6"/>
              <a:endCxn id="1851" idx="2"/>
            </p:cNvCxnSpPr>
            <p:nvPr/>
          </p:nvCxnSpPr>
          <p:spPr>
            <a:xfrm rot="10800000" flipH="1">
              <a:off x="3178866" y="2899819"/>
              <a:ext cx="1382400" cy="1308300"/>
            </a:xfrm>
            <a:prstGeom prst="straightConnector1">
              <a:avLst/>
            </a:prstGeom>
            <a:noFill/>
            <a:ln w="9525" cap="flat" cmpd="sng">
              <a:solidFill>
                <a:srgbClr val="868686"/>
              </a:solidFill>
              <a:prstDash val="solid"/>
              <a:round/>
              <a:headEnd type="none" w="sm" len="sm"/>
              <a:tailEnd type="none" w="sm" len="sm"/>
            </a:ln>
          </p:spPr>
        </p:cxnSp>
        <p:cxnSp>
          <p:nvCxnSpPr>
            <p:cNvPr id="1855" name="Google Shape;1855;p24"/>
            <p:cNvCxnSpPr>
              <a:stCxn id="1795" idx="6"/>
              <a:endCxn id="1851" idx="2"/>
            </p:cNvCxnSpPr>
            <p:nvPr/>
          </p:nvCxnSpPr>
          <p:spPr>
            <a:xfrm rot="10800000" flipH="1">
              <a:off x="3170997" y="2899848"/>
              <a:ext cx="1390200" cy="1012800"/>
            </a:xfrm>
            <a:prstGeom prst="straightConnector1">
              <a:avLst/>
            </a:prstGeom>
            <a:noFill/>
            <a:ln w="9525" cap="flat" cmpd="sng">
              <a:solidFill>
                <a:srgbClr val="868686"/>
              </a:solidFill>
              <a:prstDash val="solid"/>
              <a:round/>
              <a:headEnd type="none" w="sm" len="sm"/>
              <a:tailEnd type="none" w="sm" len="sm"/>
            </a:ln>
          </p:spPr>
        </p:cxnSp>
        <p:cxnSp>
          <p:nvCxnSpPr>
            <p:cNvPr id="1856" name="Google Shape;1856;p24"/>
            <p:cNvCxnSpPr>
              <a:stCxn id="1797" idx="6"/>
              <a:endCxn id="1851" idx="2"/>
            </p:cNvCxnSpPr>
            <p:nvPr/>
          </p:nvCxnSpPr>
          <p:spPr>
            <a:xfrm rot="10800000" flipH="1">
              <a:off x="3170997" y="2899877"/>
              <a:ext cx="1390200" cy="717300"/>
            </a:xfrm>
            <a:prstGeom prst="straightConnector1">
              <a:avLst/>
            </a:prstGeom>
            <a:noFill/>
            <a:ln w="9525" cap="flat" cmpd="sng">
              <a:solidFill>
                <a:srgbClr val="868686"/>
              </a:solidFill>
              <a:prstDash val="solid"/>
              <a:round/>
              <a:headEnd type="none" w="sm" len="sm"/>
              <a:tailEnd type="none" w="sm" len="sm"/>
            </a:ln>
          </p:spPr>
        </p:cxnSp>
        <p:cxnSp>
          <p:nvCxnSpPr>
            <p:cNvPr id="1857" name="Google Shape;1857;p24"/>
            <p:cNvCxnSpPr>
              <a:stCxn id="1799" idx="6"/>
              <a:endCxn id="1851" idx="2"/>
            </p:cNvCxnSpPr>
            <p:nvPr/>
          </p:nvCxnSpPr>
          <p:spPr>
            <a:xfrm rot="10800000" flipH="1">
              <a:off x="3170996" y="2899905"/>
              <a:ext cx="1390200" cy="421800"/>
            </a:xfrm>
            <a:prstGeom prst="straightConnector1">
              <a:avLst/>
            </a:prstGeom>
            <a:noFill/>
            <a:ln w="9525" cap="flat" cmpd="sng">
              <a:solidFill>
                <a:srgbClr val="868686"/>
              </a:solidFill>
              <a:prstDash val="solid"/>
              <a:round/>
              <a:headEnd type="none" w="sm" len="sm"/>
              <a:tailEnd type="none" w="sm" len="sm"/>
            </a:ln>
          </p:spPr>
        </p:cxnSp>
        <p:cxnSp>
          <p:nvCxnSpPr>
            <p:cNvPr id="1858" name="Google Shape;1858;p24"/>
            <p:cNvCxnSpPr>
              <a:stCxn id="1801" idx="6"/>
              <a:endCxn id="1851" idx="2"/>
            </p:cNvCxnSpPr>
            <p:nvPr/>
          </p:nvCxnSpPr>
          <p:spPr>
            <a:xfrm rot="10800000" flipH="1">
              <a:off x="3170997" y="2899934"/>
              <a:ext cx="1390200" cy="126300"/>
            </a:xfrm>
            <a:prstGeom prst="straightConnector1">
              <a:avLst/>
            </a:prstGeom>
            <a:noFill/>
            <a:ln w="9525" cap="flat" cmpd="sng">
              <a:solidFill>
                <a:srgbClr val="868686"/>
              </a:solidFill>
              <a:prstDash val="solid"/>
              <a:round/>
              <a:headEnd type="none" w="sm" len="sm"/>
              <a:tailEnd type="none" w="sm" len="sm"/>
            </a:ln>
          </p:spPr>
        </p:cxnSp>
        <p:cxnSp>
          <p:nvCxnSpPr>
            <p:cNvPr id="1859" name="Google Shape;1859;p24"/>
            <p:cNvCxnSpPr>
              <a:stCxn id="1803" idx="6"/>
              <a:endCxn id="1851" idx="2"/>
            </p:cNvCxnSpPr>
            <p:nvPr/>
          </p:nvCxnSpPr>
          <p:spPr>
            <a:xfrm>
              <a:off x="3170996" y="2730763"/>
              <a:ext cx="1390200" cy="169200"/>
            </a:xfrm>
            <a:prstGeom prst="straightConnector1">
              <a:avLst/>
            </a:prstGeom>
            <a:noFill/>
            <a:ln w="9525" cap="flat" cmpd="sng">
              <a:solidFill>
                <a:srgbClr val="868686"/>
              </a:solidFill>
              <a:prstDash val="solid"/>
              <a:round/>
              <a:headEnd type="none" w="sm" len="sm"/>
              <a:tailEnd type="none" w="sm" len="sm"/>
            </a:ln>
          </p:spPr>
        </p:cxnSp>
        <p:cxnSp>
          <p:nvCxnSpPr>
            <p:cNvPr id="1860" name="Google Shape;1860;p24"/>
            <p:cNvCxnSpPr>
              <a:stCxn id="1805" idx="6"/>
              <a:endCxn id="1851" idx="2"/>
            </p:cNvCxnSpPr>
            <p:nvPr/>
          </p:nvCxnSpPr>
          <p:spPr>
            <a:xfrm>
              <a:off x="3170996" y="2435291"/>
              <a:ext cx="1390200" cy="464400"/>
            </a:xfrm>
            <a:prstGeom prst="straightConnector1">
              <a:avLst/>
            </a:prstGeom>
            <a:noFill/>
            <a:ln w="9525" cap="flat" cmpd="sng">
              <a:solidFill>
                <a:srgbClr val="868686"/>
              </a:solidFill>
              <a:prstDash val="solid"/>
              <a:round/>
              <a:headEnd type="none" w="sm" len="sm"/>
              <a:tailEnd type="none" w="sm" len="sm"/>
            </a:ln>
          </p:spPr>
        </p:cxnSp>
        <p:cxnSp>
          <p:nvCxnSpPr>
            <p:cNvPr id="1861" name="Google Shape;1861;p24"/>
            <p:cNvCxnSpPr>
              <a:stCxn id="1807" idx="6"/>
              <a:endCxn id="1851" idx="2"/>
            </p:cNvCxnSpPr>
            <p:nvPr/>
          </p:nvCxnSpPr>
          <p:spPr>
            <a:xfrm>
              <a:off x="3163127" y="2139820"/>
              <a:ext cx="1398300" cy="759900"/>
            </a:xfrm>
            <a:prstGeom prst="straightConnector1">
              <a:avLst/>
            </a:prstGeom>
            <a:noFill/>
            <a:ln w="9525" cap="flat" cmpd="sng">
              <a:solidFill>
                <a:srgbClr val="868686"/>
              </a:solidFill>
              <a:prstDash val="solid"/>
              <a:round/>
              <a:headEnd type="none" w="sm" len="sm"/>
              <a:tailEnd type="none" w="sm" len="sm"/>
            </a:ln>
          </p:spPr>
        </p:cxnSp>
        <p:cxnSp>
          <p:nvCxnSpPr>
            <p:cNvPr id="1862" name="Google Shape;1862;p24"/>
            <p:cNvCxnSpPr>
              <a:stCxn id="1809" idx="6"/>
              <a:endCxn id="1851" idx="2"/>
            </p:cNvCxnSpPr>
            <p:nvPr/>
          </p:nvCxnSpPr>
          <p:spPr>
            <a:xfrm>
              <a:off x="3163127" y="1844351"/>
              <a:ext cx="1398300" cy="1055400"/>
            </a:xfrm>
            <a:prstGeom prst="straightConnector1">
              <a:avLst/>
            </a:prstGeom>
            <a:noFill/>
            <a:ln w="9525" cap="flat" cmpd="sng">
              <a:solidFill>
                <a:srgbClr val="868686"/>
              </a:solidFill>
              <a:prstDash val="solid"/>
              <a:round/>
              <a:headEnd type="none" w="sm" len="sm"/>
              <a:tailEnd type="none" w="sm" len="sm"/>
            </a:ln>
          </p:spPr>
        </p:cxnSp>
        <p:cxnSp>
          <p:nvCxnSpPr>
            <p:cNvPr id="1863" name="Google Shape;1863;p24"/>
            <p:cNvCxnSpPr>
              <a:stCxn id="1786" idx="6"/>
              <a:endCxn id="1864" idx="2"/>
            </p:cNvCxnSpPr>
            <p:nvPr/>
          </p:nvCxnSpPr>
          <p:spPr>
            <a:xfrm rot="10800000" flipH="1">
              <a:off x="3178866" y="2485732"/>
              <a:ext cx="1382400" cy="2608800"/>
            </a:xfrm>
            <a:prstGeom prst="straightConnector1">
              <a:avLst/>
            </a:prstGeom>
            <a:noFill/>
            <a:ln w="9525" cap="flat" cmpd="sng">
              <a:solidFill>
                <a:srgbClr val="868686"/>
              </a:solidFill>
              <a:prstDash val="solid"/>
              <a:round/>
              <a:headEnd type="none" w="sm" len="sm"/>
              <a:tailEnd type="none" w="sm" len="sm"/>
            </a:ln>
          </p:spPr>
        </p:cxnSp>
        <p:cxnSp>
          <p:nvCxnSpPr>
            <p:cNvPr id="1865" name="Google Shape;1865;p24"/>
            <p:cNvCxnSpPr>
              <a:stCxn id="1789" idx="6"/>
              <a:endCxn id="1864" idx="2"/>
            </p:cNvCxnSpPr>
            <p:nvPr/>
          </p:nvCxnSpPr>
          <p:spPr>
            <a:xfrm rot="10800000" flipH="1">
              <a:off x="3178867" y="2485761"/>
              <a:ext cx="1382400" cy="2313300"/>
            </a:xfrm>
            <a:prstGeom prst="straightConnector1">
              <a:avLst/>
            </a:prstGeom>
            <a:noFill/>
            <a:ln w="9525" cap="flat" cmpd="sng">
              <a:solidFill>
                <a:srgbClr val="868686"/>
              </a:solidFill>
              <a:prstDash val="solid"/>
              <a:round/>
              <a:headEnd type="none" w="sm" len="sm"/>
              <a:tailEnd type="none" w="sm" len="sm"/>
            </a:ln>
          </p:spPr>
        </p:cxnSp>
        <p:cxnSp>
          <p:nvCxnSpPr>
            <p:cNvPr id="1866" name="Google Shape;1866;p24"/>
            <p:cNvCxnSpPr>
              <a:stCxn id="1791" idx="6"/>
              <a:endCxn id="1864" idx="2"/>
            </p:cNvCxnSpPr>
            <p:nvPr/>
          </p:nvCxnSpPr>
          <p:spPr>
            <a:xfrm rot="10800000" flipH="1">
              <a:off x="3178866" y="2485790"/>
              <a:ext cx="1382400" cy="2017800"/>
            </a:xfrm>
            <a:prstGeom prst="straightConnector1">
              <a:avLst/>
            </a:prstGeom>
            <a:noFill/>
            <a:ln w="9525" cap="flat" cmpd="sng">
              <a:solidFill>
                <a:srgbClr val="868686"/>
              </a:solidFill>
              <a:prstDash val="solid"/>
              <a:round/>
              <a:headEnd type="none" w="sm" len="sm"/>
              <a:tailEnd type="none" w="sm" len="sm"/>
            </a:ln>
          </p:spPr>
        </p:cxnSp>
        <p:cxnSp>
          <p:nvCxnSpPr>
            <p:cNvPr id="1867" name="Google Shape;1867;p24"/>
            <p:cNvCxnSpPr>
              <a:stCxn id="1793" idx="6"/>
              <a:endCxn id="1864" idx="2"/>
            </p:cNvCxnSpPr>
            <p:nvPr/>
          </p:nvCxnSpPr>
          <p:spPr>
            <a:xfrm rot="10800000" flipH="1">
              <a:off x="3178866" y="2485819"/>
              <a:ext cx="1382400" cy="1722300"/>
            </a:xfrm>
            <a:prstGeom prst="straightConnector1">
              <a:avLst/>
            </a:prstGeom>
            <a:noFill/>
            <a:ln w="9525" cap="flat" cmpd="sng">
              <a:solidFill>
                <a:srgbClr val="868686"/>
              </a:solidFill>
              <a:prstDash val="solid"/>
              <a:round/>
              <a:headEnd type="none" w="sm" len="sm"/>
              <a:tailEnd type="none" w="sm" len="sm"/>
            </a:ln>
          </p:spPr>
        </p:cxnSp>
        <p:cxnSp>
          <p:nvCxnSpPr>
            <p:cNvPr id="1868" name="Google Shape;1868;p24"/>
            <p:cNvCxnSpPr>
              <a:stCxn id="1795" idx="6"/>
              <a:endCxn id="1864" idx="2"/>
            </p:cNvCxnSpPr>
            <p:nvPr/>
          </p:nvCxnSpPr>
          <p:spPr>
            <a:xfrm rot="10800000" flipH="1">
              <a:off x="3170997" y="2485848"/>
              <a:ext cx="1390200" cy="1426800"/>
            </a:xfrm>
            <a:prstGeom prst="straightConnector1">
              <a:avLst/>
            </a:prstGeom>
            <a:noFill/>
            <a:ln w="9525" cap="flat" cmpd="sng">
              <a:solidFill>
                <a:srgbClr val="868686"/>
              </a:solidFill>
              <a:prstDash val="solid"/>
              <a:round/>
              <a:headEnd type="none" w="sm" len="sm"/>
              <a:tailEnd type="none" w="sm" len="sm"/>
            </a:ln>
          </p:spPr>
        </p:cxnSp>
        <p:cxnSp>
          <p:nvCxnSpPr>
            <p:cNvPr id="1869" name="Google Shape;1869;p24"/>
            <p:cNvCxnSpPr>
              <a:stCxn id="1797" idx="6"/>
              <a:endCxn id="1864" idx="2"/>
            </p:cNvCxnSpPr>
            <p:nvPr/>
          </p:nvCxnSpPr>
          <p:spPr>
            <a:xfrm rot="10800000" flipH="1">
              <a:off x="3170997" y="2485877"/>
              <a:ext cx="1390200" cy="1131300"/>
            </a:xfrm>
            <a:prstGeom prst="straightConnector1">
              <a:avLst/>
            </a:prstGeom>
            <a:noFill/>
            <a:ln w="9525" cap="flat" cmpd="sng">
              <a:solidFill>
                <a:srgbClr val="868686"/>
              </a:solidFill>
              <a:prstDash val="solid"/>
              <a:round/>
              <a:headEnd type="none" w="sm" len="sm"/>
              <a:tailEnd type="none" w="sm" len="sm"/>
            </a:ln>
          </p:spPr>
        </p:cxnSp>
        <p:cxnSp>
          <p:nvCxnSpPr>
            <p:cNvPr id="1870" name="Google Shape;1870;p24"/>
            <p:cNvCxnSpPr>
              <a:stCxn id="1799" idx="6"/>
              <a:endCxn id="1864" idx="2"/>
            </p:cNvCxnSpPr>
            <p:nvPr/>
          </p:nvCxnSpPr>
          <p:spPr>
            <a:xfrm rot="10800000" flipH="1">
              <a:off x="3170996" y="2485905"/>
              <a:ext cx="1390200" cy="835800"/>
            </a:xfrm>
            <a:prstGeom prst="straightConnector1">
              <a:avLst/>
            </a:prstGeom>
            <a:noFill/>
            <a:ln w="9525" cap="flat" cmpd="sng">
              <a:solidFill>
                <a:srgbClr val="868686"/>
              </a:solidFill>
              <a:prstDash val="solid"/>
              <a:round/>
              <a:headEnd type="none" w="sm" len="sm"/>
              <a:tailEnd type="none" w="sm" len="sm"/>
            </a:ln>
          </p:spPr>
        </p:cxnSp>
        <p:cxnSp>
          <p:nvCxnSpPr>
            <p:cNvPr id="1871" name="Google Shape;1871;p24"/>
            <p:cNvCxnSpPr>
              <a:stCxn id="1803" idx="6"/>
              <a:endCxn id="1864" idx="2"/>
            </p:cNvCxnSpPr>
            <p:nvPr/>
          </p:nvCxnSpPr>
          <p:spPr>
            <a:xfrm rot="10800000" flipH="1">
              <a:off x="3170996" y="2485963"/>
              <a:ext cx="1390200" cy="244800"/>
            </a:xfrm>
            <a:prstGeom prst="straightConnector1">
              <a:avLst/>
            </a:prstGeom>
            <a:noFill/>
            <a:ln w="9525" cap="flat" cmpd="sng">
              <a:solidFill>
                <a:srgbClr val="868686"/>
              </a:solidFill>
              <a:prstDash val="solid"/>
              <a:round/>
              <a:headEnd type="none" w="sm" len="sm"/>
              <a:tailEnd type="none" w="sm" len="sm"/>
            </a:ln>
          </p:spPr>
        </p:cxnSp>
        <p:cxnSp>
          <p:nvCxnSpPr>
            <p:cNvPr id="1872" name="Google Shape;1872;p24"/>
            <p:cNvCxnSpPr>
              <a:stCxn id="1805" idx="6"/>
              <a:endCxn id="1864" idx="2"/>
            </p:cNvCxnSpPr>
            <p:nvPr/>
          </p:nvCxnSpPr>
          <p:spPr>
            <a:xfrm>
              <a:off x="3170996" y="2435291"/>
              <a:ext cx="1390200" cy="50700"/>
            </a:xfrm>
            <a:prstGeom prst="straightConnector1">
              <a:avLst/>
            </a:prstGeom>
            <a:noFill/>
            <a:ln w="9525" cap="flat" cmpd="sng">
              <a:solidFill>
                <a:srgbClr val="868686"/>
              </a:solidFill>
              <a:prstDash val="solid"/>
              <a:round/>
              <a:headEnd type="none" w="sm" len="sm"/>
              <a:tailEnd type="none" w="sm" len="sm"/>
            </a:ln>
          </p:spPr>
        </p:cxnSp>
        <p:cxnSp>
          <p:nvCxnSpPr>
            <p:cNvPr id="1873" name="Google Shape;1873;p24"/>
            <p:cNvCxnSpPr>
              <a:stCxn id="1807" idx="6"/>
              <a:endCxn id="1864" idx="2"/>
            </p:cNvCxnSpPr>
            <p:nvPr/>
          </p:nvCxnSpPr>
          <p:spPr>
            <a:xfrm>
              <a:off x="3163127" y="2139820"/>
              <a:ext cx="1398300" cy="345900"/>
            </a:xfrm>
            <a:prstGeom prst="straightConnector1">
              <a:avLst/>
            </a:prstGeom>
            <a:noFill/>
            <a:ln w="9525" cap="flat" cmpd="sng">
              <a:solidFill>
                <a:srgbClr val="868686"/>
              </a:solidFill>
              <a:prstDash val="solid"/>
              <a:round/>
              <a:headEnd type="none" w="sm" len="sm"/>
              <a:tailEnd type="none" w="sm" len="sm"/>
            </a:ln>
          </p:spPr>
        </p:cxnSp>
        <p:cxnSp>
          <p:nvCxnSpPr>
            <p:cNvPr id="1874" name="Google Shape;1874;p24"/>
            <p:cNvCxnSpPr>
              <a:stCxn id="1809" idx="6"/>
              <a:endCxn id="1864" idx="2"/>
            </p:cNvCxnSpPr>
            <p:nvPr/>
          </p:nvCxnSpPr>
          <p:spPr>
            <a:xfrm>
              <a:off x="3163127" y="1844351"/>
              <a:ext cx="1398300" cy="641400"/>
            </a:xfrm>
            <a:prstGeom prst="straightConnector1">
              <a:avLst/>
            </a:prstGeom>
            <a:noFill/>
            <a:ln w="9525" cap="flat" cmpd="sng">
              <a:solidFill>
                <a:srgbClr val="868686"/>
              </a:solidFill>
              <a:prstDash val="solid"/>
              <a:round/>
              <a:headEnd type="none" w="sm" len="sm"/>
              <a:tailEnd type="none" w="sm" len="sm"/>
            </a:ln>
          </p:spPr>
        </p:cxnSp>
        <p:sp>
          <p:nvSpPr>
            <p:cNvPr id="1786" name="Google Shape;1786;p24"/>
            <p:cNvSpPr/>
            <p:nvPr/>
          </p:nvSpPr>
          <p:spPr>
            <a:xfrm>
              <a:off x="2913446" y="497966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89" name="Google Shape;1789;p24"/>
            <p:cNvSpPr/>
            <p:nvPr/>
          </p:nvSpPr>
          <p:spPr>
            <a:xfrm>
              <a:off x="2913448" y="4684192"/>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91" name="Google Shape;1791;p24"/>
            <p:cNvSpPr/>
            <p:nvPr/>
          </p:nvSpPr>
          <p:spPr>
            <a:xfrm>
              <a:off x="2913446" y="438872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93" name="Google Shape;1793;p24"/>
            <p:cNvSpPr/>
            <p:nvPr/>
          </p:nvSpPr>
          <p:spPr>
            <a:xfrm>
              <a:off x="2913446" y="4093249"/>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95" name="Google Shape;1795;p24"/>
            <p:cNvSpPr/>
            <p:nvPr/>
          </p:nvSpPr>
          <p:spPr>
            <a:xfrm>
              <a:off x="2905577" y="379777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97" name="Google Shape;1797;p24"/>
            <p:cNvSpPr/>
            <p:nvPr/>
          </p:nvSpPr>
          <p:spPr>
            <a:xfrm>
              <a:off x="2905577" y="3502307"/>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799" name="Google Shape;1799;p24"/>
            <p:cNvSpPr/>
            <p:nvPr/>
          </p:nvSpPr>
          <p:spPr>
            <a:xfrm>
              <a:off x="2905576" y="320683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01" name="Google Shape;1801;p24"/>
            <p:cNvSpPr/>
            <p:nvPr/>
          </p:nvSpPr>
          <p:spPr>
            <a:xfrm>
              <a:off x="2905578" y="2911365"/>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03" name="Google Shape;1803;p24"/>
            <p:cNvSpPr/>
            <p:nvPr/>
          </p:nvSpPr>
          <p:spPr>
            <a:xfrm>
              <a:off x="2905576" y="261589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05" name="Google Shape;1805;p24"/>
            <p:cNvSpPr/>
            <p:nvPr/>
          </p:nvSpPr>
          <p:spPr>
            <a:xfrm>
              <a:off x="2905576" y="232042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07" name="Google Shape;1807;p24"/>
            <p:cNvSpPr/>
            <p:nvPr/>
          </p:nvSpPr>
          <p:spPr>
            <a:xfrm>
              <a:off x="2897707" y="202495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09" name="Google Shape;1809;p24"/>
            <p:cNvSpPr/>
            <p:nvPr/>
          </p:nvSpPr>
          <p:spPr>
            <a:xfrm>
              <a:off x="2897707" y="1729481"/>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875" name="Google Shape;1875;p24"/>
            <p:cNvCxnSpPr>
              <a:stCxn id="1801" idx="6"/>
              <a:endCxn id="1864" idx="2"/>
            </p:cNvCxnSpPr>
            <p:nvPr/>
          </p:nvCxnSpPr>
          <p:spPr>
            <a:xfrm rot="10800000" flipH="1">
              <a:off x="3170997" y="2485934"/>
              <a:ext cx="1390200" cy="540300"/>
            </a:xfrm>
            <a:prstGeom prst="straightConnector1">
              <a:avLst/>
            </a:prstGeom>
            <a:noFill/>
            <a:ln w="9525" cap="flat" cmpd="sng">
              <a:solidFill>
                <a:srgbClr val="868686"/>
              </a:solidFill>
              <a:prstDash val="solid"/>
              <a:round/>
              <a:headEnd type="none" w="sm" len="sm"/>
              <a:tailEnd type="none" w="sm" len="sm"/>
            </a:ln>
          </p:spPr>
        </p:cxnSp>
        <p:sp>
          <p:nvSpPr>
            <p:cNvPr id="1787" name="Google Shape;1787;p24"/>
            <p:cNvSpPr/>
            <p:nvPr/>
          </p:nvSpPr>
          <p:spPr>
            <a:xfrm>
              <a:off x="4561302" y="444084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11" name="Google Shape;1811;p24"/>
            <p:cNvSpPr/>
            <p:nvPr/>
          </p:nvSpPr>
          <p:spPr>
            <a:xfrm>
              <a:off x="4561302" y="402687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24" name="Google Shape;1824;p24"/>
            <p:cNvSpPr/>
            <p:nvPr/>
          </p:nvSpPr>
          <p:spPr>
            <a:xfrm>
              <a:off x="4561302" y="361290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37" name="Google Shape;1837;p24"/>
            <p:cNvSpPr/>
            <p:nvPr/>
          </p:nvSpPr>
          <p:spPr>
            <a:xfrm>
              <a:off x="4561302" y="319893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51" name="Google Shape;1851;p24"/>
            <p:cNvSpPr/>
            <p:nvPr/>
          </p:nvSpPr>
          <p:spPr>
            <a:xfrm>
              <a:off x="4561302" y="278496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64" name="Google Shape;1864;p24"/>
            <p:cNvSpPr/>
            <p:nvPr/>
          </p:nvSpPr>
          <p:spPr>
            <a:xfrm>
              <a:off x="4561302" y="237099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876" name="Google Shape;1876;p24"/>
            <p:cNvCxnSpPr>
              <a:stCxn id="1877" idx="6"/>
              <a:endCxn id="1878" idx="6"/>
            </p:cNvCxnSpPr>
            <p:nvPr/>
          </p:nvCxnSpPr>
          <p:spPr>
            <a:xfrm rot="10800000">
              <a:off x="6753460" y="4551484"/>
              <a:ext cx="1389000" cy="538800"/>
            </a:xfrm>
            <a:prstGeom prst="straightConnector1">
              <a:avLst/>
            </a:prstGeom>
            <a:noFill/>
            <a:ln w="9525" cap="flat" cmpd="sng">
              <a:solidFill>
                <a:srgbClr val="868686"/>
              </a:solidFill>
              <a:prstDash val="solid"/>
              <a:round/>
              <a:headEnd type="none" w="sm" len="sm"/>
              <a:tailEnd type="none" w="sm" len="sm"/>
            </a:ln>
          </p:spPr>
        </p:cxnSp>
        <p:cxnSp>
          <p:nvCxnSpPr>
            <p:cNvPr id="1879" name="Google Shape;1879;p24"/>
            <p:cNvCxnSpPr>
              <a:stCxn id="1880" idx="6"/>
              <a:endCxn id="1878" idx="6"/>
            </p:cNvCxnSpPr>
            <p:nvPr/>
          </p:nvCxnSpPr>
          <p:spPr>
            <a:xfrm rot="10800000">
              <a:off x="6753460" y="4551513"/>
              <a:ext cx="1389000" cy="243300"/>
            </a:xfrm>
            <a:prstGeom prst="straightConnector1">
              <a:avLst/>
            </a:prstGeom>
            <a:noFill/>
            <a:ln w="9525" cap="flat" cmpd="sng">
              <a:solidFill>
                <a:srgbClr val="868686"/>
              </a:solidFill>
              <a:prstDash val="solid"/>
              <a:round/>
              <a:headEnd type="none" w="sm" len="sm"/>
              <a:tailEnd type="none" w="sm" len="sm"/>
            </a:ln>
          </p:spPr>
        </p:cxnSp>
        <p:cxnSp>
          <p:nvCxnSpPr>
            <p:cNvPr id="1881" name="Google Shape;1881;p24"/>
            <p:cNvCxnSpPr>
              <a:stCxn id="1882" idx="6"/>
              <a:endCxn id="1878" idx="6"/>
            </p:cNvCxnSpPr>
            <p:nvPr/>
          </p:nvCxnSpPr>
          <p:spPr>
            <a:xfrm flipH="1">
              <a:off x="6753460" y="4499342"/>
              <a:ext cx="1389000" cy="52200"/>
            </a:xfrm>
            <a:prstGeom prst="straightConnector1">
              <a:avLst/>
            </a:prstGeom>
            <a:noFill/>
            <a:ln w="9525" cap="flat" cmpd="sng">
              <a:solidFill>
                <a:srgbClr val="868686"/>
              </a:solidFill>
              <a:prstDash val="solid"/>
              <a:round/>
              <a:headEnd type="none" w="sm" len="sm"/>
              <a:tailEnd type="none" w="sm" len="sm"/>
            </a:ln>
          </p:spPr>
        </p:cxnSp>
        <p:cxnSp>
          <p:nvCxnSpPr>
            <p:cNvPr id="1883" name="Google Shape;1883;p24"/>
            <p:cNvCxnSpPr>
              <a:stCxn id="1884" idx="6"/>
              <a:endCxn id="1878" idx="6"/>
            </p:cNvCxnSpPr>
            <p:nvPr/>
          </p:nvCxnSpPr>
          <p:spPr>
            <a:xfrm flipH="1">
              <a:off x="6753460" y="4203871"/>
              <a:ext cx="1389000" cy="347700"/>
            </a:xfrm>
            <a:prstGeom prst="straightConnector1">
              <a:avLst/>
            </a:prstGeom>
            <a:noFill/>
            <a:ln w="9525" cap="flat" cmpd="sng">
              <a:solidFill>
                <a:srgbClr val="868686"/>
              </a:solidFill>
              <a:prstDash val="solid"/>
              <a:round/>
              <a:headEnd type="none" w="sm" len="sm"/>
              <a:tailEnd type="none" w="sm" len="sm"/>
            </a:ln>
          </p:spPr>
        </p:cxnSp>
        <p:cxnSp>
          <p:nvCxnSpPr>
            <p:cNvPr id="1885" name="Google Shape;1885;p24"/>
            <p:cNvCxnSpPr>
              <a:stCxn id="1886" idx="6"/>
              <a:endCxn id="1878" idx="6"/>
            </p:cNvCxnSpPr>
            <p:nvPr/>
          </p:nvCxnSpPr>
          <p:spPr>
            <a:xfrm flipH="1">
              <a:off x="6753530" y="3908400"/>
              <a:ext cx="1396800" cy="643200"/>
            </a:xfrm>
            <a:prstGeom prst="straightConnector1">
              <a:avLst/>
            </a:prstGeom>
            <a:noFill/>
            <a:ln w="9525" cap="flat" cmpd="sng">
              <a:solidFill>
                <a:srgbClr val="868686"/>
              </a:solidFill>
              <a:prstDash val="solid"/>
              <a:round/>
              <a:headEnd type="none" w="sm" len="sm"/>
              <a:tailEnd type="none" w="sm" len="sm"/>
            </a:ln>
          </p:spPr>
        </p:cxnSp>
        <p:cxnSp>
          <p:nvCxnSpPr>
            <p:cNvPr id="1887" name="Google Shape;1887;p24"/>
            <p:cNvCxnSpPr>
              <a:stCxn id="1888" idx="6"/>
              <a:endCxn id="1878" idx="6"/>
            </p:cNvCxnSpPr>
            <p:nvPr/>
          </p:nvCxnSpPr>
          <p:spPr>
            <a:xfrm flipH="1">
              <a:off x="6753531" y="3612928"/>
              <a:ext cx="1396800" cy="938400"/>
            </a:xfrm>
            <a:prstGeom prst="straightConnector1">
              <a:avLst/>
            </a:prstGeom>
            <a:noFill/>
            <a:ln w="9525" cap="flat" cmpd="sng">
              <a:solidFill>
                <a:srgbClr val="868686"/>
              </a:solidFill>
              <a:prstDash val="solid"/>
              <a:round/>
              <a:headEnd type="none" w="sm" len="sm"/>
              <a:tailEnd type="none" w="sm" len="sm"/>
            </a:ln>
          </p:spPr>
        </p:cxnSp>
        <p:cxnSp>
          <p:nvCxnSpPr>
            <p:cNvPr id="1889" name="Google Shape;1889;p24"/>
            <p:cNvCxnSpPr>
              <a:stCxn id="1890" idx="6"/>
              <a:endCxn id="1878" idx="6"/>
            </p:cNvCxnSpPr>
            <p:nvPr/>
          </p:nvCxnSpPr>
          <p:spPr>
            <a:xfrm flipH="1">
              <a:off x="6753531" y="3317457"/>
              <a:ext cx="1396800" cy="1233900"/>
            </a:xfrm>
            <a:prstGeom prst="straightConnector1">
              <a:avLst/>
            </a:prstGeom>
            <a:noFill/>
            <a:ln w="9525" cap="flat" cmpd="sng">
              <a:solidFill>
                <a:srgbClr val="868686"/>
              </a:solidFill>
              <a:prstDash val="solid"/>
              <a:round/>
              <a:headEnd type="none" w="sm" len="sm"/>
              <a:tailEnd type="none" w="sm" len="sm"/>
            </a:ln>
          </p:spPr>
        </p:cxnSp>
        <p:cxnSp>
          <p:nvCxnSpPr>
            <p:cNvPr id="1891" name="Google Shape;1891;p24"/>
            <p:cNvCxnSpPr>
              <a:stCxn id="1892" idx="6"/>
              <a:endCxn id="1878" idx="6"/>
            </p:cNvCxnSpPr>
            <p:nvPr/>
          </p:nvCxnSpPr>
          <p:spPr>
            <a:xfrm flipH="1">
              <a:off x="6753531" y="3021986"/>
              <a:ext cx="1396800" cy="1529400"/>
            </a:xfrm>
            <a:prstGeom prst="straightConnector1">
              <a:avLst/>
            </a:prstGeom>
            <a:noFill/>
            <a:ln w="9525" cap="flat" cmpd="sng">
              <a:solidFill>
                <a:srgbClr val="868686"/>
              </a:solidFill>
              <a:prstDash val="solid"/>
              <a:round/>
              <a:headEnd type="none" w="sm" len="sm"/>
              <a:tailEnd type="none" w="sm" len="sm"/>
            </a:ln>
          </p:spPr>
        </p:cxnSp>
        <p:cxnSp>
          <p:nvCxnSpPr>
            <p:cNvPr id="1893" name="Google Shape;1893;p24"/>
            <p:cNvCxnSpPr>
              <a:stCxn id="1894" idx="6"/>
              <a:endCxn id="1878" idx="6"/>
            </p:cNvCxnSpPr>
            <p:nvPr/>
          </p:nvCxnSpPr>
          <p:spPr>
            <a:xfrm flipH="1">
              <a:off x="6753531" y="2726515"/>
              <a:ext cx="1396800" cy="1824900"/>
            </a:xfrm>
            <a:prstGeom prst="straightConnector1">
              <a:avLst/>
            </a:prstGeom>
            <a:noFill/>
            <a:ln w="9525" cap="flat" cmpd="sng">
              <a:solidFill>
                <a:srgbClr val="868686"/>
              </a:solidFill>
              <a:prstDash val="solid"/>
              <a:round/>
              <a:headEnd type="none" w="sm" len="sm"/>
              <a:tailEnd type="none" w="sm" len="sm"/>
            </a:ln>
          </p:spPr>
        </p:cxnSp>
        <p:cxnSp>
          <p:nvCxnSpPr>
            <p:cNvPr id="1895" name="Google Shape;1895;p24"/>
            <p:cNvCxnSpPr>
              <a:stCxn id="1896" idx="6"/>
              <a:endCxn id="1878" idx="6"/>
            </p:cNvCxnSpPr>
            <p:nvPr/>
          </p:nvCxnSpPr>
          <p:spPr>
            <a:xfrm flipH="1">
              <a:off x="6753531" y="2431043"/>
              <a:ext cx="1396800" cy="2120400"/>
            </a:xfrm>
            <a:prstGeom prst="straightConnector1">
              <a:avLst/>
            </a:prstGeom>
            <a:noFill/>
            <a:ln w="9525" cap="flat" cmpd="sng">
              <a:solidFill>
                <a:srgbClr val="868686"/>
              </a:solidFill>
              <a:prstDash val="solid"/>
              <a:round/>
              <a:headEnd type="none" w="sm" len="sm"/>
              <a:tailEnd type="none" w="sm" len="sm"/>
            </a:ln>
          </p:spPr>
        </p:cxnSp>
        <p:cxnSp>
          <p:nvCxnSpPr>
            <p:cNvPr id="1897" name="Google Shape;1897;p24"/>
            <p:cNvCxnSpPr>
              <a:stCxn id="1898" idx="6"/>
              <a:endCxn id="1878" idx="6"/>
            </p:cNvCxnSpPr>
            <p:nvPr/>
          </p:nvCxnSpPr>
          <p:spPr>
            <a:xfrm flipH="1">
              <a:off x="6753300" y="2135572"/>
              <a:ext cx="1404900" cy="2415900"/>
            </a:xfrm>
            <a:prstGeom prst="straightConnector1">
              <a:avLst/>
            </a:prstGeom>
            <a:noFill/>
            <a:ln w="9525" cap="flat" cmpd="sng">
              <a:solidFill>
                <a:srgbClr val="868686"/>
              </a:solidFill>
              <a:prstDash val="solid"/>
              <a:round/>
              <a:headEnd type="none" w="sm" len="sm"/>
              <a:tailEnd type="none" w="sm" len="sm"/>
            </a:ln>
          </p:spPr>
        </p:cxnSp>
        <p:cxnSp>
          <p:nvCxnSpPr>
            <p:cNvPr id="1899" name="Google Shape;1899;p24"/>
            <p:cNvCxnSpPr>
              <a:stCxn id="1900" idx="6"/>
              <a:endCxn id="1878" idx="6"/>
            </p:cNvCxnSpPr>
            <p:nvPr/>
          </p:nvCxnSpPr>
          <p:spPr>
            <a:xfrm flipH="1">
              <a:off x="6753300" y="1840103"/>
              <a:ext cx="1404900" cy="2711400"/>
            </a:xfrm>
            <a:prstGeom prst="straightConnector1">
              <a:avLst/>
            </a:prstGeom>
            <a:noFill/>
            <a:ln w="9525" cap="flat" cmpd="sng">
              <a:solidFill>
                <a:srgbClr val="868686"/>
              </a:solidFill>
              <a:prstDash val="solid"/>
              <a:round/>
              <a:headEnd type="none" w="sm" len="sm"/>
              <a:tailEnd type="none" w="sm" len="sm"/>
            </a:ln>
          </p:spPr>
        </p:cxnSp>
        <p:cxnSp>
          <p:nvCxnSpPr>
            <p:cNvPr id="1901" name="Google Shape;1901;p24"/>
            <p:cNvCxnSpPr>
              <a:stCxn id="1877" idx="6"/>
              <a:endCxn id="1902" idx="6"/>
            </p:cNvCxnSpPr>
            <p:nvPr/>
          </p:nvCxnSpPr>
          <p:spPr>
            <a:xfrm rot="10800000">
              <a:off x="6753460" y="4137484"/>
              <a:ext cx="1389000" cy="952800"/>
            </a:xfrm>
            <a:prstGeom prst="straightConnector1">
              <a:avLst/>
            </a:prstGeom>
            <a:noFill/>
            <a:ln w="9525" cap="flat" cmpd="sng">
              <a:solidFill>
                <a:srgbClr val="868686"/>
              </a:solidFill>
              <a:prstDash val="solid"/>
              <a:round/>
              <a:headEnd type="none" w="sm" len="sm"/>
              <a:tailEnd type="none" w="sm" len="sm"/>
            </a:ln>
          </p:spPr>
        </p:cxnSp>
        <p:cxnSp>
          <p:nvCxnSpPr>
            <p:cNvPr id="1903" name="Google Shape;1903;p24"/>
            <p:cNvCxnSpPr>
              <a:stCxn id="1880" idx="6"/>
              <a:endCxn id="1902" idx="6"/>
            </p:cNvCxnSpPr>
            <p:nvPr/>
          </p:nvCxnSpPr>
          <p:spPr>
            <a:xfrm rot="10800000">
              <a:off x="6753460" y="4137513"/>
              <a:ext cx="1389000" cy="657300"/>
            </a:xfrm>
            <a:prstGeom prst="straightConnector1">
              <a:avLst/>
            </a:prstGeom>
            <a:noFill/>
            <a:ln w="9525" cap="flat" cmpd="sng">
              <a:solidFill>
                <a:srgbClr val="868686"/>
              </a:solidFill>
              <a:prstDash val="solid"/>
              <a:round/>
              <a:headEnd type="none" w="sm" len="sm"/>
              <a:tailEnd type="none" w="sm" len="sm"/>
            </a:ln>
          </p:spPr>
        </p:cxnSp>
        <p:cxnSp>
          <p:nvCxnSpPr>
            <p:cNvPr id="1904" name="Google Shape;1904;p24"/>
            <p:cNvCxnSpPr>
              <a:stCxn id="1882" idx="6"/>
              <a:endCxn id="1902" idx="6"/>
            </p:cNvCxnSpPr>
            <p:nvPr/>
          </p:nvCxnSpPr>
          <p:spPr>
            <a:xfrm rot="10800000">
              <a:off x="6753460" y="4137542"/>
              <a:ext cx="1389000" cy="361800"/>
            </a:xfrm>
            <a:prstGeom prst="straightConnector1">
              <a:avLst/>
            </a:prstGeom>
            <a:noFill/>
            <a:ln w="9525" cap="flat" cmpd="sng">
              <a:solidFill>
                <a:srgbClr val="868686"/>
              </a:solidFill>
              <a:prstDash val="solid"/>
              <a:round/>
              <a:headEnd type="none" w="sm" len="sm"/>
              <a:tailEnd type="none" w="sm" len="sm"/>
            </a:ln>
          </p:spPr>
        </p:cxnSp>
        <p:cxnSp>
          <p:nvCxnSpPr>
            <p:cNvPr id="1905" name="Google Shape;1905;p24"/>
            <p:cNvCxnSpPr>
              <a:stCxn id="1884" idx="6"/>
              <a:endCxn id="1902" idx="6"/>
            </p:cNvCxnSpPr>
            <p:nvPr/>
          </p:nvCxnSpPr>
          <p:spPr>
            <a:xfrm rot="10800000">
              <a:off x="6753460" y="4137571"/>
              <a:ext cx="1389000" cy="66300"/>
            </a:xfrm>
            <a:prstGeom prst="straightConnector1">
              <a:avLst/>
            </a:prstGeom>
            <a:noFill/>
            <a:ln w="9525" cap="flat" cmpd="sng">
              <a:solidFill>
                <a:srgbClr val="868686"/>
              </a:solidFill>
              <a:prstDash val="solid"/>
              <a:round/>
              <a:headEnd type="none" w="sm" len="sm"/>
              <a:tailEnd type="none" w="sm" len="sm"/>
            </a:ln>
          </p:spPr>
        </p:cxnSp>
        <p:cxnSp>
          <p:nvCxnSpPr>
            <p:cNvPr id="1906" name="Google Shape;1906;p24"/>
            <p:cNvCxnSpPr>
              <a:stCxn id="1886" idx="6"/>
              <a:endCxn id="1902" idx="6"/>
            </p:cNvCxnSpPr>
            <p:nvPr/>
          </p:nvCxnSpPr>
          <p:spPr>
            <a:xfrm flipH="1">
              <a:off x="6753530" y="3908400"/>
              <a:ext cx="1396800" cy="229200"/>
            </a:xfrm>
            <a:prstGeom prst="straightConnector1">
              <a:avLst/>
            </a:prstGeom>
            <a:noFill/>
            <a:ln w="9525" cap="flat" cmpd="sng">
              <a:solidFill>
                <a:srgbClr val="868686"/>
              </a:solidFill>
              <a:prstDash val="solid"/>
              <a:round/>
              <a:headEnd type="none" w="sm" len="sm"/>
              <a:tailEnd type="none" w="sm" len="sm"/>
            </a:ln>
          </p:spPr>
        </p:cxnSp>
        <p:cxnSp>
          <p:nvCxnSpPr>
            <p:cNvPr id="1907" name="Google Shape;1907;p24"/>
            <p:cNvCxnSpPr>
              <a:stCxn id="1888" idx="6"/>
              <a:endCxn id="1902" idx="6"/>
            </p:cNvCxnSpPr>
            <p:nvPr/>
          </p:nvCxnSpPr>
          <p:spPr>
            <a:xfrm flipH="1">
              <a:off x="6753531" y="3612928"/>
              <a:ext cx="1396800" cy="524700"/>
            </a:xfrm>
            <a:prstGeom prst="straightConnector1">
              <a:avLst/>
            </a:prstGeom>
            <a:noFill/>
            <a:ln w="9525" cap="flat" cmpd="sng">
              <a:solidFill>
                <a:srgbClr val="868686"/>
              </a:solidFill>
              <a:prstDash val="solid"/>
              <a:round/>
              <a:headEnd type="none" w="sm" len="sm"/>
              <a:tailEnd type="none" w="sm" len="sm"/>
            </a:ln>
          </p:spPr>
        </p:cxnSp>
        <p:cxnSp>
          <p:nvCxnSpPr>
            <p:cNvPr id="1908" name="Google Shape;1908;p24"/>
            <p:cNvCxnSpPr>
              <a:stCxn id="1890" idx="6"/>
              <a:endCxn id="1902" idx="6"/>
            </p:cNvCxnSpPr>
            <p:nvPr/>
          </p:nvCxnSpPr>
          <p:spPr>
            <a:xfrm flipH="1">
              <a:off x="6753531" y="3317457"/>
              <a:ext cx="1396800" cy="819900"/>
            </a:xfrm>
            <a:prstGeom prst="straightConnector1">
              <a:avLst/>
            </a:prstGeom>
            <a:noFill/>
            <a:ln w="9525" cap="flat" cmpd="sng">
              <a:solidFill>
                <a:srgbClr val="868686"/>
              </a:solidFill>
              <a:prstDash val="solid"/>
              <a:round/>
              <a:headEnd type="none" w="sm" len="sm"/>
              <a:tailEnd type="none" w="sm" len="sm"/>
            </a:ln>
          </p:spPr>
        </p:cxnSp>
        <p:cxnSp>
          <p:nvCxnSpPr>
            <p:cNvPr id="1909" name="Google Shape;1909;p24"/>
            <p:cNvCxnSpPr>
              <a:stCxn id="1892" idx="6"/>
              <a:endCxn id="1902" idx="6"/>
            </p:cNvCxnSpPr>
            <p:nvPr/>
          </p:nvCxnSpPr>
          <p:spPr>
            <a:xfrm flipH="1">
              <a:off x="6753531" y="3021986"/>
              <a:ext cx="1396800" cy="1115400"/>
            </a:xfrm>
            <a:prstGeom prst="straightConnector1">
              <a:avLst/>
            </a:prstGeom>
            <a:noFill/>
            <a:ln w="9525" cap="flat" cmpd="sng">
              <a:solidFill>
                <a:srgbClr val="868686"/>
              </a:solidFill>
              <a:prstDash val="solid"/>
              <a:round/>
              <a:headEnd type="none" w="sm" len="sm"/>
              <a:tailEnd type="none" w="sm" len="sm"/>
            </a:ln>
          </p:spPr>
        </p:cxnSp>
        <p:cxnSp>
          <p:nvCxnSpPr>
            <p:cNvPr id="1910" name="Google Shape;1910;p24"/>
            <p:cNvCxnSpPr>
              <a:stCxn id="1894" idx="6"/>
              <a:endCxn id="1902" idx="6"/>
            </p:cNvCxnSpPr>
            <p:nvPr/>
          </p:nvCxnSpPr>
          <p:spPr>
            <a:xfrm flipH="1">
              <a:off x="6753531" y="2726515"/>
              <a:ext cx="1396800" cy="1410900"/>
            </a:xfrm>
            <a:prstGeom prst="straightConnector1">
              <a:avLst/>
            </a:prstGeom>
            <a:noFill/>
            <a:ln w="9525" cap="flat" cmpd="sng">
              <a:solidFill>
                <a:srgbClr val="868686"/>
              </a:solidFill>
              <a:prstDash val="solid"/>
              <a:round/>
              <a:headEnd type="none" w="sm" len="sm"/>
              <a:tailEnd type="none" w="sm" len="sm"/>
            </a:ln>
          </p:spPr>
        </p:cxnSp>
        <p:cxnSp>
          <p:nvCxnSpPr>
            <p:cNvPr id="1911" name="Google Shape;1911;p24"/>
            <p:cNvCxnSpPr>
              <a:stCxn id="1896" idx="6"/>
              <a:endCxn id="1902" idx="6"/>
            </p:cNvCxnSpPr>
            <p:nvPr/>
          </p:nvCxnSpPr>
          <p:spPr>
            <a:xfrm flipH="1">
              <a:off x="6753531" y="2431043"/>
              <a:ext cx="1396800" cy="1706400"/>
            </a:xfrm>
            <a:prstGeom prst="straightConnector1">
              <a:avLst/>
            </a:prstGeom>
            <a:noFill/>
            <a:ln w="9525" cap="flat" cmpd="sng">
              <a:solidFill>
                <a:srgbClr val="868686"/>
              </a:solidFill>
              <a:prstDash val="solid"/>
              <a:round/>
              <a:headEnd type="none" w="sm" len="sm"/>
              <a:tailEnd type="none" w="sm" len="sm"/>
            </a:ln>
          </p:spPr>
        </p:cxnSp>
        <p:cxnSp>
          <p:nvCxnSpPr>
            <p:cNvPr id="1912" name="Google Shape;1912;p24"/>
            <p:cNvCxnSpPr>
              <a:stCxn id="1898" idx="6"/>
              <a:endCxn id="1902" idx="6"/>
            </p:cNvCxnSpPr>
            <p:nvPr/>
          </p:nvCxnSpPr>
          <p:spPr>
            <a:xfrm flipH="1">
              <a:off x="6753300" y="2135572"/>
              <a:ext cx="1404900" cy="2001900"/>
            </a:xfrm>
            <a:prstGeom prst="straightConnector1">
              <a:avLst/>
            </a:prstGeom>
            <a:noFill/>
            <a:ln w="9525" cap="flat" cmpd="sng">
              <a:solidFill>
                <a:srgbClr val="868686"/>
              </a:solidFill>
              <a:prstDash val="solid"/>
              <a:round/>
              <a:headEnd type="none" w="sm" len="sm"/>
              <a:tailEnd type="none" w="sm" len="sm"/>
            </a:ln>
          </p:spPr>
        </p:cxnSp>
        <p:cxnSp>
          <p:nvCxnSpPr>
            <p:cNvPr id="1913" name="Google Shape;1913;p24"/>
            <p:cNvCxnSpPr>
              <a:stCxn id="1900" idx="6"/>
              <a:endCxn id="1902" idx="6"/>
            </p:cNvCxnSpPr>
            <p:nvPr/>
          </p:nvCxnSpPr>
          <p:spPr>
            <a:xfrm flipH="1">
              <a:off x="6753300" y="1840103"/>
              <a:ext cx="1404900" cy="2297400"/>
            </a:xfrm>
            <a:prstGeom prst="straightConnector1">
              <a:avLst/>
            </a:prstGeom>
            <a:noFill/>
            <a:ln w="9525" cap="flat" cmpd="sng">
              <a:solidFill>
                <a:srgbClr val="868686"/>
              </a:solidFill>
              <a:prstDash val="solid"/>
              <a:round/>
              <a:headEnd type="none" w="sm" len="sm"/>
              <a:tailEnd type="none" w="sm" len="sm"/>
            </a:ln>
          </p:spPr>
        </p:cxnSp>
        <p:cxnSp>
          <p:nvCxnSpPr>
            <p:cNvPr id="1914" name="Google Shape;1914;p24"/>
            <p:cNvCxnSpPr>
              <a:stCxn id="1877" idx="6"/>
              <a:endCxn id="1915" idx="6"/>
            </p:cNvCxnSpPr>
            <p:nvPr/>
          </p:nvCxnSpPr>
          <p:spPr>
            <a:xfrm rot="10800000">
              <a:off x="6753460" y="3723484"/>
              <a:ext cx="1389000" cy="1366800"/>
            </a:xfrm>
            <a:prstGeom prst="straightConnector1">
              <a:avLst/>
            </a:prstGeom>
            <a:noFill/>
            <a:ln w="9525" cap="flat" cmpd="sng">
              <a:solidFill>
                <a:srgbClr val="868686"/>
              </a:solidFill>
              <a:prstDash val="solid"/>
              <a:round/>
              <a:headEnd type="none" w="sm" len="sm"/>
              <a:tailEnd type="none" w="sm" len="sm"/>
            </a:ln>
          </p:spPr>
        </p:cxnSp>
        <p:cxnSp>
          <p:nvCxnSpPr>
            <p:cNvPr id="1916" name="Google Shape;1916;p24"/>
            <p:cNvCxnSpPr>
              <a:stCxn id="1880" idx="6"/>
              <a:endCxn id="1915" idx="6"/>
            </p:cNvCxnSpPr>
            <p:nvPr/>
          </p:nvCxnSpPr>
          <p:spPr>
            <a:xfrm rot="10800000">
              <a:off x="6753460" y="3723513"/>
              <a:ext cx="1389000" cy="1071300"/>
            </a:xfrm>
            <a:prstGeom prst="straightConnector1">
              <a:avLst/>
            </a:prstGeom>
            <a:noFill/>
            <a:ln w="9525" cap="flat" cmpd="sng">
              <a:solidFill>
                <a:srgbClr val="868686"/>
              </a:solidFill>
              <a:prstDash val="solid"/>
              <a:round/>
              <a:headEnd type="none" w="sm" len="sm"/>
              <a:tailEnd type="none" w="sm" len="sm"/>
            </a:ln>
          </p:spPr>
        </p:cxnSp>
        <p:cxnSp>
          <p:nvCxnSpPr>
            <p:cNvPr id="1917" name="Google Shape;1917;p24"/>
            <p:cNvCxnSpPr>
              <a:stCxn id="1882" idx="6"/>
              <a:endCxn id="1915" idx="6"/>
            </p:cNvCxnSpPr>
            <p:nvPr/>
          </p:nvCxnSpPr>
          <p:spPr>
            <a:xfrm rot="10800000">
              <a:off x="6753460" y="3723542"/>
              <a:ext cx="1389000" cy="775800"/>
            </a:xfrm>
            <a:prstGeom prst="straightConnector1">
              <a:avLst/>
            </a:prstGeom>
            <a:noFill/>
            <a:ln w="9525" cap="flat" cmpd="sng">
              <a:solidFill>
                <a:srgbClr val="868686"/>
              </a:solidFill>
              <a:prstDash val="solid"/>
              <a:round/>
              <a:headEnd type="none" w="sm" len="sm"/>
              <a:tailEnd type="none" w="sm" len="sm"/>
            </a:ln>
          </p:spPr>
        </p:cxnSp>
        <p:cxnSp>
          <p:nvCxnSpPr>
            <p:cNvPr id="1918" name="Google Shape;1918;p24"/>
            <p:cNvCxnSpPr>
              <a:stCxn id="1884" idx="6"/>
              <a:endCxn id="1915" idx="6"/>
            </p:cNvCxnSpPr>
            <p:nvPr/>
          </p:nvCxnSpPr>
          <p:spPr>
            <a:xfrm rot="10800000">
              <a:off x="6753460" y="3723571"/>
              <a:ext cx="1389000" cy="480300"/>
            </a:xfrm>
            <a:prstGeom prst="straightConnector1">
              <a:avLst/>
            </a:prstGeom>
            <a:noFill/>
            <a:ln w="9525" cap="flat" cmpd="sng">
              <a:solidFill>
                <a:srgbClr val="868686"/>
              </a:solidFill>
              <a:prstDash val="solid"/>
              <a:round/>
              <a:headEnd type="none" w="sm" len="sm"/>
              <a:tailEnd type="none" w="sm" len="sm"/>
            </a:ln>
          </p:spPr>
        </p:cxnSp>
        <p:cxnSp>
          <p:nvCxnSpPr>
            <p:cNvPr id="1919" name="Google Shape;1919;p24"/>
            <p:cNvCxnSpPr>
              <a:stCxn id="1886" idx="6"/>
              <a:endCxn id="1915" idx="6"/>
            </p:cNvCxnSpPr>
            <p:nvPr/>
          </p:nvCxnSpPr>
          <p:spPr>
            <a:xfrm rot="10800000">
              <a:off x="6753530" y="3723600"/>
              <a:ext cx="1396800" cy="184800"/>
            </a:xfrm>
            <a:prstGeom prst="straightConnector1">
              <a:avLst/>
            </a:prstGeom>
            <a:noFill/>
            <a:ln w="9525" cap="flat" cmpd="sng">
              <a:solidFill>
                <a:srgbClr val="868686"/>
              </a:solidFill>
              <a:prstDash val="solid"/>
              <a:round/>
              <a:headEnd type="none" w="sm" len="sm"/>
              <a:tailEnd type="none" w="sm" len="sm"/>
            </a:ln>
          </p:spPr>
        </p:cxnSp>
        <p:cxnSp>
          <p:nvCxnSpPr>
            <p:cNvPr id="1920" name="Google Shape;1920;p24"/>
            <p:cNvCxnSpPr>
              <a:stCxn id="1888" idx="6"/>
              <a:endCxn id="1915" idx="6"/>
            </p:cNvCxnSpPr>
            <p:nvPr/>
          </p:nvCxnSpPr>
          <p:spPr>
            <a:xfrm flipH="1">
              <a:off x="6753531" y="3612928"/>
              <a:ext cx="1396800" cy="110700"/>
            </a:xfrm>
            <a:prstGeom prst="straightConnector1">
              <a:avLst/>
            </a:prstGeom>
            <a:noFill/>
            <a:ln w="9525" cap="flat" cmpd="sng">
              <a:solidFill>
                <a:srgbClr val="868686"/>
              </a:solidFill>
              <a:prstDash val="solid"/>
              <a:round/>
              <a:headEnd type="none" w="sm" len="sm"/>
              <a:tailEnd type="none" w="sm" len="sm"/>
            </a:ln>
          </p:spPr>
        </p:cxnSp>
        <p:cxnSp>
          <p:nvCxnSpPr>
            <p:cNvPr id="1921" name="Google Shape;1921;p24"/>
            <p:cNvCxnSpPr>
              <a:stCxn id="1890" idx="6"/>
              <a:endCxn id="1915" idx="6"/>
            </p:cNvCxnSpPr>
            <p:nvPr/>
          </p:nvCxnSpPr>
          <p:spPr>
            <a:xfrm flipH="1">
              <a:off x="6753531" y="3317457"/>
              <a:ext cx="1396800" cy="406200"/>
            </a:xfrm>
            <a:prstGeom prst="straightConnector1">
              <a:avLst/>
            </a:prstGeom>
            <a:noFill/>
            <a:ln w="9525" cap="flat" cmpd="sng">
              <a:solidFill>
                <a:srgbClr val="868686"/>
              </a:solidFill>
              <a:prstDash val="solid"/>
              <a:round/>
              <a:headEnd type="none" w="sm" len="sm"/>
              <a:tailEnd type="none" w="sm" len="sm"/>
            </a:ln>
          </p:spPr>
        </p:cxnSp>
        <p:cxnSp>
          <p:nvCxnSpPr>
            <p:cNvPr id="1922" name="Google Shape;1922;p24"/>
            <p:cNvCxnSpPr>
              <a:stCxn id="1892" idx="6"/>
              <a:endCxn id="1915" idx="6"/>
            </p:cNvCxnSpPr>
            <p:nvPr/>
          </p:nvCxnSpPr>
          <p:spPr>
            <a:xfrm flipH="1">
              <a:off x="6753531" y="3021986"/>
              <a:ext cx="1396800" cy="701400"/>
            </a:xfrm>
            <a:prstGeom prst="straightConnector1">
              <a:avLst/>
            </a:prstGeom>
            <a:noFill/>
            <a:ln w="9525" cap="flat" cmpd="sng">
              <a:solidFill>
                <a:srgbClr val="868686"/>
              </a:solidFill>
              <a:prstDash val="solid"/>
              <a:round/>
              <a:headEnd type="none" w="sm" len="sm"/>
              <a:tailEnd type="none" w="sm" len="sm"/>
            </a:ln>
          </p:spPr>
        </p:cxnSp>
        <p:cxnSp>
          <p:nvCxnSpPr>
            <p:cNvPr id="1923" name="Google Shape;1923;p24"/>
            <p:cNvCxnSpPr>
              <a:stCxn id="1894" idx="6"/>
              <a:endCxn id="1915" idx="6"/>
            </p:cNvCxnSpPr>
            <p:nvPr/>
          </p:nvCxnSpPr>
          <p:spPr>
            <a:xfrm flipH="1">
              <a:off x="6753531" y="2726515"/>
              <a:ext cx="1396800" cy="996900"/>
            </a:xfrm>
            <a:prstGeom prst="straightConnector1">
              <a:avLst/>
            </a:prstGeom>
            <a:noFill/>
            <a:ln w="9525" cap="flat" cmpd="sng">
              <a:solidFill>
                <a:srgbClr val="868686"/>
              </a:solidFill>
              <a:prstDash val="solid"/>
              <a:round/>
              <a:headEnd type="none" w="sm" len="sm"/>
              <a:tailEnd type="none" w="sm" len="sm"/>
            </a:ln>
          </p:spPr>
        </p:cxnSp>
        <p:cxnSp>
          <p:nvCxnSpPr>
            <p:cNvPr id="1924" name="Google Shape;1924;p24"/>
            <p:cNvCxnSpPr>
              <a:stCxn id="1896" idx="6"/>
              <a:endCxn id="1915" idx="6"/>
            </p:cNvCxnSpPr>
            <p:nvPr/>
          </p:nvCxnSpPr>
          <p:spPr>
            <a:xfrm flipH="1">
              <a:off x="6753531" y="2431043"/>
              <a:ext cx="1396800" cy="1292400"/>
            </a:xfrm>
            <a:prstGeom prst="straightConnector1">
              <a:avLst/>
            </a:prstGeom>
            <a:noFill/>
            <a:ln w="9525" cap="flat" cmpd="sng">
              <a:solidFill>
                <a:srgbClr val="868686"/>
              </a:solidFill>
              <a:prstDash val="solid"/>
              <a:round/>
              <a:headEnd type="none" w="sm" len="sm"/>
              <a:tailEnd type="none" w="sm" len="sm"/>
            </a:ln>
          </p:spPr>
        </p:cxnSp>
        <p:cxnSp>
          <p:nvCxnSpPr>
            <p:cNvPr id="1925" name="Google Shape;1925;p24"/>
            <p:cNvCxnSpPr>
              <a:stCxn id="1898" idx="6"/>
              <a:endCxn id="1915" idx="6"/>
            </p:cNvCxnSpPr>
            <p:nvPr/>
          </p:nvCxnSpPr>
          <p:spPr>
            <a:xfrm flipH="1">
              <a:off x="6753300" y="2135572"/>
              <a:ext cx="1404900" cy="1587900"/>
            </a:xfrm>
            <a:prstGeom prst="straightConnector1">
              <a:avLst/>
            </a:prstGeom>
            <a:noFill/>
            <a:ln w="9525" cap="flat" cmpd="sng">
              <a:solidFill>
                <a:srgbClr val="868686"/>
              </a:solidFill>
              <a:prstDash val="solid"/>
              <a:round/>
              <a:headEnd type="none" w="sm" len="sm"/>
              <a:tailEnd type="none" w="sm" len="sm"/>
            </a:ln>
          </p:spPr>
        </p:cxnSp>
        <p:cxnSp>
          <p:nvCxnSpPr>
            <p:cNvPr id="1926" name="Google Shape;1926;p24"/>
            <p:cNvCxnSpPr>
              <a:stCxn id="1900" idx="6"/>
              <a:endCxn id="1915" idx="6"/>
            </p:cNvCxnSpPr>
            <p:nvPr/>
          </p:nvCxnSpPr>
          <p:spPr>
            <a:xfrm flipH="1">
              <a:off x="6753300" y="1840103"/>
              <a:ext cx="1404900" cy="1883400"/>
            </a:xfrm>
            <a:prstGeom prst="straightConnector1">
              <a:avLst/>
            </a:prstGeom>
            <a:noFill/>
            <a:ln w="9525" cap="flat" cmpd="sng">
              <a:solidFill>
                <a:srgbClr val="868686"/>
              </a:solidFill>
              <a:prstDash val="solid"/>
              <a:round/>
              <a:headEnd type="none" w="sm" len="sm"/>
              <a:tailEnd type="none" w="sm" len="sm"/>
            </a:ln>
          </p:spPr>
        </p:cxnSp>
        <p:cxnSp>
          <p:nvCxnSpPr>
            <p:cNvPr id="1927" name="Google Shape;1927;p24"/>
            <p:cNvCxnSpPr>
              <a:stCxn id="1877" idx="6"/>
              <a:endCxn id="1928" idx="6"/>
            </p:cNvCxnSpPr>
            <p:nvPr/>
          </p:nvCxnSpPr>
          <p:spPr>
            <a:xfrm rot="10800000">
              <a:off x="6753460" y="3309484"/>
              <a:ext cx="1389000" cy="1780800"/>
            </a:xfrm>
            <a:prstGeom prst="straightConnector1">
              <a:avLst/>
            </a:prstGeom>
            <a:noFill/>
            <a:ln w="9525" cap="flat" cmpd="sng">
              <a:solidFill>
                <a:srgbClr val="868686"/>
              </a:solidFill>
              <a:prstDash val="solid"/>
              <a:round/>
              <a:headEnd type="none" w="sm" len="sm"/>
              <a:tailEnd type="none" w="sm" len="sm"/>
            </a:ln>
          </p:spPr>
        </p:cxnSp>
        <p:cxnSp>
          <p:nvCxnSpPr>
            <p:cNvPr id="1929" name="Google Shape;1929;p24"/>
            <p:cNvCxnSpPr>
              <a:stCxn id="1880" idx="6"/>
              <a:endCxn id="1928" idx="6"/>
            </p:cNvCxnSpPr>
            <p:nvPr/>
          </p:nvCxnSpPr>
          <p:spPr>
            <a:xfrm rot="10800000">
              <a:off x="6753460" y="3309513"/>
              <a:ext cx="1389000" cy="1485300"/>
            </a:xfrm>
            <a:prstGeom prst="straightConnector1">
              <a:avLst/>
            </a:prstGeom>
            <a:noFill/>
            <a:ln w="9525" cap="flat" cmpd="sng">
              <a:solidFill>
                <a:srgbClr val="868686"/>
              </a:solidFill>
              <a:prstDash val="solid"/>
              <a:round/>
              <a:headEnd type="none" w="sm" len="sm"/>
              <a:tailEnd type="none" w="sm" len="sm"/>
            </a:ln>
          </p:spPr>
        </p:cxnSp>
        <p:cxnSp>
          <p:nvCxnSpPr>
            <p:cNvPr id="1930" name="Google Shape;1930;p24"/>
            <p:cNvCxnSpPr>
              <a:stCxn id="1882" idx="6"/>
              <a:endCxn id="1928" idx="6"/>
            </p:cNvCxnSpPr>
            <p:nvPr/>
          </p:nvCxnSpPr>
          <p:spPr>
            <a:xfrm rot="10800000">
              <a:off x="6753460" y="3309542"/>
              <a:ext cx="1389000" cy="1189800"/>
            </a:xfrm>
            <a:prstGeom prst="straightConnector1">
              <a:avLst/>
            </a:prstGeom>
            <a:noFill/>
            <a:ln w="9525" cap="flat" cmpd="sng">
              <a:solidFill>
                <a:srgbClr val="868686"/>
              </a:solidFill>
              <a:prstDash val="solid"/>
              <a:round/>
              <a:headEnd type="none" w="sm" len="sm"/>
              <a:tailEnd type="none" w="sm" len="sm"/>
            </a:ln>
          </p:spPr>
        </p:cxnSp>
        <p:cxnSp>
          <p:nvCxnSpPr>
            <p:cNvPr id="1931" name="Google Shape;1931;p24"/>
            <p:cNvCxnSpPr>
              <a:stCxn id="1884" idx="6"/>
              <a:endCxn id="1928" idx="6"/>
            </p:cNvCxnSpPr>
            <p:nvPr/>
          </p:nvCxnSpPr>
          <p:spPr>
            <a:xfrm rot="10800000">
              <a:off x="6753460" y="3309571"/>
              <a:ext cx="1389000" cy="894300"/>
            </a:xfrm>
            <a:prstGeom prst="straightConnector1">
              <a:avLst/>
            </a:prstGeom>
            <a:noFill/>
            <a:ln w="9525" cap="flat" cmpd="sng">
              <a:solidFill>
                <a:srgbClr val="868686"/>
              </a:solidFill>
              <a:prstDash val="solid"/>
              <a:round/>
              <a:headEnd type="none" w="sm" len="sm"/>
              <a:tailEnd type="none" w="sm" len="sm"/>
            </a:ln>
          </p:spPr>
        </p:cxnSp>
        <p:cxnSp>
          <p:nvCxnSpPr>
            <p:cNvPr id="1932" name="Google Shape;1932;p24"/>
            <p:cNvCxnSpPr>
              <a:stCxn id="1886" idx="6"/>
              <a:endCxn id="1928" idx="6"/>
            </p:cNvCxnSpPr>
            <p:nvPr/>
          </p:nvCxnSpPr>
          <p:spPr>
            <a:xfrm rot="10800000">
              <a:off x="6753530" y="3309600"/>
              <a:ext cx="1396800" cy="598800"/>
            </a:xfrm>
            <a:prstGeom prst="straightConnector1">
              <a:avLst/>
            </a:prstGeom>
            <a:noFill/>
            <a:ln w="9525" cap="flat" cmpd="sng">
              <a:solidFill>
                <a:srgbClr val="868686"/>
              </a:solidFill>
              <a:prstDash val="solid"/>
              <a:round/>
              <a:headEnd type="none" w="sm" len="sm"/>
              <a:tailEnd type="none" w="sm" len="sm"/>
            </a:ln>
          </p:spPr>
        </p:cxnSp>
        <p:cxnSp>
          <p:nvCxnSpPr>
            <p:cNvPr id="1933" name="Google Shape;1933;p24"/>
            <p:cNvCxnSpPr>
              <a:stCxn id="1888" idx="6"/>
              <a:endCxn id="1928" idx="6"/>
            </p:cNvCxnSpPr>
            <p:nvPr/>
          </p:nvCxnSpPr>
          <p:spPr>
            <a:xfrm rot="10800000">
              <a:off x="6753531" y="3309628"/>
              <a:ext cx="1396800" cy="303300"/>
            </a:xfrm>
            <a:prstGeom prst="straightConnector1">
              <a:avLst/>
            </a:prstGeom>
            <a:noFill/>
            <a:ln w="9525" cap="flat" cmpd="sng">
              <a:solidFill>
                <a:srgbClr val="868686"/>
              </a:solidFill>
              <a:prstDash val="solid"/>
              <a:round/>
              <a:headEnd type="none" w="sm" len="sm"/>
              <a:tailEnd type="none" w="sm" len="sm"/>
            </a:ln>
          </p:spPr>
        </p:cxnSp>
        <p:cxnSp>
          <p:nvCxnSpPr>
            <p:cNvPr id="1934" name="Google Shape;1934;p24"/>
            <p:cNvCxnSpPr>
              <a:stCxn id="1890" idx="6"/>
              <a:endCxn id="1928" idx="6"/>
            </p:cNvCxnSpPr>
            <p:nvPr/>
          </p:nvCxnSpPr>
          <p:spPr>
            <a:xfrm rot="10800000">
              <a:off x="6753531" y="3309657"/>
              <a:ext cx="1396800" cy="7800"/>
            </a:xfrm>
            <a:prstGeom prst="straightConnector1">
              <a:avLst/>
            </a:prstGeom>
            <a:noFill/>
            <a:ln w="9525" cap="flat" cmpd="sng">
              <a:solidFill>
                <a:srgbClr val="868686"/>
              </a:solidFill>
              <a:prstDash val="solid"/>
              <a:round/>
              <a:headEnd type="none" w="sm" len="sm"/>
              <a:tailEnd type="none" w="sm" len="sm"/>
            </a:ln>
          </p:spPr>
        </p:cxnSp>
        <p:cxnSp>
          <p:nvCxnSpPr>
            <p:cNvPr id="1935" name="Google Shape;1935;p24"/>
            <p:cNvCxnSpPr>
              <a:stCxn id="1892" idx="6"/>
              <a:endCxn id="1928" idx="6"/>
            </p:cNvCxnSpPr>
            <p:nvPr/>
          </p:nvCxnSpPr>
          <p:spPr>
            <a:xfrm flipH="1">
              <a:off x="6753531" y="3021986"/>
              <a:ext cx="1396800" cy="287700"/>
            </a:xfrm>
            <a:prstGeom prst="straightConnector1">
              <a:avLst/>
            </a:prstGeom>
            <a:noFill/>
            <a:ln w="9525" cap="flat" cmpd="sng">
              <a:solidFill>
                <a:srgbClr val="868686"/>
              </a:solidFill>
              <a:prstDash val="solid"/>
              <a:round/>
              <a:headEnd type="none" w="sm" len="sm"/>
              <a:tailEnd type="none" w="sm" len="sm"/>
            </a:ln>
          </p:spPr>
        </p:cxnSp>
        <p:cxnSp>
          <p:nvCxnSpPr>
            <p:cNvPr id="1936" name="Google Shape;1936;p24"/>
            <p:cNvCxnSpPr>
              <a:stCxn id="1894" idx="6"/>
              <a:endCxn id="1928" idx="6"/>
            </p:cNvCxnSpPr>
            <p:nvPr/>
          </p:nvCxnSpPr>
          <p:spPr>
            <a:xfrm flipH="1">
              <a:off x="6753531" y="2726515"/>
              <a:ext cx="1396800" cy="582900"/>
            </a:xfrm>
            <a:prstGeom prst="straightConnector1">
              <a:avLst/>
            </a:prstGeom>
            <a:noFill/>
            <a:ln w="9525" cap="flat" cmpd="sng">
              <a:solidFill>
                <a:srgbClr val="868686"/>
              </a:solidFill>
              <a:prstDash val="solid"/>
              <a:round/>
              <a:headEnd type="none" w="sm" len="sm"/>
              <a:tailEnd type="none" w="sm" len="sm"/>
            </a:ln>
          </p:spPr>
        </p:cxnSp>
        <p:cxnSp>
          <p:nvCxnSpPr>
            <p:cNvPr id="1937" name="Google Shape;1937;p24"/>
            <p:cNvCxnSpPr>
              <a:stCxn id="1896" idx="6"/>
              <a:endCxn id="1928" idx="6"/>
            </p:cNvCxnSpPr>
            <p:nvPr/>
          </p:nvCxnSpPr>
          <p:spPr>
            <a:xfrm flipH="1">
              <a:off x="6753531" y="2431043"/>
              <a:ext cx="1396800" cy="878400"/>
            </a:xfrm>
            <a:prstGeom prst="straightConnector1">
              <a:avLst/>
            </a:prstGeom>
            <a:noFill/>
            <a:ln w="9525" cap="flat" cmpd="sng">
              <a:solidFill>
                <a:srgbClr val="868686"/>
              </a:solidFill>
              <a:prstDash val="solid"/>
              <a:round/>
              <a:headEnd type="none" w="sm" len="sm"/>
              <a:tailEnd type="none" w="sm" len="sm"/>
            </a:ln>
          </p:spPr>
        </p:cxnSp>
        <p:cxnSp>
          <p:nvCxnSpPr>
            <p:cNvPr id="1938" name="Google Shape;1938;p24"/>
            <p:cNvCxnSpPr>
              <a:stCxn id="1896" idx="6"/>
              <a:endCxn id="1928" idx="6"/>
            </p:cNvCxnSpPr>
            <p:nvPr/>
          </p:nvCxnSpPr>
          <p:spPr>
            <a:xfrm flipH="1">
              <a:off x="6753531" y="2431043"/>
              <a:ext cx="1396800" cy="878400"/>
            </a:xfrm>
            <a:prstGeom prst="straightConnector1">
              <a:avLst/>
            </a:prstGeom>
            <a:noFill/>
            <a:ln w="9525" cap="flat" cmpd="sng">
              <a:solidFill>
                <a:srgbClr val="868686"/>
              </a:solidFill>
              <a:prstDash val="solid"/>
              <a:round/>
              <a:headEnd type="none" w="sm" len="sm"/>
              <a:tailEnd type="none" w="sm" len="sm"/>
            </a:ln>
          </p:spPr>
        </p:cxnSp>
        <p:cxnSp>
          <p:nvCxnSpPr>
            <p:cNvPr id="1939" name="Google Shape;1939;p24"/>
            <p:cNvCxnSpPr>
              <a:stCxn id="1898" idx="6"/>
              <a:endCxn id="1928" idx="6"/>
            </p:cNvCxnSpPr>
            <p:nvPr/>
          </p:nvCxnSpPr>
          <p:spPr>
            <a:xfrm flipH="1">
              <a:off x="6753300" y="2135572"/>
              <a:ext cx="1404900" cy="1173900"/>
            </a:xfrm>
            <a:prstGeom prst="straightConnector1">
              <a:avLst/>
            </a:prstGeom>
            <a:noFill/>
            <a:ln w="9525" cap="flat" cmpd="sng">
              <a:solidFill>
                <a:srgbClr val="868686"/>
              </a:solidFill>
              <a:prstDash val="solid"/>
              <a:round/>
              <a:headEnd type="none" w="sm" len="sm"/>
              <a:tailEnd type="none" w="sm" len="sm"/>
            </a:ln>
          </p:spPr>
        </p:cxnSp>
        <p:cxnSp>
          <p:nvCxnSpPr>
            <p:cNvPr id="1940" name="Google Shape;1940;p24"/>
            <p:cNvCxnSpPr>
              <a:stCxn id="1900" idx="6"/>
              <a:endCxn id="1928" idx="6"/>
            </p:cNvCxnSpPr>
            <p:nvPr/>
          </p:nvCxnSpPr>
          <p:spPr>
            <a:xfrm flipH="1">
              <a:off x="6753300" y="1840103"/>
              <a:ext cx="1404900" cy="1469400"/>
            </a:xfrm>
            <a:prstGeom prst="straightConnector1">
              <a:avLst/>
            </a:prstGeom>
            <a:noFill/>
            <a:ln w="9525" cap="flat" cmpd="sng">
              <a:solidFill>
                <a:srgbClr val="868686"/>
              </a:solidFill>
              <a:prstDash val="solid"/>
              <a:round/>
              <a:headEnd type="none" w="sm" len="sm"/>
              <a:tailEnd type="none" w="sm" len="sm"/>
            </a:ln>
          </p:spPr>
        </p:cxnSp>
        <p:cxnSp>
          <p:nvCxnSpPr>
            <p:cNvPr id="1941" name="Google Shape;1941;p24"/>
            <p:cNvCxnSpPr>
              <a:stCxn id="1877" idx="6"/>
              <a:endCxn id="1942" idx="6"/>
            </p:cNvCxnSpPr>
            <p:nvPr/>
          </p:nvCxnSpPr>
          <p:spPr>
            <a:xfrm rot="10800000">
              <a:off x="6753460" y="2895484"/>
              <a:ext cx="1389000" cy="2194800"/>
            </a:xfrm>
            <a:prstGeom prst="straightConnector1">
              <a:avLst/>
            </a:prstGeom>
            <a:noFill/>
            <a:ln w="9525" cap="flat" cmpd="sng">
              <a:solidFill>
                <a:srgbClr val="868686"/>
              </a:solidFill>
              <a:prstDash val="solid"/>
              <a:round/>
              <a:headEnd type="none" w="sm" len="sm"/>
              <a:tailEnd type="none" w="sm" len="sm"/>
            </a:ln>
          </p:spPr>
        </p:cxnSp>
        <p:cxnSp>
          <p:nvCxnSpPr>
            <p:cNvPr id="1943" name="Google Shape;1943;p24"/>
            <p:cNvCxnSpPr>
              <a:stCxn id="1880" idx="6"/>
              <a:endCxn id="1942" idx="6"/>
            </p:cNvCxnSpPr>
            <p:nvPr/>
          </p:nvCxnSpPr>
          <p:spPr>
            <a:xfrm rot="10800000">
              <a:off x="6753460" y="2895513"/>
              <a:ext cx="1389000" cy="1899300"/>
            </a:xfrm>
            <a:prstGeom prst="straightConnector1">
              <a:avLst/>
            </a:prstGeom>
            <a:noFill/>
            <a:ln w="9525" cap="flat" cmpd="sng">
              <a:solidFill>
                <a:srgbClr val="868686"/>
              </a:solidFill>
              <a:prstDash val="solid"/>
              <a:round/>
              <a:headEnd type="none" w="sm" len="sm"/>
              <a:tailEnd type="none" w="sm" len="sm"/>
            </a:ln>
          </p:spPr>
        </p:cxnSp>
        <p:cxnSp>
          <p:nvCxnSpPr>
            <p:cNvPr id="1944" name="Google Shape;1944;p24"/>
            <p:cNvCxnSpPr>
              <a:endCxn id="1942" idx="6"/>
            </p:cNvCxnSpPr>
            <p:nvPr/>
          </p:nvCxnSpPr>
          <p:spPr>
            <a:xfrm rot="10800000">
              <a:off x="6753450" y="2895585"/>
              <a:ext cx="1415400" cy="1597800"/>
            </a:xfrm>
            <a:prstGeom prst="straightConnector1">
              <a:avLst/>
            </a:prstGeom>
            <a:noFill/>
            <a:ln w="9525" cap="flat" cmpd="sng">
              <a:solidFill>
                <a:srgbClr val="868686"/>
              </a:solidFill>
              <a:prstDash val="solid"/>
              <a:round/>
              <a:headEnd type="none" w="sm" len="sm"/>
              <a:tailEnd type="none" w="sm" len="sm"/>
            </a:ln>
          </p:spPr>
        </p:cxnSp>
        <p:cxnSp>
          <p:nvCxnSpPr>
            <p:cNvPr id="1945" name="Google Shape;1945;p24"/>
            <p:cNvCxnSpPr>
              <a:stCxn id="1884" idx="6"/>
              <a:endCxn id="1942" idx="6"/>
            </p:cNvCxnSpPr>
            <p:nvPr/>
          </p:nvCxnSpPr>
          <p:spPr>
            <a:xfrm rot="10800000">
              <a:off x="6753460" y="2895571"/>
              <a:ext cx="1389000" cy="1308300"/>
            </a:xfrm>
            <a:prstGeom prst="straightConnector1">
              <a:avLst/>
            </a:prstGeom>
            <a:noFill/>
            <a:ln w="9525" cap="flat" cmpd="sng">
              <a:solidFill>
                <a:srgbClr val="868686"/>
              </a:solidFill>
              <a:prstDash val="solid"/>
              <a:round/>
              <a:headEnd type="none" w="sm" len="sm"/>
              <a:tailEnd type="none" w="sm" len="sm"/>
            </a:ln>
          </p:spPr>
        </p:cxnSp>
        <p:cxnSp>
          <p:nvCxnSpPr>
            <p:cNvPr id="1946" name="Google Shape;1946;p24"/>
            <p:cNvCxnSpPr>
              <a:stCxn id="1886" idx="6"/>
              <a:endCxn id="1942" idx="6"/>
            </p:cNvCxnSpPr>
            <p:nvPr/>
          </p:nvCxnSpPr>
          <p:spPr>
            <a:xfrm rot="10800000">
              <a:off x="6753530" y="2895600"/>
              <a:ext cx="1396800" cy="1012800"/>
            </a:xfrm>
            <a:prstGeom prst="straightConnector1">
              <a:avLst/>
            </a:prstGeom>
            <a:noFill/>
            <a:ln w="9525" cap="flat" cmpd="sng">
              <a:solidFill>
                <a:srgbClr val="868686"/>
              </a:solidFill>
              <a:prstDash val="solid"/>
              <a:round/>
              <a:headEnd type="none" w="sm" len="sm"/>
              <a:tailEnd type="none" w="sm" len="sm"/>
            </a:ln>
          </p:spPr>
        </p:cxnSp>
        <p:cxnSp>
          <p:nvCxnSpPr>
            <p:cNvPr id="1947" name="Google Shape;1947;p24"/>
            <p:cNvCxnSpPr>
              <a:stCxn id="1888" idx="6"/>
              <a:endCxn id="1942" idx="6"/>
            </p:cNvCxnSpPr>
            <p:nvPr/>
          </p:nvCxnSpPr>
          <p:spPr>
            <a:xfrm rot="10800000">
              <a:off x="6753531" y="2895628"/>
              <a:ext cx="1396800" cy="717300"/>
            </a:xfrm>
            <a:prstGeom prst="straightConnector1">
              <a:avLst/>
            </a:prstGeom>
            <a:noFill/>
            <a:ln w="9525" cap="flat" cmpd="sng">
              <a:solidFill>
                <a:srgbClr val="868686"/>
              </a:solidFill>
              <a:prstDash val="solid"/>
              <a:round/>
              <a:headEnd type="none" w="sm" len="sm"/>
              <a:tailEnd type="none" w="sm" len="sm"/>
            </a:ln>
          </p:spPr>
        </p:cxnSp>
        <p:cxnSp>
          <p:nvCxnSpPr>
            <p:cNvPr id="1948" name="Google Shape;1948;p24"/>
            <p:cNvCxnSpPr>
              <a:stCxn id="1890" idx="6"/>
              <a:endCxn id="1942" idx="6"/>
            </p:cNvCxnSpPr>
            <p:nvPr/>
          </p:nvCxnSpPr>
          <p:spPr>
            <a:xfrm rot="10800000">
              <a:off x="6753531" y="2895657"/>
              <a:ext cx="1396800" cy="421800"/>
            </a:xfrm>
            <a:prstGeom prst="straightConnector1">
              <a:avLst/>
            </a:prstGeom>
            <a:noFill/>
            <a:ln w="9525" cap="flat" cmpd="sng">
              <a:solidFill>
                <a:srgbClr val="868686"/>
              </a:solidFill>
              <a:prstDash val="solid"/>
              <a:round/>
              <a:headEnd type="none" w="sm" len="sm"/>
              <a:tailEnd type="none" w="sm" len="sm"/>
            </a:ln>
          </p:spPr>
        </p:cxnSp>
        <p:cxnSp>
          <p:nvCxnSpPr>
            <p:cNvPr id="1949" name="Google Shape;1949;p24"/>
            <p:cNvCxnSpPr>
              <a:stCxn id="1892" idx="6"/>
              <a:endCxn id="1942" idx="6"/>
            </p:cNvCxnSpPr>
            <p:nvPr/>
          </p:nvCxnSpPr>
          <p:spPr>
            <a:xfrm rot="10800000">
              <a:off x="6753531" y="2895686"/>
              <a:ext cx="1396800" cy="126300"/>
            </a:xfrm>
            <a:prstGeom prst="straightConnector1">
              <a:avLst/>
            </a:prstGeom>
            <a:noFill/>
            <a:ln w="9525" cap="flat" cmpd="sng">
              <a:solidFill>
                <a:srgbClr val="868686"/>
              </a:solidFill>
              <a:prstDash val="solid"/>
              <a:round/>
              <a:headEnd type="none" w="sm" len="sm"/>
              <a:tailEnd type="none" w="sm" len="sm"/>
            </a:ln>
          </p:spPr>
        </p:cxnSp>
        <p:cxnSp>
          <p:nvCxnSpPr>
            <p:cNvPr id="1950" name="Google Shape;1950;p24"/>
            <p:cNvCxnSpPr>
              <a:stCxn id="1894" idx="6"/>
              <a:endCxn id="1942" idx="6"/>
            </p:cNvCxnSpPr>
            <p:nvPr/>
          </p:nvCxnSpPr>
          <p:spPr>
            <a:xfrm flipH="1">
              <a:off x="6753531" y="2726515"/>
              <a:ext cx="1396800" cy="169200"/>
            </a:xfrm>
            <a:prstGeom prst="straightConnector1">
              <a:avLst/>
            </a:prstGeom>
            <a:noFill/>
            <a:ln w="9525" cap="flat" cmpd="sng">
              <a:solidFill>
                <a:srgbClr val="868686"/>
              </a:solidFill>
              <a:prstDash val="solid"/>
              <a:round/>
              <a:headEnd type="none" w="sm" len="sm"/>
              <a:tailEnd type="none" w="sm" len="sm"/>
            </a:ln>
          </p:spPr>
        </p:cxnSp>
        <p:cxnSp>
          <p:nvCxnSpPr>
            <p:cNvPr id="1951" name="Google Shape;1951;p24"/>
            <p:cNvCxnSpPr>
              <a:stCxn id="1896" idx="6"/>
              <a:endCxn id="1942" idx="6"/>
            </p:cNvCxnSpPr>
            <p:nvPr/>
          </p:nvCxnSpPr>
          <p:spPr>
            <a:xfrm flipH="1">
              <a:off x="6753531" y="2431043"/>
              <a:ext cx="1396800" cy="464400"/>
            </a:xfrm>
            <a:prstGeom prst="straightConnector1">
              <a:avLst/>
            </a:prstGeom>
            <a:noFill/>
            <a:ln w="9525" cap="flat" cmpd="sng">
              <a:solidFill>
                <a:srgbClr val="868686"/>
              </a:solidFill>
              <a:prstDash val="solid"/>
              <a:round/>
              <a:headEnd type="none" w="sm" len="sm"/>
              <a:tailEnd type="none" w="sm" len="sm"/>
            </a:ln>
          </p:spPr>
        </p:cxnSp>
        <p:cxnSp>
          <p:nvCxnSpPr>
            <p:cNvPr id="1952" name="Google Shape;1952;p24"/>
            <p:cNvCxnSpPr>
              <a:stCxn id="1898" idx="6"/>
              <a:endCxn id="1942" idx="6"/>
            </p:cNvCxnSpPr>
            <p:nvPr/>
          </p:nvCxnSpPr>
          <p:spPr>
            <a:xfrm flipH="1">
              <a:off x="6753300" y="2135572"/>
              <a:ext cx="1404900" cy="759900"/>
            </a:xfrm>
            <a:prstGeom prst="straightConnector1">
              <a:avLst/>
            </a:prstGeom>
            <a:noFill/>
            <a:ln w="9525" cap="flat" cmpd="sng">
              <a:solidFill>
                <a:srgbClr val="868686"/>
              </a:solidFill>
              <a:prstDash val="solid"/>
              <a:round/>
              <a:headEnd type="none" w="sm" len="sm"/>
              <a:tailEnd type="none" w="sm" len="sm"/>
            </a:ln>
          </p:spPr>
        </p:cxnSp>
        <p:cxnSp>
          <p:nvCxnSpPr>
            <p:cNvPr id="1953" name="Google Shape;1953;p24"/>
            <p:cNvCxnSpPr>
              <a:stCxn id="1900" idx="6"/>
              <a:endCxn id="1942" idx="6"/>
            </p:cNvCxnSpPr>
            <p:nvPr/>
          </p:nvCxnSpPr>
          <p:spPr>
            <a:xfrm flipH="1">
              <a:off x="6753300" y="1840103"/>
              <a:ext cx="1404900" cy="1055400"/>
            </a:xfrm>
            <a:prstGeom prst="straightConnector1">
              <a:avLst/>
            </a:prstGeom>
            <a:noFill/>
            <a:ln w="9525" cap="flat" cmpd="sng">
              <a:solidFill>
                <a:srgbClr val="868686"/>
              </a:solidFill>
              <a:prstDash val="solid"/>
              <a:round/>
              <a:headEnd type="none" w="sm" len="sm"/>
              <a:tailEnd type="none" w="sm" len="sm"/>
            </a:ln>
          </p:spPr>
        </p:cxnSp>
        <p:cxnSp>
          <p:nvCxnSpPr>
            <p:cNvPr id="1954" name="Google Shape;1954;p24"/>
            <p:cNvCxnSpPr>
              <a:stCxn id="1877" idx="6"/>
              <a:endCxn id="1955" idx="6"/>
            </p:cNvCxnSpPr>
            <p:nvPr/>
          </p:nvCxnSpPr>
          <p:spPr>
            <a:xfrm rot="10800000">
              <a:off x="6753460" y="2481484"/>
              <a:ext cx="1389000" cy="2608800"/>
            </a:xfrm>
            <a:prstGeom prst="straightConnector1">
              <a:avLst/>
            </a:prstGeom>
            <a:noFill/>
            <a:ln w="9525" cap="flat" cmpd="sng">
              <a:solidFill>
                <a:srgbClr val="868686"/>
              </a:solidFill>
              <a:prstDash val="solid"/>
              <a:round/>
              <a:headEnd type="none" w="sm" len="sm"/>
              <a:tailEnd type="none" w="sm" len="sm"/>
            </a:ln>
          </p:spPr>
        </p:cxnSp>
        <p:cxnSp>
          <p:nvCxnSpPr>
            <p:cNvPr id="1956" name="Google Shape;1956;p24"/>
            <p:cNvCxnSpPr>
              <a:stCxn id="1880" idx="6"/>
              <a:endCxn id="1955" idx="6"/>
            </p:cNvCxnSpPr>
            <p:nvPr/>
          </p:nvCxnSpPr>
          <p:spPr>
            <a:xfrm rot="10800000">
              <a:off x="6753460" y="2481513"/>
              <a:ext cx="1389000" cy="2313300"/>
            </a:xfrm>
            <a:prstGeom prst="straightConnector1">
              <a:avLst/>
            </a:prstGeom>
            <a:noFill/>
            <a:ln w="9525" cap="flat" cmpd="sng">
              <a:solidFill>
                <a:srgbClr val="868686"/>
              </a:solidFill>
              <a:prstDash val="solid"/>
              <a:round/>
              <a:headEnd type="none" w="sm" len="sm"/>
              <a:tailEnd type="none" w="sm" len="sm"/>
            </a:ln>
          </p:spPr>
        </p:cxnSp>
        <p:cxnSp>
          <p:nvCxnSpPr>
            <p:cNvPr id="1957" name="Google Shape;1957;p24"/>
            <p:cNvCxnSpPr>
              <a:stCxn id="1882" idx="6"/>
              <a:endCxn id="1955" idx="6"/>
            </p:cNvCxnSpPr>
            <p:nvPr/>
          </p:nvCxnSpPr>
          <p:spPr>
            <a:xfrm rot="10800000">
              <a:off x="6753460" y="2481542"/>
              <a:ext cx="1389000" cy="2017800"/>
            </a:xfrm>
            <a:prstGeom prst="straightConnector1">
              <a:avLst/>
            </a:prstGeom>
            <a:noFill/>
            <a:ln w="9525" cap="flat" cmpd="sng">
              <a:solidFill>
                <a:srgbClr val="868686"/>
              </a:solidFill>
              <a:prstDash val="solid"/>
              <a:round/>
              <a:headEnd type="none" w="sm" len="sm"/>
              <a:tailEnd type="none" w="sm" len="sm"/>
            </a:ln>
          </p:spPr>
        </p:cxnSp>
        <p:cxnSp>
          <p:nvCxnSpPr>
            <p:cNvPr id="1958" name="Google Shape;1958;p24"/>
            <p:cNvCxnSpPr>
              <a:stCxn id="1884" idx="6"/>
              <a:endCxn id="1955" idx="6"/>
            </p:cNvCxnSpPr>
            <p:nvPr/>
          </p:nvCxnSpPr>
          <p:spPr>
            <a:xfrm rot="10800000">
              <a:off x="6753460" y="2481571"/>
              <a:ext cx="1389000" cy="1722300"/>
            </a:xfrm>
            <a:prstGeom prst="straightConnector1">
              <a:avLst/>
            </a:prstGeom>
            <a:noFill/>
            <a:ln w="9525" cap="flat" cmpd="sng">
              <a:solidFill>
                <a:srgbClr val="868686"/>
              </a:solidFill>
              <a:prstDash val="solid"/>
              <a:round/>
              <a:headEnd type="none" w="sm" len="sm"/>
              <a:tailEnd type="none" w="sm" len="sm"/>
            </a:ln>
          </p:spPr>
        </p:cxnSp>
        <p:cxnSp>
          <p:nvCxnSpPr>
            <p:cNvPr id="1959" name="Google Shape;1959;p24"/>
            <p:cNvCxnSpPr>
              <a:stCxn id="1886" idx="6"/>
              <a:endCxn id="1955" idx="6"/>
            </p:cNvCxnSpPr>
            <p:nvPr/>
          </p:nvCxnSpPr>
          <p:spPr>
            <a:xfrm rot="10800000">
              <a:off x="6753530" y="2481600"/>
              <a:ext cx="1396800" cy="1426800"/>
            </a:xfrm>
            <a:prstGeom prst="straightConnector1">
              <a:avLst/>
            </a:prstGeom>
            <a:noFill/>
            <a:ln w="9525" cap="flat" cmpd="sng">
              <a:solidFill>
                <a:srgbClr val="868686"/>
              </a:solidFill>
              <a:prstDash val="solid"/>
              <a:round/>
              <a:headEnd type="none" w="sm" len="sm"/>
              <a:tailEnd type="none" w="sm" len="sm"/>
            </a:ln>
          </p:spPr>
        </p:cxnSp>
        <p:cxnSp>
          <p:nvCxnSpPr>
            <p:cNvPr id="1960" name="Google Shape;1960;p24"/>
            <p:cNvCxnSpPr>
              <a:stCxn id="1888" idx="6"/>
              <a:endCxn id="1955" idx="6"/>
            </p:cNvCxnSpPr>
            <p:nvPr/>
          </p:nvCxnSpPr>
          <p:spPr>
            <a:xfrm rot="10800000">
              <a:off x="6753531" y="2481628"/>
              <a:ext cx="1396800" cy="1131300"/>
            </a:xfrm>
            <a:prstGeom prst="straightConnector1">
              <a:avLst/>
            </a:prstGeom>
            <a:noFill/>
            <a:ln w="9525" cap="flat" cmpd="sng">
              <a:solidFill>
                <a:srgbClr val="868686"/>
              </a:solidFill>
              <a:prstDash val="solid"/>
              <a:round/>
              <a:headEnd type="none" w="sm" len="sm"/>
              <a:tailEnd type="none" w="sm" len="sm"/>
            </a:ln>
          </p:spPr>
        </p:cxnSp>
        <p:cxnSp>
          <p:nvCxnSpPr>
            <p:cNvPr id="1961" name="Google Shape;1961;p24"/>
            <p:cNvCxnSpPr>
              <a:stCxn id="1890" idx="6"/>
              <a:endCxn id="1955" idx="6"/>
            </p:cNvCxnSpPr>
            <p:nvPr/>
          </p:nvCxnSpPr>
          <p:spPr>
            <a:xfrm rot="10800000">
              <a:off x="6753531" y="2481657"/>
              <a:ext cx="1396800" cy="835800"/>
            </a:xfrm>
            <a:prstGeom prst="straightConnector1">
              <a:avLst/>
            </a:prstGeom>
            <a:noFill/>
            <a:ln w="9525" cap="flat" cmpd="sng">
              <a:solidFill>
                <a:srgbClr val="868686"/>
              </a:solidFill>
              <a:prstDash val="solid"/>
              <a:round/>
              <a:headEnd type="none" w="sm" len="sm"/>
              <a:tailEnd type="none" w="sm" len="sm"/>
            </a:ln>
          </p:spPr>
        </p:cxnSp>
        <p:cxnSp>
          <p:nvCxnSpPr>
            <p:cNvPr id="1962" name="Google Shape;1962;p24"/>
            <p:cNvCxnSpPr>
              <a:stCxn id="1894" idx="6"/>
              <a:endCxn id="1955" idx="6"/>
            </p:cNvCxnSpPr>
            <p:nvPr/>
          </p:nvCxnSpPr>
          <p:spPr>
            <a:xfrm rot="10800000">
              <a:off x="6753531" y="2481715"/>
              <a:ext cx="1396800" cy="244800"/>
            </a:xfrm>
            <a:prstGeom prst="straightConnector1">
              <a:avLst/>
            </a:prstGeom>
            <a:noFill/>
            <a:ln w="9525" cap="flat" cmpd="sng">
              <a:solidFill>
                <a:srgbClr val="868686"/>
              </a:solidFill>
              <a:prstDash val="solid"/>
              <a:round/>
              <a:headEnd type="none" w="sm" len="sm"/>
              <a:tailEnd type="none" w="sm" len="sm"/>
            </a:ln>
          </p:spPr>
        </p:cxnSp>
        <p:cxnSp>
          <p:nvCxnSpPr>
            <p:cNvPr id="1963" name="Google Shape;1963;p24"/>
            <p:cNvCxnSpPr>
              <a:stCxn id="1896" idx="6"/>
              <a:endCxn id="1955" idx="6"/>
            </p:cNvCxnSpPr>
            <p:nvPr/>
          </p:nvCxnSpPr>
          <p:spPr>
            <a:xfrm flipH="1">
              <a:off x="6753531" y="2431043"/>
              <a:ext cx="1396800" cy="50700"/>
            </a:xfrm>
            <a:prstGeom prst="straightConnector1">
              <a:avLst/>
            </a:prstGeom>
            <a:noFill/>
            <a:ln w="9525" cap="flat" cmpd="sng">
              <a:solidFill>
                <a:srgbClr val="868686"/>
              </a:solidFill>
              <a:prstDash val="solid"/>
              <a:round/>
              <a:headEnd type="none" w="sm" len="sm"/>
              <a:tailEnd type="none" w="sm" len="sm"/>
            </a:ln>
          </p:spPr>
        </p:cxnSp>
        <p:cxnSp>
          <p:nvCxnSpPr>
            <p:cNvPr id="1964" name="Google Shape;1964;p24"/>
            <p:cNvCxnSpPr>
              <a:stCxn id="1898" idx="6"/>
              <a:endCxn id="1955" idx="6"/>
            </p:cNvCxnSpPr>
            <p:nvPr/>
          </p:nvCxnSpPr>
          <p:spPr>
            <a:xfrm flipH="1">
              <a:off x="6753300" y="2135572"/>
              <a:ext cx="1404900" cy="345900"/>
            </a:xfrm>
            <a:prstGeom prst="straightConnector1">
              <a:avLst/>
            </a:prstGeom>
            <a:noFill/>
            <a:ln w="9525" cap="flat" cmpd="sng">
              <a:solidFill>
                <a:srgbClr val="868686"/>
              </a:solidFill>
              <a:prstDash val="solid"/>
              <a:round/>
              <a:headEnd type="none" w="sm" len="sm"/>
              <a:tailEnd type="none" w="sm" len="sm"/>
            </a:ln>
          </p:spPr>
        </p:cxnSp>
        <p:cxnSp>
          <p:nvCxnSpPr>
            <p:cNvPr id="1965" name="Google Shape;1965;p24"/>
            <p:cNvCxnSpPr>
              <a:stCxn id="1900" idx="6"/>
              <a:endCxn id="1955" idx="6"/>
            </p:cNvCxnSpPr>
            <p:nvPr/>
          </p:nvCxnSpPr>
          <p:spPr>
            <a:xfrm flipH="1">
              <a:off x="6753300" y="1840103"/>
              <a:ext cx="1404900" cy="641400"/>
            </a:xfrm>
            <a:prstGeom prst="straightConnector1">
              <a:avLst/>
            </a:prstGeom>
            <a:noFill/>
            <a:ln w="9525" cap="flat" cmpd="sng">
              <a:solidFill>
                <a:srgbClr val="868686"/>
              </a:solidFill>
              <a:prstDash val="solid"/>
              <a:round/>
              <a:headEnd type="none" w="sm" len="sm"/>
              <a:tailEnd type="none" w="sm" len="sm"/>
            </a:ln>
          </p:spPr>
        </p:cxnSp>
        <p:sp>
          <p:nvSpPr>
            <p:cNvPr id="1877" name="Google Shape;1877;p24"/>
            <p:cNvSpPr/>
            <p:nvPr/>
          </p:nvSpPr>
          <p:spPr>
            <a:xfrm flipH="1">
              <a:off x="8142460" y="4975414"/>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80" name="Google Shape;1880;p24"/>
            <p:cNvSpPr/>
            <p:nvPr/>
          </p:nvSpPr>
          <p:spPr>
            <a:xfrm flipH="1">
              <a:off x="8142460" y="4679944"/>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82" name="Google Shape;1882;p24"/>
            <p:cNvSpPr/>
            <p:nvPr/>
          </p:nvSpPr>
          <p:spPr>
            <a:xfrm flipH="1">
              <a:off x="8142460" y="438447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84" name="Google Shape;1884;p24"/>
            <p:cNvSpPr/>
            <p:nvPr/>
          </p:nvSpPr>
          <p:spPr>
            <a:xfrm flipH="1">
              <a:off x="8142460" y="408900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86" name="Google Shape;1886;p24"/>
            <p:cNvSpPr/>
            <p:nvPr/>
          </p:nvSpPr>
          <p:spPr>
            <a:xfrm flipH="1">
              <a:off x="8150330" y="379353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88" name="Google Shape;1888;p24"/>
            <p:cNvSpPr/>
            <p:nvPr/>
          </p:nvSpPr>
          <p:spPr>
            <a:xfrm flipH="1">
              <a:off x="8150331" y="3498059"/>
              <a:ext cx="265420" cy="229739"/>
            </a:xfrm>
            <a:prstGeom prst="ellipse">
              <a:avLst/>
            </a:prstGeom>
            <a:solidFill>
              <a:srgbClr val="E7FFBE"/>
            </a:solidFill>
            <a:ln w="9525"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90" name="Google Shape;1890;p24"/>
            <p:cNvSpPr/>
            <p:nvPr/>
          </p:nvSpPr>
          <p:spPr>
            <a:xfrm flipH="1">
              <a:off x="8150331" y="3202587"/>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92" name="Google Shape;1892;p24"/>
            <p:cNvSpPr/>
            <p:nvPr/>
          </p:nvSpPr>
          <p:spPr>
            <a:xfrm flipH="1">
              <a:off x="8150331" y="2907117"/>
              <a:ext cx="265419" cy="229738"/>
            </a:xfrm>
            <a:prstGeom prst="ellipse">
              <a:avLst/>
            </a:prstGeom>
            <a:solidFill>
              <a:srgbClr val="E7FFBE"/>
            </a:solidFill>
            <a:ln w="12700" cap="flat" cmpd="sng">
              <a:solidFill>
                <a:srgbClr val="7F7F7F"/>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94" name="Google Shape;1894;p24"/>
            <p:cNvSpPr/>
            <p:nvPr/>
          </p:nvSpPr>
          <p:spPr>
            <a:xfrm flipH="1">
              <a:off x="8150331" y="261164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96" name="Google Shape;1896;p24"/>
            <p:cNvSpPr/>
            <p:nvPr/>
          </p:nvSpPr>
          <p:spPr>
            <a:xfrm flipH="1">
              <a:off x="8150331" y="231617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898" name="Google Shape;1898;p24"/>
            <p:cNvSpPr/>
            <p:nvPr/>
          </p:nvSpPr>
          <p:spPr>
            <a:xfrm flipH="1">
              <a:off x="8158200" y="202070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00" name="Google Shape;1900;p24"/>
            <p:cNvSpPr/>
            <p:nvPr/>
          </p:nvSpPr>
          <p:spPr>
            <a:xfrm flipH="1">
              <a:off x="8158200" y="1725233"/>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966" name="Google Shape;1966;p24"/>
            <p:cNvCxnSpPr>
              <a:stCxn id="1892" idx="6"/>
              <a:endCxn id="1955" idx="6"/>
            </p:cNvCxnSpPr>
            <p:nvPr/>
          </p:nvCxnSpPr>
          <p:spPr>
            <a:xfrm rot="10800000">
              <a:off x="6753531" y="2481686"/>
              <a:ext cx="1396800" cy="540300"/>
            </a:xfrm>
            <a:prstGeom prst="straightConnector1">
              <a:avLst/>
            </a:prstGeom>
            <a:noFill/>
            <a:ln w="9525" cap="flat" cmpd="sng">
              <a:solidFill>
                <a:srgbClr val="868686"/>
              </a:solidFill>
              <a:prstDash val="solid"/>
              <a:round/>
              <a:headEnd type="none" w="sm" len="sm"/>
              <a:tailEnd type="none" w="sm" len="sm"/>
            </a:ln>
          </p:spPr>
        </p:cxnSp>
        <p:sp>
          <p:nvSpPr>
            <p:cNvPr id="1878" name="Google Shape;1878;p24"/>
            <p:cNvSpPr/>
            <p:nvPr/>
          </p:nvSpPr>
          <p:spPr>
            <a:xfrm>
              <a:off x="6488030" y="443659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02" name="Google Shape;1902;p24"/>
            <p:cNvSpPr/>
            <p:nvPr/>
          </p:nvSpPr>
          <p:spPr>
            <a:xfrm>
              <a:off x="6488030" y="402262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15" name="Google Shape;1915;p24"/>
            <p:cNvSpPr/>
            <p:nvPr/>
          </p:nvSpPr>
          <p:spPr>
            <a:xfrm>
              <a:off x="6488030" y="360865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28" name="Google Shape;1928;p24"/>
            <p:cNvSpPr/>
            <p:nvPr/>
          </p:nvSpPr>
          <p:spPr>
            <a:xfrm>
              <a:off x="6488030" y="319468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42" name="Google Shape;1942;p24"/>
            <p:cNvSpPr/>
            <p:nvPr/>
          </p:nvSpPr>
          <p:spPr>
            <a:xfrm>
              <a:off x="6488030" y="278071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55" name="Google Shape;1955;p24"/>
            <p:cNvSpPr/>
            <p:nvPr/>
          </p:nvSpPr>
          <p:spPr>
            <a:xfrm>
              <a:off x="6488030" y="236674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67" name="Google Shape;1967;p24"/>
            <p:cNvSpPr/>
            <p:nvPr/>
          </p:nvSpPr>
          <p:spPr>
            <a:xfrm>
              <a:off x="5524666" y="356803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1968" name="Google Shape;1968;p24"/>
            <p:cNvSpPr/>
            <p:nvPr/>
          </p:nvSpPr>
          <p:spPr>
            <a:xfrm>
              <a:off x="5524666" y="315406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1969" name="Google Shape;1969;p24"/>
            <p:cNvCxnSpPr>
              <a:stCxn id="1864" idx="6"/>
              <a:endCxn id="1968" idx="2"/>
            </p:cNvCxnSpPr>
            <p:nvPr/>
          </p:nvCxnSpPr>
          <p:spPr>
            <a:xfrm>
              <a:off x="4826722" y="2485863"/>
              <a:ext cx="697800" cy="783000"/>
            </a:xfrm>
            <a:prstGeom prst="straightConnector1">
              <a:avLst/>
            </a:prstGeom>
            <a:noFill/>
            <a:ln w="9525" cap="flat" cmpd="sng">
              <a:solidFill>
                <a:srgbClr val="868686"/>
              </a:solidFill>
              <a:prstDash val="solid"/>
              <a:round/>
              <a:headEnd type="none" w="sm" len="sm"/>
              <a:tailEnd type="none" w="sm" len="sm"/>
            </a:ln>
          </p:spPr>
        </p:cxnSp>
        <p:cxnSp>
          <p:nvCxnSpPr>
            <p:cNvPr id="1970" name="Google Shape;1970;p24"/>
            <p:cNvCxnSpPr>
              <a:stCxn id="1851" idx="6"/>
              <a:endCxn id="1968" idx="2"/>
            </p:cNvCxnSpPr>
            <p:nvPr/>
          </p:nvCxnSpPr>
          <p:spPr>
            <a:xfrm>
              <a:off x="4826722" y="2899833"/>
              <a:ext cx="697800" cy="369000"/>
            </a:xfrm>
            <a:prstGeom prst="straightConnector1">
              <a:avLst/>
            </a:prstGeom>
            <a:noFill/>
            <a:ln w="9525" cap="flat" cmpd="sng">
              <a:solidFill>
                <a:srgbClr val="868686"/>
              </a:solidFill>
              <a:prstDash val="solid"/>
              <a:round/>
              <a:headEnd type="none" w="sm" len="sm"/>
              <a:tailEnd type="none" w="sm" len="sm"/>
            </a:ln>
          </p:spPr>
        </p:cxnSp>
        <p:cxnSp>
          <p:nvCxnSpPr>
            <p:cNvPr id="1971" name="Google Shape;1971;p24"/>
            <p:cNvCxnSpPr>
              <a:stCxn id="1837" idx="6"/>
              <a:endCxn id="1968" idx="2"/>
            </p:cNvCxnSpPr>
            <p:nvPr/>
          </p:nvCxnSpPr>
          <p:spPr>
            <a:xfrm rot="10800000" flipH="1">
              <a:off x="4826722" y="3268803"/>
              <a:ext cx="697800" cy="45000"/>
            </a:xfrm>
            <a:prstGeom prst="straightConnector1">
              <a:avLst/>
            </a:prstGeom>
            <a:noFill/>
            <a:ln w="9525" cap="flat" cmpd="sng">
              <a:solidFill>
                <a:srgbClr val="868686"/>
              </a:solidFill>
              <a:prstDash val="solid"/>
              <a:round/>
              <a:headEnd type="none" w="sm" len="sm"/>
              <a:tailEnd type="none" w="sm" len="sm"/>
            </a:ln>
          </p:spPr>
        </p:cxnSp>
        <p:cxnSp>
          <p:nvCxnSpPr>
            <p:cNvPr id="1972" name="Google Shape;1972;p24"/>
            <p:cNvCxnSpPr>
              <a:stCxn id="1824" idx="6"/>
              <a:endCxn id="1968" idx="2"/>
            </p:cNvCxnSpPr>
            <p:nvPr/>
          </p:nvCxnSpPr>
          <p:spPr>
            <a:xfrm rot="10800000" flipH="1">
              <a:off x="4826722" y="3269073"/>
              <a:ext cx="697800" cy="458700"/>
            </a:xfrm>
            <a:prstGeom prst="straightConnector1">
              <a:avLst/>
            </a:prstGeom>
            <a:noFill/>
            <a:ln w="9525" cap="flat" cmpd="sng">
              <a:solidFill>
                <a:srgbClr val="868686"/>
              </a:solidFill>
              <a:prstDash val="solid"/>
              <a:round/>
              <a:headEnd type="none" w="sm" len="sm"/>
              <a:tailEnd type="none" w="sm" len="sm"/>
            </a:ln>
          </p:spPr>
        </p:cxnSp>
        <p:cxnSp>
          <p:nvCxnSpPr>
            <p:cNvPr id="1973" name="Google Shape;1973;p24"/>
            <p:cNvCxnSpPr>
              <a:stCxn id="1811" idx="6"/>
              <a:endCxn id="1968" idx="2"/>
            </p:cNvCxnSpPr>
            <p:nvPr/>
          </p:nvCxnSpPr>
          <p:spPr>
            <a:xfrm rot="10800000" flipH="1">
              <a:off x="4826722" y="3269043"/>
              <a:ext cx="697800" cy="872700"/>
            </a:xfrm>
            <a:prstGeom prst="straightConnector1">
              <a:avLst/>
            </a:prstGeom>
            <a:noFill/>
            <a:ln w="9525" cap="flat" cmpd="sng">
              <a:solidFill>
                <a:srgbClr val="868686"/>
              </a:solidFill>
              <a:prstDash val="solid"/>
              <a:round/>
              <a:headEnd type="none" w="sm" len="sm"/>
              <a:tailEnd type="none" w="sm" len="sm"/>
            </a:ln>
          </p:spPr>
        </p:cxnSp>
        <p:cxnSp>
          <p:nvCxnSpPr>
            <p:cNvPr id="1974" name="Google Shape;1974;p24"/>
            <p:cNvCxnSpPr>
              <a:stCxn id="1787" idx="6"/>
              <a:endCxn id="1968" idx="2"/>
            </p:cNvCxnSpPr>
            <p:nvPr/>
          </p:nvCxnSpPr>
          <p:spPr>
            <a:xfrm rot="10800000" flipH="1">
              <a:off x="4826722" y="3269013"/>
              <a:ext cx="697800" cy="1286700"/>
            </a:xfrm>
            <a:prstGeom prst="straightConnector1">
              <a:avLst/>
            </a:prstGeom>
            <a:noFill/>
            <a:ln w="9525" cap="flat" cmpd="sng">
              <a:solidFill>
                <a:srgbClr val="868686"/>
              </a:solidFill>
              <a:prstDash val="solid"/>
              <a:round/>
              <a:headEnd type="none" w="sm" len="sm"/>
              <a:tailEnd type="none" w="sm" len="sm"/>
            </a:ln>
          </p:spPr>
        </p:cxnSp>
        <p:cxnSp>
          <p:nvCxnSpPr>
            <p:cNvPr id="1975" name="Google Shape;1975;p24"/>
            <p:cNvCxnSpPr>
              <a:stCxn id="1864" idx="6"/>
              <a:endCxn id="1967" idx="2"/>
            </p:cNvCxnSpPr>
            <p:nvPr/>
          </p:nvCxnSpPr>
          <p:spPr>
            <a:xfrm>
              <a:off x="4826722" y="2485863"/>
              <a:ext cx="697800" cy="1197000"/>
            </a:xfrm>
            <a:prstGeom prst="straightConnector1">
              <a:avLst/>
            </a:prstGeom>
            <a:noFill/>
            <a:ln w="9525" cap="flat" cmpd="sng">
              <a:solidFill>
                <a:srgbClr val="868686"/>
              </a:solidFill>
              <a:prstDash val="solid"/>
              <a:round/>
              <a:headEnd type="none" w="sm" len="sm"/>
              <a:tailEnd type="none" w="sm" len="sm"/>
            </a:ln>
          </p:spPr>
        </p:cxnSp>
        <p:cxnSp>
          <p:nvCxnSpPr>
            <p:cNvPr id="1976" name="Google Shape;1976;p24"/>
            <p:cNvCxnSpPr>
              <a:stCxn id="1851" idx="6"/>
              <a:endCxn id="1967" idx="2"/>
            </p:cNvCxnSpPr>
            <p:nvPr/>
          </p:nvCxnSpPr>
          <p:spPr>
            <a:xfrm>
              <a:off x="4826722" y="2899833"/>
              <a:ext cx="697800" cy="783000"/>
            </a:xfrm>
            <a:prstGeom prst="straightConnector1">
              <a:avLst/>
            </a:prstGeom>
            <a:noFill/>
            <a:ln w="9525" cap="flat" cmpd="sng">
              <a:solidFill>
                <a:srgbClr val="868686"/>
              </a:solidFill>
              <a:prstDash val="solid"/>
              <a:round/>
              <a:headEnd type="none" w="sm" len="sm"/>
              <a:tailEnd type="none" w="sm" len="sm"/>
            </a:ln>
          </p:spPr>
        </p:cxnSp>
        <p:cxnSp>
          <p:nvCxnSpPr>
            <p:cNvPr id="1977" name="Google Shape;1977;p24"/>
            <p:cNvCxnSpPr>
              <a:stCxn id="1837" idx="6"/>
              <a:endCxn id="1967" idx="2"/>
            </p:cNvCxnSpPr>
            <p:nvPr/>
          </p:nvCxnSpPr>
          <p:spPr>
            <a:xfrm>
              <a:off x="4826722" y="3313803"/>
              <a:ext cx="697800" cy="369000"/>
            </a:xfrm>
            <a:prstGeom prst="straightConnector1">
              <a:avLst/>
            </a:prstGeom>
            <a:noFill/>
            <a:ln w="9525" cap="flat" cmpd="sng">
              <a:solidFill>
                <a:srgbClr val="868686"/>
              </a:solidFill>
              <a:prstDash val="solid"/>
              <a:round/>
              <a:headEnd type="none" w="sm" len="sm"/>
              <a:tailEnd type="none" w="sm" len="sm"/>
            </a:ln>
          </p:spPr>
        </p:cxnSp>
        <p:cxnSp>
          <p:nvCxnSpPr>
            <p:cNvPr id="1978" name="Google Shape;1978;p24"/>
            <p:cNvCxnSpPr>
              <a:stCxn id="1824" idx="6"/>
              <a:endCxn id="1967" idx="2"/>
            </p:cNvCxnSpPr>
            <p:nvPr/>
          </p:nvCxnSpPr>
          <p:spPr>
            <a:xfrm rot="10800000" flipH="1">
              <a:off x="4826722" y="3682773"/>
              <a:ext cx="697800" cy="45000"/>
            </a:xfrm>
            <a:prstGeom prst="straightConnector1">
              <a:avLst/>
            </a:prstGeom>
            <a:noFill/>
            <a:ln w="9525" cap="flat" cmpd="sng">
              <a:solidFill>
                <a:srgbClr val="868686"/>
              </a:solidFill>
              <a:prstDash val="solid"/>
              <a:round/>
              <a:headEnd type="none" w="sm" len="sm"/>
              <a:tailEnd type="none" w="sm" len="sm"/>
            </a:ln>
          </p:spPr>
        </p:cxnSp>
        <p:cxnSp>
          <p:nvCxnSpPr>
            <p:cNvPr id="1979" name="Google Shape;1979;p24"/>
            <p:cNvCxnSpPr>
              <a:stCxn id="1811" idx="6"/>
              <a:endCxn id="1967" idx="2"/>
            </p:cNvCxnSpPr>
            <p:nvPr/>
          </p:nvCxnSpPr>
          <p:spPr>
            <a:xfrm rot="10800000" flipH="1">
              <a:off x="4826722" y="3683043"/>
              <a:ext cx="697800" cy="458700"/>
            </a:xfrm>
            <a:prstGeom prst="straightConnector1">
              <a:avLst/>
            </a:prstGeom>
            <a:noFill/>
            <a:ln w="9525" cap="flat" cmpd="sng">
              <a:solidFill>
                <a:srgbClr val="868686"/>
              </a:solidFill>
              <a:prstDash val="solid"/>
              <a:round/>
              <a:headEnd type="none" w="sm" len="sm"/>
              <a:tailEnd type="none" w="sm" len="sm"/>
            </a:ln>
          </p:spPr>
        </p:cxnSp>
        <p:cxnSp>
          <p:nvCxnSpPr>
            <p:cNvPr id="1980" name="Google Shape;1980;p24"/>
            <p:cNvCxnSpPr>
              <a:stCxn id="1787" idx="6"/>
              <a:endCxn id="1967" idx="2"/>
            </p:cNvCxnSpPr>
            <p:nvPr/>
          </p:nvCxnSpPr>
          <p:spPr>
            <a:xfrm rot="10800000" flipH="1">
              <a:off x="4826722" y="3683013"/>
              <a:ext cx="697800" cy="872700"/>
            </a:xfrm>
            <a:prstGeom prst="straightConnector1">
              <a:avLst/>
            </a:prstGeom>
            <a:noFill/>
            <a:ln w="9525" cap="flat" cmpd="sng">
              <a:solidFill>
                <a:srgbClr val="868686"/>
              </a:solidFill>
              <a:prstDash val="solid"/>
              <a:round/>
              <a:headEnd type="none" w="sm" len="sm"/>
              <a:tailEnd type="none" w="sm" len="sm"/>
            </a:ln>
          </p:spPr>
        </p:cxnSp>
        <p:cxnSp>
          <p:nvCxnSpPr>
            <p:cNvPr id="1981" name="Google Shape;1981;p24"/>
            <p:cNvCxnSpPr>
              <a:stCxn id="1968" idx="6"/>
              <a:endCxn id="1955" idx="2"/>
            </p:cNvCxnSpPr>
            <p:nvPr/>
          </p:nvCxnSpPr>
          <p:spPr>
            <a:xfrm rot="10800000" flipH="1">
              <a:off x="5790086" y="2481738"/>
              <a:ext cx="697800" cy="787200"/>
            </a:xfrm>
            <a:prstGeom prst="straightConnector1">
              <a:avLst/>
            </a:prstGeom>
            <a:noFill/>
            <a:ln w="9525" cap="flat" cmpd="sng">
              <a:solidFill>
                <a:srgbClr val="868686"/>
              </a:solidFill>
              <a:prstDash val="solid"/>
              <a:round/>
              <a:headEnd type="none" w="sm" len="sm"/>
              <a:tailEnd type="none" w="sm" len="sm"/>
            </a:ln>
          </p:spPr>
        </p:cxnSp>
        <p:cxnSp>
          <p:nvCxnSpPr>
            <p:cNvPr id="1982" name="Google Shape;1982;p24"/>
            <p:cNvCxnSpPr>
              <a:stCxn id="1968" idx="6"/>
              <a:endCxn id="1942" idx="2"/>
            </p:cNvCxnSpPr>
            <p:nvPr/>
          </p:nvCxnSpPr>
          <p:spPr>
            <a:xfrm rot="10800000" flipH="1">
              <a:off x="5790086" y="2895438"/>
              <a:ext cx="697800" cy="373500"/>
            </a:xfrm>
            <a:prstGeom prst="straightConnector1">
              <a:avLst/>
            </a:prstGeom>
            <a:noFill/>
            <a:ln w="9525" cap="flat" cmpd="sng">
              <a:solidFill>
                <a:srgbClr val="868686"/>
              </a:solidFill>
              <a:prstDash val="solid"/>
              <a:round/>
              <a:headEnd type="none" w="sm" len="sm"/>
              <a:tailEnd type="none" w="sm" len="sm"/>
            </a:ln>
          </p:spPr>
        </p:cxnSp>
        <p:cxnSp>
          <p:nvCxnSpPr>
            <p:cNvPr id="1983" name="Google Shape;1983;p24"/>
            <p:cNvCxnSpPr>
              <a:stCxn id="1968" idx="6"/>
              <a:endCxn id="1928" idx="2"/>
            </p:cNvCxnSpPr>
            <p:nvPr/>
          </p:nvCxnSpPr>
          <p:spPr>
            <a:xfrm>
              <a:off x="5790086" y="3268938"/>
              <a:ext cx="697800" cy="40500"/>
            </a:xfrm>
            <a:prstGeom prst="straightConnector1">
              <a:avLst/>
            </a:prstGeom>
            <a:noFill/>
            <a:ln w="9525" cap="flat" cmpd="sng">
              <a:solidFill>
                <a:srgbClr val="868686"/>
              </a:solidFill>
              <a:prstDash val="solid"/>
              <a:round/>
              <a:headEnd type="none" w="sm" len="sm"/>
              <a:tailEnd type="none" w="sm" len="sm"/>
            </a:ln>
          </p:spPr>
        </p:cxnSp>
        <p:cxnSp>
          <p:nvCxnSpPr>
            <p:cNvPr id="1984" name="Google Shape;1984;p24"/>
            <p:cNvCxnSpPr>
              <a:stCxn id="1968" idx="6"/>
              <a:endCxn id="1915" idx="2"/>
            </p:cNvCxnSpPr>
            <p:nvPr/>
          </p:nvCxnSpPr>
          <p:spPr>
            <a:xfrm>
              <a:off x="5790086" y="3268938"/>
              <a:ext cx="697800" cy="454500"/>
            </a:xfrm>
            <a:prstGeom prst="straightConnector1">
              <a:avLst/>
            </a:prstGeom>
            <a:noFill/>
            <a:ln w="9525" cap="flat" cmpd="sng">
              <a:solidFill>
                <a:srgbClr val="868686"/>
              </a:solidFill>
              <a:prstDash val="solid"/>
              <a:round/>
              <a:headEnd type="none" w="sm" len="sm"/>
              <a:tailEnd type="none" w="sm" len="sm"/>
            </a:ln>
          </p:spPr>
        </p:cxnSp>
        <p:cxnSp>
          <p:nvCxnSpPr>
            <p:cNvPr id="1985" name="Google Shape;1985;p24"/>
            <p:cNvCxnSpPr>
              <a:stCxn id="1968" idx="6"/>
              <a:endCxn id="1902" idx="2"/>
            </p:cNvCxnSpPr>
            <p:nvPr/>
          </p:nvCxnSpPr>
          <p:spPr>
            <a:xfrm>
              <a:off x="5790086" y="3268938"/>
              <a:ext cx="697800" cy="868500"/>
            </a:xfrm>
            <a:prstGeom prst="straightConnector1">
              <a:avLst/>
            </a:prstGeom>
            <a:noFill/>
            <a:ln w="9525" cap="flat" cmpd="sng">
              <a:solidFill>
                <a:srgbClr val="868686"/>
              </a:solidFill>
              <a:prstDash val="solid"/>
              <a:round/>
              <a:headEnd type="none" w="sm" len="sm"/>
              <a:tailEnd type="none" w="sm" len="sm"/>
            </a:ln>
          </p:spPr>
        </p:cxnSp>
        <p:cxnSp>
          <p:nvCxnSpPr>
            <p:cNvPr id="1986" name="Google Shape;1986;p24"/>
            <p:cNvCxnSpPr>
              <a:stCxn id="1968" idx="6"/>
              <a:endCxn id="1878" idx="2"/>
            </p:cNvCxnSpPr>
            <p:nvPr/>
          </p:nvCxnSpPr>
          <p:spPr>
            <a:xfrm>
              <a:off x="5790086" y="3268938"/>
              <a:ext cx="697800" cy="1282500"/>
            </a:xfrm>
            <a:prstGeom prst="straightConnector1">
              <a:avLst/>
            </a:prstGeom>
            <a:noFill/>
            <a:ln w="9525" cap="flat" cmpd="sng">
              <a:solidFill>
                <a:srgbClr val="868686"/>
              </a:solidFill>
              <a:prstDash val="solid"/>
              <a:round/>
              <a:headEnd type="none" w="sm" len="sm"/>
              <a:tailEnd type="none" w="sm" len="sm"/>
            </a:ln>
          </p:spPr>
        </p:cxnSp>
        <p:cxnSp>
          <p:nvCxnSpPr>
            <p:cNvPr id="1987" name="Google Shape;1987;p24"/>
            <p:cNvCxnSpPr>
              <a:stCxn id="1967" idx="6"/>
              <a:endCxn id="1955" idx="2"/>
            </p:cNvCxnSpPr>
            <p:nvPr/>
          </p:nvCxnSpPr>
          <p:spPr>
            <a:xfrm rot="10800000" flipH="1">
              <a:off x="5790086" y="2481708"/>
              <a:ext cx="697800" cy="1201200"/>
            </a:xfrm>
            <a:prstGeom prst="straightConnector1">
              <a:avLst/>
            </a:prstGeom>
            <a:noFill/>
            <a:ln w="9525" cap="flat" cmpd="sng">
              <a:solidFill>
                <a:srgbClr val="868686"/>
              </a:solidFill>
              <a:prstDash val="solid"/>
              <a:round/>
              <a:headEnd type="none" w="sm" len="sm"/>
              <a:tailEnd type="none" w="sm" len="sm"/>
            </a:ln>
          </p:spPr>
        </p:cxnSp>
        <p:cxnSp>
          <p:nvCxnSpPr>
            <p:cNvPr id="1988" name="Google Shape;1988;p24"/>
            <p:cNvCxnSpPr>
              <a:stCxn id="1967" idx="6"/>
              <a:endCxn id="1942" idx="2"/>
            </p:cNvCxnSpPr>
            <p:nvPr/>
          </p:nvCxnSpPr>
          <p:spPr>
            <a:xfrm rot="10800000" flipH="1">
              <a:off x="5790086" y="2895708"/>
              <a:ext cx="697800" cy="787200"/>
            </a:xfrm>
            <a:prstGeom prst="straightConnector1">
              <a:avLst/>
            </a:prstGeom>
            <a:noFill/>
            <a:ln w="9525" cap="flat" cmpd="sng">
              <a:solidFill>
                <a:srgbClr val="868686"/>
              </a:solidFill>
              <a:prstDash val="solid"/>
              <a:round/>
              <a:headEnd type="none" w="sm" len="sm"/>
              <a:tailEnd type="none" w="sm" len="sm"/>
            </a:ln>
          </p:spPr>
        </p:cxnSp>
        <p:cxnSp>
          <p:nvCxnSpPr>
            <p:cNvPr id="1989" name="Google Shape;1989;p24"/>
            <p:cNvCxnSpPr>
              <a:stCxn id="1967" idx="6"/>
              <a:endCxn id="1928" idx="2"/>
            </p:cNvCxnSpPr>
            <p:nvPr/>
          </p:nvCxnSpPr>
          <p:spPr>
            <a:xfrm rot="10800000" flipH="1">
              <a:off x="5790086" y="3309408"/>
              <a:ext cx="697800" cy="373500"/>
            </a:xfrm>
            <a:prstGeom prst="straightConnector1">
              <a:avLst/>
            </a:prstGeom>
            <a:noFill/>
            <a:ln w="9525" cap="flat" cmpd="sng">
              <a:solidFill>
                <a:srgbClr val="868686"/>
              </a:solidFill>
              <a:prstDash val="solid"/>
              <a:round/>
              <a:headEnd type="none" w="sm" len="sm"/>
              <a:tailEnd type="none" w="sm" len="sm"/>
            </a:ln>
          </p:spPr>
        </p:cxnSp>
        <p:cxnSp>
          <p:nvCxnSpPr>
            <p:cNvPr id="1990" name="Google Shape;1990;p24"/>
            <p:cNvCxnSpPr>
              <a:stCxn id="1967" idx="6"/>
              <a:endCxn id="1915" idx="2"/>
            </p:cNvCxnSpPr>
            <p:nvPr/>
          </p:nvCxnSpPr>
          <p:spPr>
            <a:xfrm>
              <a:off x="5790086" y="3682908"/>
              <a:ext cx="697800" cy="40500"/>
            </a:xfrm>
            <a:prstGeom prst="straightConnector1">
              <a:avLst/>
            </a:prstGeom>
            <a:noFill/>
            <a:ln w="9525" cap="flat" cmpd="sng">
              <a:solidFill>
                <a:srgbClr val="868686"/>
              </a:solidFill>
              <a:prstDash val="solid"/>
              <a:round/>
              <a:headEnd type="none" w="sm" len="sm"/>
              <a:tailEnd type="none" w="sm" len="sm"/>
            </a:ln>
          </p:spPr>
        </p:cxnSp>
        <p:cxnSp>
          <p:nvCxnSpPr>
            <p:cNvPr id="1991" name="Google Shape;1991;p24"/>
            <p:cNvCxnSpPr>
              <a:stCxn id="1967" idx="6"/>
              <a:endCxn id="1902" idx="2"/>
            </p:cNvCxnSpPr>
            <p:nvPr/>
          </p:nvCxnSpPr>
          <p:spPr>
            <a:xfrm>
              <a:off x="5790086" y="3682908"/>
              <a:ext cx="697800" cy="454500"/>
            </a:xfrm>
            <a:prstGeom prst="straightConnector1">
              <a:avLst/>
            </a:prstGeom>
            <a:noFill/>
            <a:ln w="9525" cap="flat" cmpd="sng">
              <a:solidFill>
                <a:srgbClr val="868686"/>
              </a:solidFill>
              <a:prstDash val="solid"/>
              <a:round/>
              <a:headEnd type="none" w="sm" len="sm"/>
              <a:tailEnd type="none" w="sm" len="sm"/>
            </a:ln>
          </p:spPr>
        </p:cxnSp>
        <p:cxnSp>
          <p:nvCxnSpPr>
            <p:cNvPr id="1992" name="Google Shape;1992;p24"/>
            <p:cNvCxnSpPr>
              <a:stCxn id="1967" idx="6"/>
              <a:endCxn id="1878" idx="2"/>
            </p:cNvCxnSpPr>
            <p:nvPr/>
          </p:nvCxnSpPr>
          <p:spPr>
            <a:xfrm>
              <a:off x="5790086" y="3682908"/>
              <a:ext cx="697800" cy="868500"/>
            </a:xfrm>
            <a:prstGeom prst="straightConnector1">
              <a:avLst/>
            </a:prstGeom>
            <a:noFill/>
            <a:ln w="9525" cap="flat" cmpd="sng">
              <a:solidFill>
                <a:srgbClr val="868686"/>
              </a:solidFill>
              <a:prstDash val="solid"/>
              <a:round/>
              <a:headEnd type="none" w="sm" len="sm"/>
              <a:tailEnd type="none" w="sm" len="sm"/>
            </a:ln>
          </p:spPr>
        </p:cxnSp>
      </p:grpSp>
      <p:graphicFrame>
        <p:nvGraphicFramePr>
          <p:cNvPr id="1993" name="Google Shape;1993;p24"/>
          <p:cNvGraphicFramePr/>
          <p:nvPr>
            <p:extLst>
              <p:ext uri="{D42A27DB-BD31-4B8C-83A1-F6EECF244321}">
                <p14:modId xmlns:p14="http://schemas.microsoft.com/office/powerpoint/2010/main" val="1303348774"/>
              </p:ext>
            </p:extLst>
          </p:nvPr>
        </p:nvGraphicFramePr>
        <p:xfrm>
          <a:off x="2037192" y="1497458"/>
          <a:ext cx="470000" cy="3469500"/>
        </p:xfrm>
        <a:graphic>
          <a:graphicData uri="http://schemas.openxmlformats.org/drawingml/2006/table">
            <a:tbl>
              <a:tblPr firstRow="1" bandRow="1">
                <a:noFill/>
                <a:tableStyleId>{F5CE80F7-09E0-46E4-8B53-46681FA3A45F}</a:tableStyleId>
              </a:tblPr>
              <a:tblGrid>
                <a:gridCol w="470000">
                  <a:extLst>
                    <a:ext uri="{9D8B030D-6E8A-4147-A177-3AD203B41FA5}">
                      <a16:colId xmlns:a16="http://schemas.microsoft.com/office/drawing/2014/main" val="20000"/>
                    </a:ext>
                  </a:extLst>
                </a:gridCol>
              </a:tblGrid>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0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A5A5"/>
                    </a:solidFill>
                  </a:tcPr>
                </a:tc>
                <a:extLst>
                  <a:ext uri="{0D108BD9-81ED-4DB2-BD59-A6C34878D82A}">
                    <a16:rowId xmlns:a16="http://schemas.microsoft.com/office/drawing/2014/main" val="10001"/>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7"/>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0E0"/>
                    </a:solidFill>
                  </a:tcPr>
                </a:tc>
                <a:extLst>
                  <a:ext uri="{0D108BD9-81ED-4DB2-BD59-A6C34878D82A}">
                    <a16:rowId xmlns:a16="http://schemas.microsoft.com/office/drawing/2014/main" val="10008"/>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9"/>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bl>
          </a:graphicData>
        </a:graphic>
      </p:graphicFrame>
      <p:graphicFrame>
        <p:nvGraphicFramePr>
          <p:cNvPr id="1994" name="Google Shape;1994;p24"/>
          <p:cNvGraphicFramePr/>
          <p:nvPr>
            <p:extLst>
              <p:ext uri="{D42A27DB-BD31-4B8C-83A1-F6EECF244321}">
                <p14:modId xmlns:p14="http://schemas.microsoft.com/office/powerpoint/2010/main" val="1085035470"/>
              </p:ext>
            </p:extLst>
          </p:nvPr>
        </p:nvGraphicFramePr>
        <p:xfrm>
          <a:off x="8461571" y="1497457"/>
          <a:ext cx="470000" cy="3469500"/>
        </p:xfrm>
        <a:graphic>
          <a:graphicData uri="http://schemas.openxmlformats.org/drawingml/2006/table">
            <a:tbl>
              <a:tblPr firstRow="1" bandRow="1">
                <a:noFill/>
                <a:tableStyleId>{F5CE80F7-09E0-46E4-8B53-46681FA3A45F}</a:tableStyleId>
              </a:tblPr>
              <a:tblGrid>
                <a:gridCol w="470000">
                  <a:extLst>
                    <a:ext uri="{9D8B030D-6E8A-4147-A177-3AD203B41FA5}">
                      <a16:colId xmlns:a16="http://schemas.microsoft.com/office/drawing/2014/main" val="20000"/>
                    </a:ext>
                  </a:extLst>
                </a:gridCol>
              </a:tblGrid>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0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A5A5"/>
                    </a:solidFill>
                  </a:tcPr>
                </a:tc>
                <a:extLst>
                  <a:ext uri="{0D108BD9-81ED-4DB2-BD59-A6C34878D82A}">
                    <a16:rowId xmlns:a16="http://schemas.microsoft.com/office/drawing/2014/main" val="10001"/>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7"/>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0E0"/>
                    </a:solidFill>
                  </a:tcPr>
                </a:tc>
                <a:extLst>
                  <a:ext uri="{0D108BD9-81ED-4DB2-BD59-A6C34878D82A}">
                    <a16:rowId xmlns:a16="http://schemas.microsoft.com/office/drawing/2014/main" val="10008"/>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9"/>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bl>
          </a:graphicData>
        </a:graphic>
      </p:graphicFrame>
      <p:sp>
        <p:nvSpPr>
          <p:cNvPr id="1995" name="Google Shape;1995;p24"/>
          <p:cNvSpPr/>
          <p:nvPr/>
        </p:nvSpPr>
        <p:spPr>
          <a:xfrm>
            <a:off x="1697643" y="5108226"/>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996" name="Google Shape;1996;p24"/>
          <p:cNvSpPr/>
          <p:nvPr/>
        </p:nvSpPr>
        <p:spPr>
          <a:xfrm>
            <a:off x="8100905" y="5103348"/>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1997" name="Google Shape;1997;p24"/>
          <p:cNvSpPr/>
          <p:nvPr/>
        </p:nvSpPr>
        <p:spPr>
          <a:xfrm>
            <a:off x="3004602" y="5095739"/>
            <a:ext cx="4963593" cy="490221"/>
          </a:xfrm>
          <a:prstGeom prst="leftRightArrow">
            <a:avLst>
              <a:gd name="adj1" fmla="val 50000"/>
              <a:gd name="adj2" fmla="val 50000"/>
            </a:avLst>
          </a:prstGeom>
          <a:solidFill>
            <a:srgbClr val="E7FFBE"/>
          </a:solidFill>
          <a:ln w="12700" cap="flat" cmpd="sng">
            <a:solidFill>
              <a:srgbClr val="595959"/>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2"/>
        <p:cNvGrpSpPr/>
        <p:nvPr/>
      </p:nvGrpSpPr>
      <p:grpSpPr>
        <a:xfrm>
          <a:off x="0" y="0"/>
          <a:ext cx="0" cy="0"/>
          <a:chOff x="0" y="0"/>
          <a:chExt cx="0" cy="0"/>
        </a:xfrm>
      </p:grpSpPr>
      <p:sp>
        <p:nvSpPr>
          <p:cNvPr id="2003" name="Google Shape;2003;p2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自编码器</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2004" name="Google Shape;2004;p25"/>
          <p:cNvGrpSpPr/>
          <p:nvPr/>
        </p:nvGrpSpPr>
        <p:grpSpPr>
          <a:xfrm>
            <a:off x="2723443" y="1487108"/>
            <a:ext cx="5525913" cy="3484169"/>
            <a:chOff x="2897707" y="1725233"/>
            <a:chExt cx="5525913" cy="3484169"/>
          </a:xfrm>
        </p:grpSpPr>
        <p:cxnSp>
          <p:nvCxnSpPr>
            <p:cNvPr id="2005" name="Google Shape;2005;p25"/>
            <p:cNvCxnSpPr>
              <a:stCxn id="2006" idx="6"/>
              <a:endCxn id="2007" idx="2"/>
            </p:cNvCxnSpPr>
            <p:nvPr/>
          </p:nvCxnSpPr>
          <p:spPr>
            <a:xfrm rot="10800000" flipH="1">
              <a:off x="3178866" y="4555732"/>
              <a:ext cx="1382400" cy="538800"/>
            </a:xfrm>
            <a:prstGeom prst="straightConnector1">
              <a:avLst/>
            </a:prstGeom>
            <a:noFill/>
            <a:ln w="9525" cap="flat" cmpd="sng">
              <a:solidFill>
                <a:srgbClr val="868686"/>
              </a:solidFill>
              <a:prstDash val="solid"/>
              <a:round/>
              <a:headEnd type="none" w="sm" len="sm"/>
              <a:tailEnd type="none" w="sm" len="sm"/>
            </a:ln>
          </p:spPr>
        </p:cxnSp>
        <p:cxnSp>
          <p:nvCxnSpPr>
            <p:cNvPr id="2008" name="Google Shape;2008;p25"/>
            <p:cNvCxnSpPr>
              <a:stCxn id="2009" idx="6"/>
              <a:endCxn id="2007" idx="2"/>
            </p:cNvCxnSpPr>
            <p:nvPr/>
          </p:nvCxnSpPr>
          <p:spPr>
            <a:xfrm rot="10800000" flipH="1">
              <a:off x="3178867" y="4555761"/>
              <a:ext cx="1382400" cy="243300"/>
            </a:xfrm>
            <a:prstGeom prst="straightConnector1">
              <a:avLst/>
            </a:prstGeom>
            <a:noFill/>
            <a:ln w="9525" cap="flat" cmpd="sng">
              <a:solidFill>
                <a:srgbClr val="868686"/>
              </a:solidFill>
              <a:prstDash val="solid"/>
              <a:round/>
              <a:headEnd type="none" w="sm" len="sm"/>
              <a:tailEnd type="none" w="sm" len="sm"/>
            </a:ln>
          </p:spPr>
        </p:cxnSp>
        <p:cxnSp>
          <p:nvCxnSpPr>
            <p:cNvPr id="2010" name="Google Shape;2010;p25"/>
            <p:cNvCxnSpPr>
              <a:stCxn id="2011" idx="6"/>
              <a:endCxn id="2007" idx="2"/>
            </p:cNvCxnSpPr>
            <p:nvPr/>
          </p:nvCxnSpPr>
          <p:spPr>
            <a:xfrm>
              <a:off x="3178866" y="4503590"/>
              <a:ext cx="1382400" cy="52200"/>
            </a:xfrm>
            <a:prstGeom prst="straightConnector1">
              <a:avLst/>
            </a:prstGeom>
            <a:noFill/>
            <a:ln w="9525" cap="flat" cmpd="sng">
              <a:solidFill>
                <a:srgbClr val="868686"/>
              </a:solidFill>
              <a:prstDash val="solid"/>
              <a:round/>
              <a:headEnd type="none" w="sm" len="sm"/>
              <a:tailEnd type="none" w="sm" len="sm"/>
            </a:ln>
          </p:spPr>
        </p:cxnSp>
        <p:cxnSp>
          <p:nvCxnSpPr>
            <p:cNvPr id="2012" name="Google Shape;2012;p25"/>
            <p:cNvCxnSpPr>
              <a:stCxn id="2013" idx="6"/>
              <a:endCxn id="2007" idx="2"/>
            </p:cNvCxnSpPr>
            <p:nvPr/>
          </p:nvCxnSpPr>
          <p:spPr>
            <a:xfrm>
              <a:off x="3178866" y="4208119"/>
              <a:ext cx="1382400" cy="347700"/>
            </a:xfrm>
            <a:prstGeom prst="straightConnector1">
              <a:avLst/>
            </a:prstGeom>
            <a:noFill/>
            <a:ln w="9525" cap="flat" cmpd="sng">
              <a:solidFill>
                <a:srgbClr val="868686"/>
              </a:solidFill>
              <a:prstDash val="solid"/>
              <a:round/>
              <a:headEnd type="none" w="sm" len="sm"/>
              <a:tailEnd type="none" w="sm" len="sm"/>
            </a:ln>
          </p:spPr>
        </p:cxnSp>
        <p:cxnSp>
          <p:nvCxnSpPr>
            <p:cNvPr id="2014" name="Google Shape;2014;p25"/>
            <p:cNvCxnSpPr>
              <a:stCxn id="2015" idx="6"/>
              <a:endCxn id="2007" idx="2"/>
            </p:cNvCxnSpPr>
            <p:nvPr/>
          </p:nvCxnSpPr>
          <p:spPr>
            <a:xfrm>
              <a:off x="3170997" y="3912648"/>
              <a:ext cx="1390200" cy="643200"/>
            </a:xfrm>
            <a:prstGeom prst="straightConnector1">
              <a:avLst/>
            </a:prstGeom>
            <a:noFill/>
            <a:ln w="9525" cap="flat" cmpd="sng">
              <a:solidFill>
                <a:srgbClr val="868686"/>
              </a:solidFill>
              <a:prstDash val="solid"/>
              <a:round/>
              <a:headEnd type="none" w="sm" len="sm"/>
              <a:tailEnd type="none" w="sm" len="sm"/>
            </a:ln>
          </p:spPr>
        </p:cxnSp>
        <p:cxnSp>
          <p:nvCxnSpPr>
            <p:cNvPr id="2016" name="Google Shape;2016;p25"/>
            <p:cNvCxnSpPr>
              <a:stCxn id="2017" idx="6"/>
              <a:endCxn id="2007" idx="2"/>
            </p:cNvCxnSpPr>
            <p:nvPr/>
          </p:nvCxnSpPr>
          <p:spPr>
            <a:xfrm>
              <a:off x="3170997" y="3617177"/>
              <a:ext cx="1390200" cy="938400"/>
            </a:xfrm>
            <a:prstGeom prst="straightConnector1">
              <a:avLst/>
            </a:prstGeom>
            <a:noFill/>
            <a:ln w="9525" cap="flat" cmpd="sng">
              <a:solidFill>
                <a:srgbClr val="868686"/>
              </a:solidFill>
              <a:prstDash val="solid"/>
              <a:round/>
              <a:headEnd type="none" w="sm" len="sm"/>
              <a:tailEnd type="none" w="sm" len="sm"/>
            </a:ln>
          </p:spPr>
        </p:cxnSp>
        <p:cxnSp>
          <p:nvCxnSpPr>
            <p:cNvPr id="2018" name="Google Shape;2018;p25"/>
            <p:cNvCxnSpPr>
              <a:stCxn id="2019" idx="6"/>
              <a:endCxn id="2007" idx="2"/>
            </p:cNvCxnSpPr>
            <p:nvPr/>
          </p:nvCxnSpPr>
          <p:spPr>
            <a:xfrm>
              <a:off x="3170996" y="3321705"/>
              <a:ext cx="1390200" cy="1233900"/>
            </a:xfrm>
            <a:prstGeom prst="straightConnector1">
              <a:avLst/>
            </a:prstGeom>
            <a:noFill/>
            <a:ln w="9525" cap="flat" cmpd="sng">
              <a:solidFill>
                <a:srgbClr val="868686"/>
              </a:solidFill>
              <a:prstDash val="solid"/>
              <a:round/>
              <a:headEnd type="none" w="sm" len="sm"/>
              <a:tailEnd type="none" w="sm" len="sm"/>
            </a:ln>
          </p:spPr>
        </p:cxnSp>
        <p:cxnSp>
          <p:nvCxnSpPr>
            <p:cNvPr id="2020" name="Google Shape;2020;p25"/>
            <p:cNvCxnSpPr>
              <a:stCxn id="2021" idx="6"/>
              <a:endCxn id="2007" idx="2"/>
            </p:cNvCxnSpPr>
            <p:nvPr/>
          </p:nvCxnSpPr>
          <p:spPr>
            <a:xfrm>
              <a:off x="3170997" y="3026234"/>
              <a:ext cx="1390200" cy="1529400"/>
            </a:xfrm>
            <a:prstGeom prst="straightConnector1">
              <a:avLst/>
            </a:prstGeom>
            <a:noFill/>
            <a:ln w="9525" cap="flat" cmpd="sng">
              <a:solidFill>
                <a:srgbClr val="868686"/>
              </a:solidFill>
              <a:prstDash val="solid"/>
              <a:round/>
              <a:headEnd type="none" w="sm" len="sm"/>
              <a:tailEnd type="none" w="sm" len="sm"/>
            </a:ln>
          </p:spPr>
        </p:cxnSp>
        <p:cxnSp>
          <p:nvCxnSpPr>
            <p:cNvPr id="2022" name="Google Shape;2022;p25"/>
            <p:cNvCxnSpPr>
              <a:stCxn id="2023" idx="6"/>
              <a:endCxn id="2007" idx="2"/>
            </p:cNvCxnSpPr>
            <p:nvPr/>
          </p:nvCxnSpPr>
          <p:spPr>
            <a:xfrm>
              <a:off x="3170996" y="2730763"/>
              <a:ext cx="1390200" cy="1824900"/>
            </a:xfrm>
            <a:prstGeom prst="straightConnector1">
              <a:avLst/>
            </a:prstGeom>
            <a:noFill/>
            <a:ln w="9525" cap="flat" cmpd="sng">
              <a:solidFill>
                <a:srgbClr val="868686"/>
              </a:solidFill>
              <a:prstDash val="solid"/>
              <a:round/>
              <a:headEnd type="none" w="sm" len="sm"/>
              <a:tailEnd type="none" w="sm" len="sm"/>
            </a:ln>
          </p:spPr>
        </p:cxnSp>
        <p:cxnSp>
          <p:nvCxnSpPr>
            <p:cNvPr id="2024" name="Google Shape;2024;p25"/>
            <p:cNvCxnSpPr>
              <a:stCxn id="2025" idx="6"/>
              <a:endCxn id="2007" idx="2"/>
            </p:cNvCxnSpPr>
            <p:nvPr/>
          </p:nvCxnSpPr>
          <p:spPr>
            <a:xfrm>
              <a:off x="3170996" y="2435291"/>
              <a:ext cx="1390200" cy="2120400"/>
            </a:xfrm>
            <a:prstGeom prst="straightConnector1">
              <a:avLst/>
            </a:prstGeom>
            <a:noFill/>
            <a:ln w="9525" cap="flat" cmpd="sng">
              <a:solidFill>
                <a:srgbClr val="868686"/>
              </a:solidFill>
              <a:prstDash val="solid"/>
              <a:round/>
              <a:headEnd type="none" w="sm" len="sm"/>
              <a:tailEnd type="none" w="sm" len="sm"/>
            </a:ln>
          </p:spPr>
        </p:cxnSp>
        <p:cxnSp>
          <p:nvCxnSpPr>
            <p:cNvPr id="2026" name="Google Shape;2026;p25"/>
            <p:cNvCxnSpPr>
              <a:stCxn id="2027" idx="6"/>
              <a:endCxn id="2007" idx="2"/>
            </p:cNvCxnSpPr>
            <p:nvPr/>
          </p:nvCxnSpPr>
          <p:spPr>
            <a:xfrm>
              <a:off x="3163127" y="2139820"/>
              <a:ext cx="1398300" cy="2415900"/>
            </a:xfrm>
            <a:prstGeom prst="straightConnector1">
              <a:avLst/>
            </a:prstGeom>
            <a:noFill/>
            <a:ln w="9525" cap="flat" cmpd="sng">
              <a:solidFill>
                <a:srgbClr val="868686"/>
              </a:solidFill>
              <a:prstDash val="solid"/>
              <a:round/>
              <a:headEnd type="none" w="sm" len="sm"/>
              <a:tailEnd type="none" w="sm" len="sm"/>
            </a:ln>
          </p:spPr>
        </p:cxnSp>
        <p:cxnSp>
          <p:nvCxnSpPr>
            <p:cNvPr id="2028" name="Google Shape;2028;p25"/>
            <p:cNvCxnSpPr>
              <a:stCxn id="2029" idx="6"/>
              <a:endCxn id="2007" idx="2"/>
            </p:cNvCxnSpPr>
            <p:nvPr/>
          </p:nvCxnSpPr>
          <p:spPr>
            <a:xfrm>
              <a:off x="3163127" y="1844351"/>
              <a:ext cx="1398300" cy="2711400"/>
            </a:xfrm>
            <a:prstGeom prst="straightConnector1">
              <a:avLst/>
            </a:prstGeom>
            <a:noFill/>
            <a:ln w="9525" cap="flat" cmpd="sng">
              <a:solidFill>
                <a:srgbClr val="868686"/>
              </a:solidFill>
              <a:prstDash val="solid"/>
              <a:round/>
              <a:headEnd type="none" w="sm" len="sm"/>
              <a:tailEnd type="none" w="sm" len="sm"/>
            </a:ln>
          </p:spPr>
        </p:cxnSp>
        <p:cxnSp>
          <p:nvCxnSpPr>
            <p:cNvPr id="2030" name="Google Shape;2030;p25"/>
            <p:cNvCxnSpPr>
              <a:stCxn id="2006" idx="6"/>
              <a:endCxn id="2031" idx="2"/>
            </p:cNvCxnSpPr>
            <p:nvPr/>
          </p:nvCxnSpPr>
          <p:spPr>
            <a:xfrm rot="10800000" flipH="1">
              <a:off x="3178866" y="4141732"/>
              <a:ext cx="1382400" cy="952800"/>
            </a:xfrm>
            <a:prstGeom prst="straightConnector1">
              <a:avLst/>
            </a:prstGeom>
            <a:noFill/>
            <a:ln w="9525" cap="flat" cmpd="sng">
              <a:solidFill>
                <a:srgbClr val="868686"/>
              </a:solidFill>
              <a:prstDash val="solid"/>
              <a:round/>
              <a:headEnd type="none" w="sm" len="sm"/>
              <a:tailEnd type="none" w="sm" len="sm"/>
            </a:ln>
          </p:spPr>
        </p:cxnSp>
        <p:cxnSp>
          <p:nvCxnSpPr>
            <p:cNvPr id="2032" name="Google Shape;2032;p25"/>
            <p:cNvCxnSpPr>
              <a:stCxn id="2009" idx="6"/>
              <a:endCxn id="2031" idx="2"/>
            </p:cNvCxnSpPr>
            <p:nvPr/>
          </p:nvCxnSpPr>
          <p:spPr>
            <a:xfrm rot="10800000" flipH="1">
              <a:off x="3178867" y="4141761"/>
              <a:ext cx="1382400" cy="657300"/>
            </a:xfrm>
            <a:prstGeom prst="straightConnector1">
              <a:avLst/>
            </a:prstGeom>
            <a:noFill/>
            <a:ln w="9525" cap="flat" cmpd="sng">
              <a:solidFill>
                <a:srgbClr val="868686"/>
              </a:solidFill>
              <a:prstDash val="solid"/>
              <a:round/>
              <a:headEnd type="none" w="sm" len="sm"/>
              <a:tailEnd type="none" w="sm" len="sm"/>
            </a:ln>
          </p:spPr>
        </p:cxnSp>
        <p:cxnSp>
          <p:nvCxnSpPr>
            <p:cNvPr id="2033" name="Google Shape;2033;p25"/>
            <p:cNvCxnSpPr>
              <a:stCxn id="2011" idx="6"/>
              <a:endCxn id="2031" idx="2"/>
            </p:cNvCxnSpPr>
            <p:nvPr/>
          </p:nvCxnSpPr>
          <p:spPr>
            <a:xfrm rot="10800000" flipH="1">
              <a:off x="3178866" y="4141790"/>
              <a:ext cx="1382400" cy="361800"/>
            </a:xfrm>
            <a:prstGeom prst="straightConnector1">
              <a:avLst/>
            </a:prstGeom>
            <a:noFill/>
            <a:ln w="9525" cap="flat" cmpd="sng">
              <a:solidFill>
                <a:srgbClr val="868686"/>
              </a:solidFill>
              <a:prstDash val="solid"/>
              <a:round/>
              <a:headEnd type="none" w="sm" len="sm"/>
              <a:tailEnd type="none" w="sm" len="sm"/>
            </a:ln>
          </p:spPr>
        </p:cxnSp>
        <p:cxnSp>
          <p:nvCxnSpPr>
            <p:cNvPr id="2034" name="Google Shape;2034;p25"/>
            <p:cNvCxnSpPr>
              <a:stCxn id="2013" idx="6"/>
              <a:endCxn id="2031" idx="2"/>
            </p:cNvCxnSpPr>
            <p:nvPr/>
          </p:nvCxnSpPr>
          <p:spPr>
            <a:xfrm rot="10800000" flipH="1">
              <a:off x="3178866" y="4141819"/>
              <a:ext cx="1382400" cy="66300"/>
            </a:xfrm>
            <a:prstGeom prst="straightConnector1">
              <a:avLst/>
            </a:prstGeom>
            <a:noFill/>
            <a:ln w="9525" cap="flat" cmpd="sng">
              <a:solidFill>
                <a:srgbClr val="868686"/>
              </a:solidFill>
              <a:prstDash val="solid"/>
              <a:round/>
              <a:headEnd type="none" w="sm" len="sm"/>
              <a:tailEnd type="none" w="sm" len="sm"/>
            </a:ln>
          </p:spPr>
        </p:cxnSp>
        <p:cxnSp>
          <p:nvCxnSpPr>
            <p:cNvPr id="2035" name="Google Shape;2035;p25"/>
            <p:cNvCxnSpPr>
              <a:stCxn id="2015" idx="6"/>
              <a:endCxn id="2031" idx="2"/>
            </p:cNvCxnSpPr>
            <p:nvPr/>
          </p:nvCxnSpPr>
          <p:spPr>
            <a:xfrm>
              <a:off x="3170997" y="3912648"/>
              <a:ext cx="1390200" cy="229200"/>
            </a:xfrm>
            <a:prstGeom prst="straightConnector1">
              <a:avLst/>
            </a:prstGeom>
            <a:noFill/>
            <a:ln w="9525" cap="flat" cmpd="sng">
              <a:solidFill>
                <a:srgbClr val="868686"/>
              </a:solidFill>
              <a:prstDash val="solid"/>
              <a:round/>
              <a:headEnd type="none" w="sm" len="sm"/>
              <a:tailEnd type="none" w="sm" len="sm"/>
            </a:ln>
          </p:spPr>
        </p:cxnSp>
        <p:cxnSp>
          <p:nvCxnSpPr>
            <p:cNvPr id="2036" name="Google Shape;2036;p25"/>
            <p:cNvCxnSpPr>
              <a:stCxn id="2017" idx="6"/>
              <a:endCxn id="2031" idx="2"/>
            </p:cNvCxnSpPr>
            <p:nvPr/>
          </p:nvCxnSpPr>
          <p:spPr>
            <a:xfrm>
              <a:off x="3170997" y="3617177"/>
              <a:ext cx="1390200" cy="524700"/>
            </a:xfrm>
            <a:prstGeom prst="straightConnector1">
              <a:avLst/>
            </a:prstGeom>
            <a:noFill/>
            <a:ln w="9525" cap="flat" cmpd="sng">
              <a:solidFill>
                <a:srgbClr val="868686"/>
              </a:solidFill>
              <a:prstDash val="solid"/>
              <a:round/>
              <a:headEnd type="none" w="sm" len="sm"/>
              <a:tailEnd type="none" w="sm" len="sm"/>
            </a:ln>
          </p:spPr>
        </p:cxnSp>
        <p:cxnSp>
          <p:nvCxnSpPr>
            <p:cNvPr id="2037" name="Google Shape;2037;p25"/>
            <p:cNvCxnSpPr>
              <a:stCxn id="2019" idx="6"/>
              <a:endCxn id="2031" idx="2"/>
            </p:cNvCxnSpPr>
            <p:nvPr/>
          </p:nvCxnSpPr>
          <p:spPr>
            <a:xfrm>
              <a:off x="3170996" y="3321705"/>
              <a:ext cx="1390200" cy="819900"/>
            </a:xfrm>
            <a:prstGeom prst="straightConnector1">
              <a:avLst/>
            </a:prstGeom>
            <a:noFill/>
            <a:ln w="9525" cap="flat" cmpd="sng">
              <a:solidFill>
                <a:srgbClr val="868686"/>
              </a:solidFill>
              <a:prstDash val="solid"/>
              <a:round/>
              <a:headEnd type="none" w="sm" len="sm"/>
              <a:tailEnd type="none" w="sm" len="sm"/>
            </a:ln>
          </p:spPr>
        </p:cxnSp>
        <p:cxnSp>
          <p:nvCxnSpPr>
            <p:cNvPr id="2038" name="Google Shape;2038;p25"/>
            <p:cNvCxnSpPr>
              <a:stCxn id="2021" idx="6"/>
              <a:endCxn id="2031" idx="2"/>
            </p:cNvCxnSpPr>
            <p:nvPr/>
          </p:nvCxnSpPr>
          <p:spPr>
            <a:xfrm>
              <a:off x="3170997" y="3026234"/>
              <a:ext cx="1390200" cy="1115400"/>
            </a:xfrm>
            <a:prstGeom prst="straightConnector1">
              <a:avLst/>
            </a:prstGeom>
            <a:noFill/>
            <a:ln w="9525" cap="flat" cmpd="sng">
              <a:solidFill>
                <a:srgbClr val="868686"/>
              </a:solidFill>
              <a:prstDash val="solid"/>
              <a:round/>
              <a:headEnd type="none" w="sm" len="sm"/>
              <a:tailEnd type="none" w="sm" len="sm"/>
            </a:ln>
          </p:spPr>
        </p:cxnSp>
        <p:cxnSp>
          <p:nvCxnSpPr>
            <p:cNvPr id="2039" name="Google Shape;2039;p25"/>
            <p:cNvCxnSpPr>
              <a:stCxn id="2023" idx="6"/>
              <a:endCxn id="2031" idx="2"/>
            </p:cNvCxnSpPr>
            <p:nvPr/>
          </p:nvCxnSpPr>
          <p:spPr>
            <a:xfrm>
              <a:off x="3170996" y="2730763"/>
              <a:ext cx="1390200" cy="1410900"/>
            </a:xfrm>
            <a:prstGeom prst="straightConnector1">
              <a:avLst/>
            </a:prstGeom>
            <a:noFill/>
            <a:ln w="9525" cap="flat" cmpd="sng">
              <a:solidFill>
                <a:srgbClr val="868686"/>
              </a:solidFill>
              <a:prstDash val="solid"/>
              <a:round/>
              <a:headEnd type="none" w="sm" len="sm"/>
              <a:tailEnd type="none" w="sm" len="sm"/>
            </a:ln>
          </p:spPr>
        </p:cxnSp>
        <p:cxnSp>
          <p:nvCxnSpPr>
            <p:cNvPr id="2040" name="Google Shape;2040;p25"/>
            <p:cNvCxnSpPr>
              <a:stCxn id="2025" idx="6"/>
              <a:endCxn id="2031" idx="2"/>
            </p:cNvCxnSpPr>
            <p:nvPr/>
          </p:nvCxnSpPr>
          <p:spPr>
            <a:xfrm>
              <a:off x="3170996" y="2435291"/>
              <a:ext cx="1390200" cy="1706400"/>
            </a:xfrm>
            <a:prstGeom prst="straightConnector1">
              <a:avLst/>
            </a:prstGeom>
            <a:noFill/>
            <a:ln w="9525" cap="flat" cmpd="sng">
              <a:solidFill>
                <a:srgbClr val="868686"/>
              </a:solidFill>
              <a:prstDash val="solid"/>
              <a:round/>
              <a:headEnd type="none" w="sm" len="sm"/>
              <a:tailEnd type="none" w="sm" len="sm"/>
            </a:ln>
          </p:spPr>
        </p:cxnSp>
        <p:cxnSp>
          <p:nvCxnSpPr>
            <p:cNvPr id="2041" name="Google Shape;2041;p25"/>
            <p:cNvCxnSpPr>
              <a:stCxn id="2027" idx="6"/>
              <a:endCxn id="2031" idx="2"/>
            </p:cNvCxnSpPr>
            <p:nvPr/>
          </p:nvCxnSpPr>
          <p:spPr>
            <a:xfrm>
              <a:off x="3163127" y="2139820"/>
              <a:ext cx="1398300" cy="2001900"/>
            </a:xfrm>
            <a:prstGeom prst="straightConnector1">
              <a:avLst/>
            </a:prstGeom>
            <a:noFill/>
            <a:ln w="9525" cap="flat" cmpd="sng">
              <a:solidFill>
                <a:srgbClr val="868686"/>
              </a:solidFill>
              <a:prstDash val="solid"/>
              <a:round/>
              <a:headEnd type="none" w="sm" len="sm"/>
              <a:tailEnd type="none" w="sm" len="sm"/>
            </a:ln>
          </p:spPr>
        </p:cxnSp>
        <p:cxnSp>
          <p:nvCxnSpPr>
            <p:cNvPr id="2042" name="Google Shape;2042;p25"/>
            <p:cNvCxnSpPr>
              <a:stCxn id="2029" idx="6"/>
              <a:endCxn id="2031" idx="2"/>
            </p:cNvCxnSpPr>
            <p:nvPr/>
          </p:nvCxnSpPr>
          <p:spPr>
            <a:xfrm>
              <a:off x="3163127" y="1844351"/>
              <a:ext cx="1398300" cy="2297400"/>
            </a:xfrm>
            <a:prstGeom prst="straightConnector1">
              <a:avLst/>
            </a:prstGeom>
            <a:noFill/>
            <a:ln w="9525" cap="flat" cmpd="sng">
              <a:solidFill>
                <a:srgbClr val="868686"/>
              </a:solidFill>
              <a:prstDash val="solid"/>
              <a:round/>
              <a:headEnd type="none" w="sm" len="sm"/>
              <a:tailEnd type="none" w="sm" len="sm"/>
            </a:ln>
          </p:spPr>
        </p:cxnSp>
        <p:cxnSp>
          <p:nvCxnSpPr>
            <p:cNvPr id="2043" name="Google Shape;2043;p25"/>
            <p:cNvCxnSpPr>
              <a:stCxn id="2006" idx="6"/>
              <a:endCxn id="2044" idx="2"/>
            </p:cNvCxnSpPr>
            <p:nvPr/>
          </p:nvCxnSpPr>
          <p:spPr>
            <a:xfrm rot="10800000" flipH="1">
              <a:off x="3178866" y="3727732"/>
              <a:ext cx="1382400" cy="1366800"/>
            </a:xfrm>
            <a:prstGeom prst="straightConnector1">
              <a:avLst/>
            </a:prstGeom>
            <a:noFill/>
            <a:ln w="9525" cap="flat" cmpd="sng">
              <a:solidFill>
                <a:srgbClr val="868686"/>
              </a:solidFill>
              <a:prstDash val="solid"/>
              <a:round/>
              <a:headEnd type="none" w="sm" len="sm"/>
              <a:tailEnd type="none" w="sm" len="sm"/>
            </a:ln>
          </p:spPr>
        </p:cxnSp>
        <p:cxnSp>
          <p:nvCxnSpPr>
            <p:cNvPr id="2045" name="Google Shape;2045;p25"/>
            <p:cNvCxnSpPr>
              <a:stCxn id="2009" idx="6"/>
              <a:endCxn id="2044" idx="2"/>
            </p:cNvCxnSpPr>
            <p:nvPr/>
          </p:nvCxnSpPr>
          <p:spPr>
            <a:xfrm rot="10800000" flipH="1">
              <a:off x="3178867" y="3727761"/>
              <a:ext cx="1382400" cy="1071300"/>
            </a:xfrm>
            <a:prstGeom prst="straightConnector1">
              <a:avLst/>
            </a:prstGeom>
            <a:noFill/>
            <a:ln w="9525" cap="flat" cmpd="sng">
              <a:solidFill>
                <a:srgbClr val="868686"/>
              </a:solidFill>
              <a:prstDash val="solid"/>
              <a:round/>
              <a:headEnd type="none" w="sm" len="sm"/>
              <a:tailEnd type="none" w="sm" len="sm"/>
            </a:ln>
          </p:spPr>
        </p:cxnSp>
        <p:cxnSp>
          <p:nvCxnSpPr>
            <p:cNvPr id="2046" name="Google Shape;2046;p25"/>
            <p:cNvCxnSpPr>
              <a:stCxn id="2011" idx="6"/>
              <a:endCxn id="2044" idx="2"/>
            </p:cNvCxnSpPr>
            <p:nvPr/>
          </p:nvCxnSpPr>
          <p:spPr>
            <a:xfrm rot="10800000" flipH="1">
              <a:off x="3178866" y="3727790"/>
              <a:ext cx="1382400" cy="775800"/>
            </a:xfrm>
            <a:prstGeom prst="straightConnector1">
              <a:avLst/>
            </a:prstGeom>
            <a:noFill/>
            <a:ln w="9525" cap="flat" cmpd="sng">
              <a:solidFill>
                <a:srgbClr val="868686"/>
              </a:solidFill>
              <a:prstDash val="solid"/>
              <a:round/>
              <a:headEnd type="none" w="sm" len="sm"/>
              <a:tailEnd type="none" w="sm" len="sm"/>
            </a:ln>
          </p:spPr>
        </p:cxnSp>
        <p:cxnSp>
          <p:nvCxnSpPr>
            <p:cNvPr id="2047" name="Google Shape;2047;p25"/>
            <p:cNvCxnSpPr>
              <a:stCxn id="2013" idx="6"/>
              <a:endCxn id="2044" idx="2"/>
            </p:cNvCxnSpPr>
            <p:nvPr/>
          </p:nvCxnSpPr>
          <p:spPr>
            <a:xfrm rot="10800000" flipH="1">
              <a:off x="3178866" y="3727819"/>
              <a:ext cx="1382400" cy="480300"/>
            </a:xfrm>
            <a:prstGeom prst="straightConnector1">
              <a:avLst/>
            </a:prstGeom>
            <a:noFill/>
            <a:ln w="9525" cap="flat" cmpd="sng">
              <a:solidFill>
                <a:srgbClr val="868686"/>
              </a:solidFill>
              <a:prstDash val="solid"/>
              <a:round/>
              <a:headEnd type="none" w="sm" len="sm"/>
              <a:tailEnd type="none" w="sm" len="sm"/>
            </a:ln>
          </p:spPr>
        </p:cxnSp>
        <p:cxnSp>
          <p:nvCxnSpPr>
            <p:cNvPr id="2048" name="Google Shape;2048;p25"/>
            <p:cNvCxnSpPr>
              <a:stCxn id="2015" idx="6"/>
              <a:endCxn id="2044" idx="2"/>
            </p:cNvCxnSpPr>
            <p:nvPr/>
          </p:nvCxnSpPr>
          <p:spPr>
            <a:xfrm rot="10800000" flipH="1">
              <a:off x="3170997" y="3727848"/>
              <a:ext cx="1390200" cy="184800"/>
            </a:xfrm>
            <a:prstGeom prst="straightConnector1">
              <a:avLst/>
            </a:prstGeom>
            <a:noFill/>
            <a:ln w="9525" cap="flat" cmpd="sng">
              <a:solidFill>
                <a:srgbClr val="868686"/>
              </a:solidFill>
              <a:prstDash val="solid"/>
              <a:round/>
              <a:headEnd type="none" w="sm" len="sm"/>
              <a:tailEnd type="none" w="sm" len="sm"/>
            </a:ln>
          </p:spPr>
        </p:cxnSp>
        <p:cxnSp>
          <p:nvCxnSpPr>
            <p:cNvPr id="2049" name="Google Shape;2049;p25"/>
            <p:cNvCxnSpPr>
              <a:stCxn id="2017" idx="6"/>
              <a:endCxn id="2044" idx="2"/>
            </p:cNvCxnSpPr>
            <p:nvPr/>
          </p:nvCxnSpPr>
          <p:spPr>
            <a:xfrm>
              <a:off x="3170997" y="3617177"/>
              <a:ext cx="1390200" cy="110700"/>
            </a:xfrm>
            <a:prstGeom prst="straightConnector1">
              <a:avLst/>
            </a:prstGeom>
            <a:noFill/>
            <a:ln w="9525" cap="flat" cmpd="sng">
              <a:solidFill>
                <a:srgbClr val="868686"/>
              </a:solidFill>
              <a:prstDash val="solid"/>
              <a:round/>
              <a:headEnd type="none" w="sm" len="sm"/>
              <a:tailEnd type="none" w="sm" len="sm"/>
            </a:ln>
          </p:spPr>
        </p:cxnSp>
        <p:cxnSp>
          <p:nvCxnSpPr>
            <p:cNvPr id="2050" name="Google Shape;2050;p25"/>
            <p:cNvCxnSpPr>
              <a:stCxn id="2019" idx="6"/>
              <a:endCxn id="2044" idx="2"/>
            </p:cNvCxnSpPr>
            <p:nvPr/>
          </p:nvCxnSpPr>
          <p:spPr>
            <a:xfrm>
              <a:off x="3170996" y="3321705"/>
              <a:ext cx="1390200" cy="406200"/>
            </a:xfrm>
            <a:prstGeom prst="straightConnector1">
              <a:avLst/>
            </a:prstGeom>
            <a:noFill/>
            <a:ln w="9525" cap="flat" cmpd="sng">
              <a:solidFill>
                <a:srgbClr val="868686"/>
              </a:solidFill>
              <a:prstDash val="solid"/>
              <a:round/>
              <a:headEnd type="none" w="sm" len="sm"/>
              <a:tailEnd type="none" w="sm" len="sm"/>
            </a:ln>
          </p:spPr>
        </p:cxnSp>
        <p:cxnSp>
          <p:nvCxnSpPr>
            <p:cNvPr id="2051" name="Google Shape;2051;p25"/>
            <p:cNvCxnSpPr>
              <a:stCxn id="2021" idx="6"/>
              <a:endCxn id="2044" idx="2"/>
            </p:cNvCxnSpPr>
            <p:nvPr/>
          </p:nvCxnSpPr>
          <p:spPr>
            <a:xfrm>
              <a:off x="3170997" y="3026234"/>
              <a:ext cx="1390200" cy="701400"/>
            </a:xfrm>
            <a:prstGeom prst="straightConnector1">
              <a:avLst/>
            </a:prstGeom>
            <a:noFill/>
            <a:ln w="9525" cap="flat" cmpd="sng">
              <a:solidFill>
                <a:srgbClr val="868686"/>
              </a:solidFill>
              <a:prstDash val="solid"/>
              <a:round/>
              <a:headEnd type="none" w="sm" len="sm"/>
              <a:tailEnd type="none" w="sm" len="sm"/>
            </a:ln>
          </p:spPr>
        </p:cxnSp>
        <p:cxnSp>
          <p:nvCxnSpPr>
            <p:cNvPr id="2052" name="Google Shape;2052;p25"/>
            <p:cNvCxnSpPr>
              <a:stCxn id="2023" idx="6"/>
              <a:endCxn id="2044" idx="2"/>
            </p:cNvCxnSpPr>
            <p:nvPr/>
          </p:nvCxnSpPr>
          <p:spPr>
            <a:xfrm>
              <a:off x="3170996" y="2730763"/>
              <a:ext cx="1390200" cy="996900"/>
            </a:xfrm>
            <a:prstGeom prst="straightConnector1">
              <a:avLst/>
            </a:prstGeom>
            <a:noFill/>
            <a:ln w="9525" cap="flat" cmpd="sng">
              <a:solidFill>
                <a:srgbClr val="868686"/>
              </a:solidFill>
              <a:prstDash val="solid"/>
              <a:round/>
              <a:headEnd type="none" w="sm" len="sm"/>
              <a:tailEnd type="none" w="sm" len="sm"/>
            </a:ln>
          </p:spPr>
        </p:cxnSp>
        <p:cxnSp>
          <p:nvCxnSpPr>
            <p:cNvPr id="2053" name="Google Shape;2053;p25"/>
            <p:cNvCxnSpPr>
              <a:stCxn id="2025" idx="6"/>
              <a:endCxn id="2044" idx="2"/>
            </p:cNvCxnSpPr>
            <p:nvPr/>
          </p:nvCxnSpPr>
          <p:spPr>
            <a:xfrm>
              <a:off x="3170996" y="2435291"/>
              <a:ext cx="1390200" cy="1292400"/>
            </a:xfrm>
            <a:prstGeom prst="straightConnector1">
              <a:avLst/>
            </a:prstGeom>
            <a:noFill/>
            <a:ln w="9525" cap="flat" cmpd="sng">
              <a:solidFill>
                <a:srgbClr val="868686"/>
              </a:solidFill>
              <a:prstDash val="solid"/>
              <a:round/>
              <a:headEnd type="none" w="sm" len="sm"/>
              <a:tailEnd type="none" w="sm" len="sm"/>
            </a:ln>
          </p:spPr>
        </p:cxnSp>
        <p:cxnSp>
          <p:nvCxnSpPr>
            <p:cNvPr id="2054" name="Google Shape;2054;p25"/>
            <p:cNvCxnSpPr>
              <a:stCxn id="2027" idx="6"/>
              <a:endCxn id="2044" idx="2"/>
            </p:cNvCxnSpPr>
            <p:nvPr/>
          </p:nvCxnSpPr>
          <p:spPr>
            <a:xfrm>
              <a:off x="3163127" y="2139820"/>
              <a:ext cx="1398300" cy="1587900"/>
            </a:xfrm>
            <a:prstGeom prst="straightConnector1">
              <a:avLst/>
            </a:prstGeom>
            <a:noFill/>
            <a:ln w="9525" cap="flat" cmpd="sng">
              <a:solidFill>
                <a:srgbClr val="868686"/>
              </a:solidFill>
              <a:prstDash val="solid"/>
              <a:round/>
              <a:headEnd type="none" w="sm" len="sm"/>
              <a:tailEnd type="none" w="sm" len="sm"/>
            </a:ln>
          </p:spPr>
        </p:cxnSp>
        <p:cxnSp>
          <p:nvCxnSpPr>
            <p:cNvPr id="2055" name="Google Shape;2055;p25"/>
            <p:cNvCxnSpPr>
              <a:stCxn id="2029" idx="6"/>
              <a:endCxn id="2044" idx="2"/>
            </p:cNvCxnSpPr>
            <p:nvPr/>
          </p:nvCxnSpPr>
          <p:spPr>
            <a:xfrm>
              <a:off x="3163127" y="1844351"/>
              <a:ext cx="1398300" cy="1883400"/>
            </a:xfrm>
            <a:prstGeom prst="straightConnector1">
              <a:avLst/>
            </a:prstGeom>
            <a:noFill/>
            <a:ln w="9525" cap="flat" cmpd="sng">
              <a:solidFill>
                <a:srgbClr val="868686"/>
              </a:solidFill>
              <a:prstDash val="solid"/>
              <a:round/>
              <a:headEnd type="none" w="sm" len="sm"/>
              <a:tailEnd type="none" w="sm" len="sm"/>
            </a:ln>
          </p:spPr>
        </p:cxnSp>
        <p:cxnSp>
          <p:nvCxnSpPr>
            <p:cNvPr id="2056" name="Google Shape;2056;p25"/>
            <p:cNvCxnSpPr>
              <a:stCxn id="2006" idx="6"/>
              <a:endCxn id="2057" idx="2"/>
            </p:cNvCxnSpPr>
            <p:nvPr/>
          </p:nvCxnSpPr>
          <p:spPr>
            <a:xfrm rot="10800000" flipH="1">
              <a:off x="3178866" y="3313732"/>
              <a:ext cx="1382400" cy="1780800"/>
            </a:xfrm>
            <a:prstGeom prst="straightConnector1">
              <a:avLst/>
            </a:prstGeom>
            <a:noFill/>
            <a:ln w="9525" cap="flat" cmpd="sng">
              <a:solidFill>
                <a:srgbClr val="868686"/>
              </a:solidFill>
              <a:prstDash val="solid"/>
              <a:round/>
              <a:headEnd type="none" w="sm" len="sm"/>
              <a:tailEnd type="none" w="sm" len="sm"/>
            </a:ln>
          </p:spPr>
        </p:cxnSp>
        <p:cxnSp>
          <p:nvCxnSpPr>
            <p:cNvPr id="2058" name="Google Shape;2058;p25"/>
            <p:cNvCxnSpPr>
              <a:stCxn id="2009" idx="6"/>
              <a:endCxn id="2057" idx="2"/>
            </p:cNvCxnSpPr>
            <p:nvPr/>
          </p:nvCxnSpPr>
          <p:spPr>
            <a:xfrm rot="10800000" flipH="1">
              <a:off x="3178867" y="3313761"/>
              <a:ext cx="1382400" cy="1485300"/>
            </a:xfrm>
            <a:prstGeom prst="straightConnector1">
              <a:avLst/>
            </a:prstGeom>
            <a:noFill/>
            <a:ln w="9525" cap="flat" cmpd="sng">
              <a:solidFill>
                <a:srgbClr val="868686"/>
              </a:solidFill>
              <a:prstDash val="solid"/>
              <a:round/>
              <a:headEnd type="none" w="sm" len="sm"/>
              <a:tailEnd type="none" w="sm" len="sm"/>
            </a:ln>
          </p:spPr>
        </p:cxnSp>
        <p:cxnSp>
          <p:nvCxnSpPr>
            <p:cNvPr id="2059" name="Google Shape;2059;p25"/>
            <p:cNvCxnSpPr>
              <a:stCxn id="2011" idx="6"/>
              <a:endCxn id="2057" idx="2"/>
            </p:cNvCxnSpPr>
            <p:nvPr/>
          </p:nvCxnSpPr>
          <p:spPr>
            <a:xfrm rot="10800000" flipH="1">
              <a:off x="3178866" y="3313790"/>
              <a:ext cx="1382400" cy="1189800"/>
            </a:xfrm>
            <a:prstGeom prst="straightConnector1">
              <a:avLst/>
            </a:prstGeom>
            <a:noFill/>
            <a:ln w="9525" cap="flat" cmpd="sng">
              <a:solidFill>
                <a:srgbClr val="868686"/>
              </a:solidFill>
              <a:prstDash val="solid"/>
              <a:round/>
              <a:headEnd type="none" w="sm" len="sm"/>
              <a:tailEnd type="none" w="sm" len="sm"/>
            </a:ln>
          </p:spPr>
        </p:cxnSp>
        <p:cxnSp>
          <p:nvCxnSpPr>
            <p:cNvPr id="2060" name="Google Shape;2060;p25"/>
            <p:cNvCxnSpPr>
              <a:stCxn id="2013" idx="6"/>
              <a:endCxn id="2057" idx="2"/>
            </p:cNvCxnSpPr>
            <p:nvPr/>
          </p:nvCxnSpPr>
          <p:spPr>
            <a:xfrm rot="10800000" flipH="1">
              <a:off x="3178866" y="3313819"/>
              <a:ext cx="1382400" cy="894300"/>
            </a:xfrm>
            <a:prstGeom prst="straightConnector1">
              <a:avLst/>
            </a:prstGeom>
            <a:noFill/>
            <a:ln w="9525" cap="flat" cmpd="sng">
              <a:solidFill>
                <a:srgbClr val="868686"/>
              </a:solidFill>
              <a:prstDash val="solid"/>
              <a:round/>
              <a:headEnd type="none" w="sm" len="sm"/>
              <a:tailEnd type="none" w="sm" len="sm"/>
            </a:ln>
          </p:spPr>
        </p:cxnSp>
        <p:cxnSp>
          <p:nvCxnSpPr>
            <p:cNvPr id="2061" name="Google Shape;2061;p25"/>
            <p:cNvCxnSpPr>
              <a:stCxn id="2015" idx="6"/>
              <a:endCxn id="2057" idx="2"/>
            </p:cNvCxnSpPr>
            <p:nvPr/>
          </p:nvCxnSpPr>
          <p:spPr>
            <a:xfrm rot="10800000" flipH="1">
              <a:off x="3170997" y="3313848"/>
              <a:ext cx="1390200" cy="598800"/>
            </a:xfrm>
            <a:prstGeom prst="straightConnector1">
              <a:avLst/>
            </a:prstGeom>
            <a:noFill/>
            <a:ln w="9525" cap="flat" cmpd="sng">
              <a:solidFill>
                <a:srgbClr val="868686"/>
              </a:solidFill>
              <a:prstDash val="solid"/>
              <a:round/>
              <a:headEnd type="none" w="sm" len="sm"/>
              <a:tailEnd type="none" w="sm" len="sm"/>
            </a:ln>
          </p:spPr>
        </p:cxnSp>
        <p:cxnSp>
          <p:nvCxnSpPr>
            <p:cNvPr id="2062" name="Google Shape;2062;p25"/>
            <p:cNvCxnSpPr>
              <a:stCxn id="2017" idx="6"/>
              <a:endCxn id="2057" idx="2"/>
            </p:cNvCxnSpPr>
            <p:nvPr/>
          </p:nvCxnSpPr>
          <p:spPr>
            <a:xfrm rot="10800000" flipH="1">
              <a:off x="3170997" y="3313877"/>
              <a:ext cx="1390200" cy="303300"/>
            </a:xfrm>
            <a:prstGeom prst="straightConnector1">
              <a:avLst/>
            </a:prstGeom>
            <a:noFill/>
            <a:ln w="9525" cap="flat" cmpd="sng">
              <a:solidFill>
                <a:srgbClr val="868686"/>
              </a:solidFill>
              <a:prstDash val="solid"/>
              <a:round/>
              <a:headEnd type="none" w="sm" len="sm"/>
              <a:tailEnd type="none" w="sm" len="sm"/>
            </a:ln>
          </p:spPr>
        </p:cxnSp>
        <p:cxnSp>
          <p:nvCxnSpPr>
            <p:cNvPr id="2063" name="Google Shape;2063;p25"/>
            <p:cNvCxnSpPr>
              <a:stCxn id="2019" idx="6"/>
              <a:endCxn id="2057" idx="2"/>
            </p:cNvCxnSpPr>
            <p:nvPr/>
          </p:nvCxnSpPr>
          <p:spPr>
            <a:xfrm rot="10800000" flipH="1">
              <a:off x="3170996" y="3313905"/>
              <a:ext cx="1390200" cy="7800"/>
            </a:xfrm>
            <a:prstGeom prst="straightConnector1">
              <a:avLst/>
            </a:prstGeom>
            <a:noFill/>
            <a:ln w="9525" cap="flat" cmpd="sng">
              <a:solidFill>
                <a:srgbClr val="868686"/>
              </a:solidFill>
              <a:prstDash val="solid"/>
              <a:round/>
              <a:headEnd type="none" w="sm" len="sm"/>
              <a:tailEnd type="none" w="sm" len="sm"/>
            </a:ln>
          </p:spPr>
        </p:cxnSp>
        <p:cxnSp>
          <p:nvCxnSpPr>
            <p:cNvPr id="2064" name="Google Shape;2064;p25"/>
            <p:cNvCxnSpPr>
              <a:stCxn id="2021" idx="6"/>
              <a:endCxn id="2057" idx="2"/>
            </p:cNvCxnSpPr>
            <p:nvPr/>
          </p:nvCxnSpPr>
          <p:spPr>
            <a:xfrm>
              <a:off x="3170997" y="3026234"/>
              <a:ext cx="1390200" cy="287700"/>
            </a:xfrm>
            <a:prstGeom prst="straightConnector1">
              <a:avLst/>
            </a:prstGeom>
            <a:noFill/>
            <a:ln w="9525" cap="flat" cmpd="sng">
              <a:solidFill>
                <a:srgbClr val="868686"/>
              </a:solidFill>
              <a:prstDash val="solid"/>
              <a:round/>
              <a:headEnd type="none" w="sm" len="sm"/>
              <a:tailEnd type="none" w="sm" len="sm"/>
            </a:ln>
          </p:spPr>
        </p:cxnSp>
        <p:cxnSp>
          <p:nvCxnSpPr>
            <p:cNvPr id="2065" name="Google Shape;2065;p25"/>
            <p:cNvCxnSpPr>
              <a:stCxn id="2023" idx="6"/>
              <a:endCxn id="2057" idx="2"/>
            </p:cNvCxnSpPr>
            <p:nvPr/>
          </p:nvCxnSpPr>
          <p:spPr>
            <a:xfrm>
              <a:off x="3170996" y="2730763"/>
              <a:ext cx="1390200" cy="582900"/>
            </a:xfrm>
            <a:prstGeom prst="straightConnector1">
              <a:avLst/>
            </a:prstGeom>
            <a:noFill/>
            <a:ln w="9525" cap="flat" cmpd="sng">
              <a:solidFill>
                <a:srgbClr val="868686"/>
              </a:solidFill>
              <a:prstDash val="solid"/>
              <a:round/>
              <a:headEnd type="none" w="sm" len="sm"/>
              <a:tailEnd type="none" w="sm" len="sm"/>
            </a:ln>
          </p:spPr>
        </p:cxnSp>
        <p:cxnSp>
          <p:nvCxnSpPr>
            <p:cNvPr id="2066" name="Google Shape;2066;p25"/>
            <p:cNvCxnSpPr>
              <a:stCxn id="2025" idx="6"/>
              <a:endCxn id="2057" idx="2"/>
            </p:cNvCxnSpPr>
            <p:nvPr/>
          </p:nvCxnSpPr>
          <p:spPr>
            <a:xfrm>
              <a:off x="3170996" y="2435291"/>
              <a:ext cx="1390200" cy="878400"/>
            </a:xfrm>
            <a:prstGeom prst="straightConnector1">
              <a:avLst/>
            </a:prstGeom>
            <a:noFill/>
            <a:ln w="9525" cap="flat" cmpd="sng">
              <a:solidFill>
                <a:srgbClr val="868686"/>
              </a:solidFill>
              <a:prstDash val="solid"/>
              <a:round/>
              <a:headEnd type="none" w="sm" len="sm"/>
              <a:tailEnd type="none" w="sm" len="sm"/>
            </a:ln>
          </p:spPr>
        </p:cxnSp>
        <p:cxnSp>
          <p:nvCxnSpPr>
            <p:cNvPr id="2067" name="Google Shape;2067;p25"/>
            <p:cNvCxnSpPr>
              <a:stCxn id="2025" idx="6"/>
              <a:endCxn id="2057" idx="2"/>
            </p:cNvCxnSpPr>
            <p:nvPr/>
          </p:nvCxnSpPr>
          <p:spPr>
            <a:xfrm>
              <a:off x="3170996" y="2435291"/>
              <a:ext cx="1390200" cy="878400"/>
            </a:xfrm>
            <a:prstGeom prst="straightConnector1">
              <a:avLst/>
            </a:prstGeom>
            <a:noFill/>
            <a:ln w="9525" cap="flat" cmpd="sng">
              <a:solidFill>
                <a:srgbClr val="868686"/>
              </a:solidFill>
              <a:prstDash val="solid"/>
              <a:round/>
              <a:headEnd type="none" w="sm" len="sm"/>
              <a:tailEnd type="none" w="sm" len="sm"/>
            </a:ln>
          </p:spPr>
        </p:cxnSp>
        <p:cxnSp>
          <p:nvCxnSpPr>
            <p:cNvPr id="2068" name="Google Shape;2068;p25"/>
            <p:cNvCxnSpPr>
              <a:stCxn id="2027" idx="6"/>
              <a:endCxn id="2057" idx="2"/>
            </p:cNvCxnSpPr>
            <p:nvPr/>
          </p:nvCxnSpPr>
          <p:spPr>
            <a:xfrm>
              <a:off x="3163127" y="2139820"/>
              <a:ext cx="1398300" cy="1173900"/>
            </a:xfrm>
            <a:prstGeom prst="straightConnector1">
              <a:avLst/>
            </a:prstGeom>
            <a:noFill/>
            <a:ln w="9525" cap="flat" cmpd="sng">
              <a:solidFill>
                <a:srgbClr val="868686"/>
              </a:solidFill>
              <a:prstDash val="solid"/>
              <a:round/>
              <a:headEnd type="none" w="sm" len="sm"/>
              <a:tailEnd type="none" w="sm" len="sm"/>
            </a:ln>
          </p:spPr>
        </p:cxnSp>
        <p:cxnSp>
          <p:nvCxnSpPr>
            <p:cNvPr id="2069" name="Google Shape;2069;p25"/>
            <p:cNvCxnSpPr>
              <a:stCxn id="2029" idx="6"/>
              <a:endCxn id="2057" idx="2"/>
            </p:cNvCxnSpPr>
            <p:nvPr/>
          </p:nvCxnSpPr>
          <p:spPr>
            <a:xfrm>
              <a:off x="3163127" y="1844351"/>
              <a:ext cx="1398300" cy="1469400"/>
            </a:xfrm>
            <a:prstGeom prst="straightConnector1">
              <a:avLst/>
            </a:prstGeom>
            <a:noFill/>
            <a:ln w="9525" cap="flat" cmpd="sng">
              <a:solidFill>
                <a:srgbClr val="868686"/>
              </a:solidFill>
              <a:prstDash val="solid"/>
              <a:round/>
              <a:headEnd type="none" w="sm" len="sm"/>
              <a:tailEnd type="none" w="sm" len="sm"/>
            </a:ln>
          </p:spPr>
        </p:cxnSp>
        <p:cxnSp>
          <p:nvCxnSpPr>
            <p:cNvPr id="2070" name="Google Shape;2070;p25"/>
            <p:cNvCxnSpPr>
              <a:stCxn id="2006" idx="6"/>
              <a:endCxn id="2071" idx="2"/>
            </p:cNvCxnSpPr>
            <p:nvPr/>
          </p:nvCxnSpPr>
          <p:spPr>
            <a:xfrm rot="10800000" flipH="1">
              <a:off x="3178866" y="2899732"/>
              <a:ext cx="1382400" cy="2194800"/>
            </a:xfrm>
            <a:prstGeom prst="straightConnector1">
              <a:avLst/>
            </a:prstGeom>
            <a:noFill/>
            <a:ln w="9525" cap="flat" cmpd="sng">
              <a:solidFill>
                <a:srgbClr val="868686"/>
              </a:solidFill>
              <a:prstDash val="solid"/>
              <a:round/>
              <a:headEnd type="none" w="sm" len="sm"/>
              <a:tailEnd type="none" w="sm" len="sm"/>
            </a:ln>
          </p:spPr>
        </p:cxnSp>
        <p:cxnSp>
          <p:nvCxnSpPr>
            <p:cNvPr id="2072" name="Google Shape;2072;p25"/>
            <p:cNvCxnSpPr>
              <a:stCxn id="2009" idx="6"/>
              <a:endCxn id="2071" idx="2"/>
            </p:cNvCxnSpPr>
            <p:nvPr/>
          </p:nvCxnSpPr>
          <p:spPr>
            <a:xfrm rot="10800000" flipH="1">
              <a:off x="3178867" y="2899761"/>
              <a:ext cx="1382400" cy="1899300"/>
            </a:xfrm>
            <a:prstGeom prst="straightConnector1">
              <a:avLst/>
            </a:prstGeom>
            <a:noFill/>
            <a:ln w="9525" cap="flat" cmpd="sng">
              <a:solidFill>
                <a:srgbClr val="868686"/>
              </a:solidFill>
              <a:prstDash val="solid"/>
              <a:round/>
              <a:headEnd type="none" w="sm" len="sm"/>
              <a:tailEnd type="none" w="sm" len="sm"/>
            </a:ln>
          </p:spPr>
        </p:cxnSp>
        <p:cxnSp>
          <p:nvCxnSpPr>
            <p:cNvPr id="2073" name="Google Shape;2073;p25"/>
            <p:cNvCxnSpPr>
              <a:stCxn id="2011" idx="6"/>
              <a:endCxn id="2071" idx="2"/>
            </p:cNvCxnSpPr>
            <p:nvPr/>
          </p:nvCxnSpPr>
          <p:spPr>
            <a:xfrm rot="10800000" flipH="1">
              <a:off x="3178866" y="2899790"/>
              <a:ext cx="1382400" cy="1603800"/>
            </a:xfrm>
            <a:prstGeom prst="straightConnector1">
              <a:avLst/>
            </a:prstGeom>
            <a:noFill/>
            <a:ln w="9525" cap="flat" cmpd="sng">
              <a:solidFill>
                <a:srgbClr val="868686"/>
              </a:solidFill>
              <a:prstDash val="solid"/>
              <a:round/>
              <a:headEnd type="none" w="sm" len="sm"/>
              <a:tailEnd type="none" w="sm" len="sm"/>
            </a:ln>
          </p:spPr>
        </p:cxnSp>
        <p:cxnSp>
          <p:nvCxnSpPr>
            <p:cNvPr id="2074" name="Google Shape;2074;p25"/>
            <p:cNvCxnSpPr>
              <a:stCxn id="2013" idx="6"/>
              <a:endCxn id="2071" idx="2"/>
            </p:cNvCxnSpPr>
            <p:nvPr/>
          </p:nvCxnSpPr>
          <p:spPr>
            <a:xfrm rot="10800000" flipH="1">
              <a:off x="3178866" y="2899819"/>
              <a:ext cx="1382400" cy="1308300"/>
            </a:xfrm>
            <a:prstGeom prst="straightConnector1">
              <a:avLst/>
            </a:prstGeom>
            <a:noFill/>
            <a:ln w="9525" cap="flat" cmpd="sng">
              <a:solidFill>
                <a:srgbClr val="868686"/>
              </a:solidFill>
              <a:prstDash val="solid"/>
              <a:round/>
              <a:headEnd type="none" w="sm" len="sm"/>
              <a:tailEnd type="none" w="sm" len="sm"/>
            </a:ln>
          </p:spPr>
        </p:cxnSp>
        <p:cxnSp>
          <p:nvCxnSpPr>
            <p:cNvPr id="2075" name="Google Shape;2075;p25"/>
            <p:cNvCxnSpPr>
              <a:stCxn id="2015" idx="6"/>
              <a:endCxn id="2071" idx="2"/>
            </p:cNvCxnSpPr>
            <p:nvPr/>
          </p:nvCxnSpPr>
          <p:spPr>
            <a:xfrm rot="10800000" flipH="1">
              <a:off x="3170997" y="2899848"/>
              <a:ext cx="1390200" cy="1012800"/>
            </a:xfrm>
            <a:prstGeom prst="straightConnector1">
              <a:avLst/>
            </a:prstGeom>
            <a:noFill/>
            <a:ln w="9525" cap="flat" cmpd="sng">
              <a:solidFill>
                <a:srgbClr val="868686"/>
              </a:solidFill>
              <a:prstDash val="solid"/>
              <a:round/>
              <a:headEnd type="none" w="sm" len="sm"/>
              <a:tailEnd type="none" w="sm" len="sm"/>
            </a:ln>
          </p:spPr>
        </p:cxnSp>
        <p:cxnSp>
          <p:nvCxnSpPr>
            <p:cNvPr id="2076" name="Google Shape;2076;p25"/>
            <p:cNvCxnSpPr>
              <a:stCxn id="2017" idx="6"/>
              <a:endCxn id="2071" idx="2"/>
            </p:cNvCxnSpPr>
            <p:nvPr/>
          </p:nvCxnSpPr>
          <p:spPr>
            <a:xfrm rot="10800000" flipH="1">
              <a:off x="3170997" y="2899877"/>
              <a:ext cx="1390200" cy="717300"/>
            </a:xfrm>
            <a:prstGeom prst="straightConnector1">
              <a:avLst/>
            </a:prstGeom>
            <a:noFill/>
            <a:ln w="9525" cap="flat" cmpd="sng">
              <a:solidFill>
                <a:srgbClr val="868686"/>
              </a:solidFill>
              <a:prstDash val="solid"/>
              <a:round/>
              <a:headEnd type="none" w="sm" len="sm"/>
              <a:tailEnd type="none" w="sm" len="sm"/>
            </a:ln>
          </p:spPr>
        </p:cxnSp>
        <p:cxnSp>
          <p:nvCxnSpPr>
            <p:cNvPr id="2077" name="Google Shape;2077;p25"/>
            <p:cNvCxnSpPr>
              <a:stCxn id="2019" idx="6"/>
              <a:endCxn id="2071" idx="2"/>
            </p:cNvCxnSpPr>
            <p:nvPr/>
          </p:nvCxnSpPr>
          <p:spPr>
            <a:xfrm rot="10800000" flipH="1">
              <a:off x="3170996" y="2899905"/>
              <a:ext cx="1390200" cy="421800"/>
            </a:xfrm>
            <a:prstGeom prst="straightConnector1">
              <a:avLst/>
            </a:prstGeom>
            <a:noFill/>
            <a:ln w="9525" cap="flat" cmpd="sng">
              <a:solidFill>
                <a:srgbClr val="868686"/>
              </a:solidFill>
              <a:prstDash val="solid"/>
              <a:round/>
              <a:headEnd type="none" w="sm" len="sm"/>
              <a:tailEnd type="none" w="sm" len="sm"/>
            </a:ln>
          </p:spPr>
        </p:cxnSp>
        <p:cxnSp>
          <p:nvCxnSpPr>
            <p:cNvPr id="2078" name="Google Shape;2078;p25"/>
            <p:cNvCxnSpPr>
              <a:stCxn id="2021" idx="6"/>
              <a:endCxn id="2071" idx="2"/>
            </p:cNvCxnSpPr>
            <p:nvPr/>
          </p:nvCxnSpPr>
          <p:spPr>
            <a:xfrm rot="10800000" flipH="1">
              <a:off x="3170997" y="2899934"/>
              <a:ext cx="1390200" cy="126300"/>
            </a:xfrm>
            <a:prstGeom prst="straightConnector1">
              <a:avLst/>
            </a:prstGeom>
            <a:noFill/>
            <a:ln w="9525" cap="flat" cmpd="sng">
              <a:solidFill>
                <a:srgbClr val="868686"/>
              </a:solidFill>
              <a:prstDash val="solid"/>
              <a:round/>
              <a:headEnd type="none" w="sm" len="sm"/>
              <a:tailEnd type="none" w="sm" len="sm"/>
            </a:ln>
          </p:spPr>
        </p:cxnSp>
        <p:cxnSp>
          <p:nvCxnSpPr>
            <p:cNvPr id="2079" name="Google Shape;2079;p25"/>
            <p:cNvCxnSpPr>
              <a:stCxn id="2023" idx="6"/>
              <a:endCxn id="2071" idx="2"/>
            </p:cNvCxnSpPr>
            <p:nvPr/>
          </p:nvCxnSpPr>
          <p:spPr>
            <a:xfrm>
              <a:off x="3170996" y="2730763"/>
              <a:ext cx="1390200" cy="169200"/>
            </a:xfrm>
            <a:prstGeom prst="straightConnector1">
              <a:avLst/>
            </a:prstGeom>
            <a:noFill/>
            <a:ln w="9525" cap="flat" cmpd="sng">
              <a:solidFill>
                <a:srgbClr val="868686"/>
              </a:solidFill>
              <a:prstDash val="solid"/>
              <a:round/>
              <a:headEnd type="none" w="sm" len="sm"/>
              <a:tailEnd type="none" w="sm" len="sm"/>
            </a:ln>
          </p:spPr>
        </p:cxnSp>
        <p:cxnSp>
          <p:nvCxnSpPr>
            <p:cNvPr id="2080" name="Google Shape;2080;p25"/>
            <p:cNvCxnSpPr>
              <a:stCxn id="2025" idx="6"/>
              <a:endCxn id="2071" idx="2"/>
            </p:cNvCxnSpPr>
            <p:nvPr/>
          </p:nvCxnSpPr>
          <p:spPr>
            <a:xfrm>
              <a:off x="3170996" y="2435291"/>
              <a:ext cx="1390200" cy="464400"/>
            </a:xfrm>
            <a:prstGeom prst="straightConnector1">
              <a:avLst/>
            </a:prstGeom>
            <a:noFill/>
            <a:ln w="9525" cap="flat" cmpd="sng">
              <a:solidFill>
                <a:srgbClr val="868686"/>
              </a:solidFill>
              <a:prstDash val="solid"/>
              <a:round/>
              <a:headEnd type="none" w="sm" len="sm"/>
              <a:tailEnd type="none" w="sm" len="sm"/>
            </a:ln>
          </p:spPr>
        </p:cxnSp>
        <p:cxnSp>
          <p:nvCxnSpPr>
            <p:cNvPr id="2081" name="Google Shape;2081;p25"/>
            <p:cNvCxnSpPr>
              <a:stCxn id="2027" idx="6"/>
              <a:endCxn id="2071" idx="2"/>
            </p:cNvCxnSpPr>
            <p:nvPr/>
          </p:nvCxnSpPr>
          <p:spPr>
            <a:xfrm>
              <a:off x="3163127" y="2139820"/>
              <a:ext cx="1398300" cy="759900"/>
            </a:xfrm>
            <a:prstGeom prst="straightConnector1">
              <a:avLst/>
            </a:prstGeom>
            <a:noFill/>
            <a:ln w="9525" cap="flat" cmpd="sng">
              <a:solidFill>
                <a:srgbClr val="868686"/>
              </a:solidFill>
              <a:prstDash val="solid"/>
              <a:round/>
              <a:headEnd type="none" w="sm" len="sm"/>
              <a:tailEnd type="none" w="sm" len="sm"/>
            </a:ln>
          </p:spPr>
        </p:cxnSp>
        <p:cxnSp>
          <p:nvCxnSpPr>
            <p:cNvPr id="2082" name="Google Shape;2082;p25"/>
            <p:cNvCxnSpPr>
              <a:stCxn id="2029" idx="6"/>
              <a:endCxn id="2071" idx="2"/>
            </p:cNvCxnSpPr>
            <p:nvPr/>
          </p:nvCxnSpPr>
          <p:spPr>
            <a:xfrm>
              <a:off x="3163127" y="1844351"/>
              <a:ext cx="1398300" cy="1055400"/>
            </a:xfrm>
            <a:prstGeom prst="straightConnector1">
              <a:avLst/>
            </a:prstGeom>
            <a:noFill/>
            <a:ln w="9525" cap="flat" cmpd="sng">
              <a:solidFill>
                <a:srgbClr val="868686"/>
              </a:solidFill>
              <a:prstDash val="solid"/>
              <a:round/>
              <a:headEnd type="none" w="sm" len="sm"/>
              <a:tailEnd type="none" w="sm" len="sm"/>
            </a:ln>
          </p:spPr>
        </p:cxnSp>
        <p:cxnSp>
          <p:nvCxnSpPr>
            <p:cNvPr id="2083" name="Google Shape;2083;p25"/>
            <p:cNvCxnSpPr>
              <a:stCxn id="2006" idx="6"/>
              <a:endCxn id="2084" idx="2"/>
            </p:cNvCxnSpPr>
            <p:nvPr/>
          </p:nvCxnSpPr>
          <p:spPr>
            <a:xfrm rot="10800000" flipH="1">
              <a:off x="3178866" y="2485732"/>
              <a:ext cx="1382400" cy="2608800"/>
            </a:xfrm>
            <a:prstGeom prst="straightConnector1">
              <a:avLst/>
            </a:prstGeom>
            <a:noFill/>
            <a:ln w="9525" cap="flat" cmpd="sng">
              <a:solidFill>
                <a:srgbClr val="868686"/>
              </a:solidFill>
              <a:prstDash val="solid"/>
              <a:round/>
              <a:headEnd type="none" w="sm" len="sm"/>
              <a:tailEnd type="none" w="sm" len="sm"/>
            </a:ln>
          </p:spPr>
        </p:cxnSp>
        <p:cxnSp>
          <p:nvCxnSpPr>
            <p:cNvPr id="2085" name="Google Shape;2085;p25"/>
            <p:cNvCxnSpPr>
              <a:stCxn id="2009" idx="6"/>
              <a:endCxn id="2084" idx="2"/>
            </p:cNvCxnSpPr>
            <p:nvPr/>
          </p:nvCxnSpPr>
          <p:spPr>
            <a:xfrm rot="10800000" flipH="1">
              <a:off x="3178867" y="2485761"/>
              <a:ext cx="1382400" cy="2313300"/>
            </a:xfrm>
            <a:prstGeom prst="straightConnector1">
              <a:avLst/>
            </a:prstGeom>
            <a:noFill/>
            <a:ln w="9525" cap="flat" cmpd="sng">
              <a:solidFill>
                <a:srgbClr val="868686"/>
              </a:solidFill>
              <a:prstDash val="solid"/>
              <a:round/>
              <a:headEnd type="none" w="sm" len="sm"/>
              <a:tailEnd type="none" w="sm" len="sm"/>
            </a:ln>
          </p:spPr>
        </p:cxnSp>
        <p:cxnSp>
          <p:nvCxnSpPr>
            <p:cNvPr id="2086" name="Google Shape;2086;p25"/>
            <p:cNvCxnSpPr>
              <a:stCxn id="2011" idx="6"/>
              <a:endCxn id="2084" idx="2"/>
            </p:cNvCxnSpPr>
            <p:nvPr/>
          </p:nvCxnSpPr>
          <p:spPr>
            <a:xfrm rot="10800000" flipH="1">
              <a:off x="3178866" y="2485790"/>
              <a:ext cx="1382400" cy="2017800"/>
            </a:xfrm>
            <a:prstGeom prst="straightConnector1">
              <a:avLst/>
            </a:prstGeom>
            <a:noFill/>
            <a:ln w="9525" cap="flat" cmpd="sng">
              <a:solidFill>
                <a:srgbClr val="868686"/>
              </a:solidFill>
              <a:prstDash val="solid"/>
              <a:round/>
              <a:headEnd type="none" w="sm" len="sm"/>
              <a:tailEnd type="none" w="sm" len="sm"/>
            </a:ln>
          </p:spPr>
        </p:cxnSp>
        <p:cxnSp>
          <p:nvCxnSpPr>
            <p:cNvPr id="2087" name="Google Shape;2087;p25"/>
            <p:cNvCxnSpPr>
              <a:stCxn id="2013" idx="6"/>
              <a:endCxn id="2084" idx="2"/>
            </p:cNvCxnSpPr>
            <p:nvPr/>
          </p:nvCxnSpPr>
          <p:spPr>
            <a:xfrm rot="10800000" flipH="1">
              <a:off x="3178866" y="2485819"/>
              <a:ext cx="1382400" cy="1722300"/>
            </a:xfrm>
            <a:prstGeom prst="straightConnector1">
              <a:avLst/>
            </a:prstGeom>
            <a:noFill/>
            <a:ln w="9525" cap="flat" cmpd="sng">
              <a:solidFill>
                <a:srgbClr val="868686"/>
              </a:solidFill>
              <a:prstDash val="solid"/>
              <a:round/>
              <a:headEnd type="none" w="sm" len="sm"/>
              <a:tailEnd type="none" w="sm" len="sm"/>
            </a:ln>
          </p:spPr>
        </p:cxnSp>
        <p:cxnSp>
          <p:nvCxnSpPr>
            <p:cNvPr id="2088" name="Google Shape;2088;p25"/>
            <p:cNvCxnSpPr>
              <a:stCxn id="2015" idx="6"/>
              <a:endCxn id="2084" idx="2"/>
            </p:cNvCxnSpPr>
            <p:nvPr/>
          </p:nvCxnSpPr>
          <p:spPr>
            <a:xfrm rot="10800000" flipH="1">
              <a:off x="3170997" y="2485848"/>
              <a:ext cx="1390200" cy="1426800"/>
            </a:xfrm>
            <a:prstGeom prst="straightConnector1">
              <a:avLst/>
            </a:prstGeom>
            <a:noFill/>
            <a:ln w="9525" cap="flat" cmpd="sng">
              <a:solidFill>
                <a:srgbClr val="868686"/>
              </a:solidFill>
              <a:prstDash val="solid"/>
              <a:round/>
              <a:headEnd type="none" w="sm" len="sm"/>
              <a:tailEnd type="none" w="sm" len="sm"/>
            </a:ln>
          </p:spPr>
        </p:cxnSp>
        <p:cxnSp>
          <p:nvCxnSpPr>
            <p:cNvPr id="2089" name="Google Shape;2089;p25"/>
            <p:cNvCxnSpPr>
              <a:stCxn id="2017" idx="6"/>
              <a:endCxn id="2084" idx="2"/>
            </p:cNvCxnSpPr>
            <p:nvPr/>
          </p:nvCxnSpPr>
          <p:spPr>
            <a:xfrm rot="10800000" flipH="1">
              <a:off x="3170997" y="2485877"/>
              <a:ext cx="1390200" cy="1131300"/>
            </a:xfrm>
            <a:prstGeom prst="straightConnector1">
              <a:avLst/>
            </a:prstGeom>
            <a:noFill/>
            <a:ln w="9525" cap="flat" cmpd="sng">
              <a:solidFill>
                <a:srgbClr val="868686"/>
              </a:solidFill>
              <a:prstDash val="solid"/>
              <a:round/>
              <a:headEnd type="none" w="sm" len="sm"/>
              <a:tailEnd type="none" w="sm" len="sm"/>
            </a:ln>
          </p:spPr>
        </p:cxnSp>
        <p:cxnSp>
          <p:nvCxnSpPr>
            <p:cNvPr id="2090" name="Google Shape;2090;p25"/>
            <p:cNvCxnSpPr>
              <a:stCxn id="2019" idx="6"/>
              <a:endCxn id="2084" idx="2"/>
            </p:cNvCxnSpPr>
            <p:nvPr/>
          </p:nvCxnSpPr>
          <p:spPr>
            <a:xfrm rot="10800000" flipH="1">
              <a:off x="3170996" y="2485905"/>
              <a:ext cx="1390200" cy="835800"/>
            </a:xfrm>
            <a:prstGeom prst="straightConnector1">
              <a:avLst/>
            </a:prstGeom>
            <a:noFill/>
            <a:ln w="9525" cap="flat" cmpd="sng">
              <a:solidFill>
                <a:srgbClr val="868686"/>
              </a:solidFill>
              <a:prstDash val="solid"/>
              <a:round/>
              <a:headEnd type="none" w="sm" len="sm"/>
              <a:tailEnd type="none" w="sm" len="sm"/>
            </a:ln>
          </p:spPr>
        </p:cxnSp>
        <p:cxnSp>
          <p:nvCxnSpPr>
            <p:cNvPr id="2091" name="Google Shape;2091;p25"/>
            <p:cNvCxnSpPr>
              <a:stCxn id="2023" idx="6"/>
              <a:endCxn id="2084" idx="2"/>
            </p:cNvCxnSpPr>
            <p:nvPr/>
          </p:nvCxnSpPr>
          <p:spPr>
            <a:xfrm rot="10800000" flipH="1">
              <a:off x="3170996" y="2485963"/>
              <a:ext cx="1390200" cy="244800"/>
            </a:xfrm>
            <a:prstGeom prst="straightConnector1">
              <a:avLst/>
            </a:prstGeom>
            <a:noFill/>
            <a:ln w="9525" cap="flat" cmpd="sng">
              <a:solidFill>
                <a:srgbClr val="868686"/>
              </a:solidFill>
              <a:prstDash val="solid"/>
              <a:round/>
              <a:headEnd type="none" w="sm" len="sm"/>
              <a:tailEnd type="none" w="sm" len="sm"/>
            </a:ln>
          </p:spPr>
        </p:cxnSp>
        <p:cxnSp>
          <p:nvCxnSpPr>
            <p:cNvPr id="2092" name="Google Shape;2092;p25"/>
            <p:cNvCxnSpPr>
              <a:stCxn id="2025" idx="6"/>
              <a:endCxn id="2084" idx="2"/>
            </p:cNvCxnSpPr>
            <p:nvPr/>
          </p:nvCxnSpPr>
          <p:spPr>
            <a:xfrm>
              <a:off x="3170996" y="2435291"/>
              <a:ext cx="1390200" cy="50700"/>
            </a:xfrm>
            <a:prstGeom prst="straightConnector1">
              <a:avLst/>
            </a:prstGeom>
            <a:noFill/>
            <a:ln w="9525" cap="flat" cmpd="sng">
              <a:solidFill>
                <a:srgbClr val="868686"/>
              </a:solidFill>
              <a:prstDash val="solid"/>
              <a:round/>
              <a:headEnd type="none" w="sm" len="sm"/>
              <a:tailEnd type="none" w="sm" len="sm"/>
            </a:ln>
          </p:spPr>
        </p:cxnSp>
        <p:cxnSp>
          <p:nvCxnSpPr>
            <p:cNvPr id="2093" name="Google Shape;2093;p25"/>
            <p:cNvCxnSpPr>
              <a:stCxn id="2027" idx="6"/>
              <a:endCxn id="2084" idx="2"/>
            </p:cNvCxnSpPr>
            <p:nvPr/>
          </p:nvCxnSpPr>
          <p:spPr>
            <a:xfrm>
              <a:off x="3163127" y="2139820"/>
              <a:ext cx="1398300" cy="345900"/>
            </a:xfrm>
            <a:prstGeom prst="straightConnector1">
              <a:avLst/>
            </a:prstGeom>
            <a:noFill/>
            <a:ln w="9525" cap="flat" cmpd="sng">
              <a:solidFill>
                <a:srgbClr val="868686"/>
              </a:solidFill>
              <a:prstDash val="solid"/>
              <a:round/>
              <a:headEnd type="none" w="sm" len="sm"/>
              <a:tailEnd type="none" w="sm" len="sm"/>
            </a:ln>
          </p:spPr>
        </p:cxnSp>
        <p:cxnSp>
          <p:nvCxnSpPr>
            <p:cNvPr id="2094" name="Google Shape;2094;p25"/>
            <p:cNvCxnSpPr>
              <a:stCxn id="2029" idx="6"/>
              <a:endCxn id="2084" idx="2"/>
            </p:cNvCxnSpPr>
            <p:nvPr/>
          </p:nvCxnSpPr>
          <p:spPr>
            <a:xfrm>
              <a:off x="3163127" y="1844351"/>
              <a:ext cx="1398300" cy="641400"/>
            </a:xfrm>
            <a:prstGeom prst="straightConnector1">
              <a:avLst/>
            </a:prstGeom>
            <a:noFill/>
            <a:ln w="9525" cap="flat" cmpd="sng">
              <a:solidFill>
                <a:srgbClr val="868686"/>
              </a:solidFill>
              <a:prstDash val="solid"/>
              <a:round/>
              <a:headEnd type="none" w="sm" len="sm"/>
              <a:tailEnd type="none" w="sm" len="sm"/>
            </a:ln>
          </p:spPr>
        </p:cxnSp>
        <p:sp>
          <p:nvSpPr>
            <p:cNvPr id="2006" name="Google Shape;2006;p25"/>
            <p:cNvSpPr/>
            <p:nvPr/>
          </p:nvSpPr>
          <p:spPr>
            <a:xfrm>
              <a:off x="2913446" y="497966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09" name="Google Shape;2009;p25"/>
            <p:cNvSpPr/>
            <p:nvPr/>
          </p:nvSpPr>
          <p:spPr>
            <a:xfrm>
              <a:off x="2913448" y="4684192"/>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11" name="Google Shape;2011;p25"/>
            <p:cNvSpPr/>
            <p:nvPr/>
          </p:nvSpPr>
          <p:spPr>
            <a:xfrm>
              <a:off x="2913446" y="438872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13" name="Google Shape;2013;p25"/>
            <p:cNvSpPr/>
            <p:nvPr/>
          </p:nvSpPr>
          <p:spPr>
            <a:xfrm>
              <a:off x="2913446" y="4093249"/>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15" name="Google Shape;2015;p25"/>
            <p:cNvSpPr/>
            <p:nvPr/>
          </p:nvSpPr>
          <p:spPr>
            <a:xfrm>
              <a:off x="2905577" y="379777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17" name="Google Shape;2017;p25"/>
            <p:cNvSpPr/>
            <p:nvPr/>
          </p:nvSpPr>
          <p:spPr>
            <a:xfrm>
              <a:off x="2905577" y="3502307"/>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19" name="Google Shape;2019;p25"/>
            <p:cNvSpPr/>
            <p:nvPr/>
          </p:nvSpPr>
          <p:spPr>
            <a:xfrm>
              <a:off x="2905576" y="320683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21" name="Google Shape;2021;p25"/>
            <p:cNvSpPr/>
            <p:nvPr/>
          </p:nvSpPr>
          <p:spPr>
            <a:xfrm>
              <a:off x="2905578" y="2911365"/>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23" name="Google Shape;2023;p25"/>
            <p:cNvSpPr/>
            <p:nvPr/>
          </p:nvSpPr>
          <p:spPr>
            <a:xfrm>
              <a:off x="2905576" y="261589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25" name="Google Shape;2025;p25"/>
            <p:cNvSpPr/>
            <p:nvPr/>
          </p:nvSpPr>
          <p:spPr>
            <a:xfrm>
              <a:off x="2905576" y="232042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27" name="Google Shape;2027;p25"/>
            <p:cNvSpPr/>
            <p:nvPr/>
          </p:nvSpPr>
          <p:spPr>
            <a:xfrm>
              <a:off x="2897707" y="202495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29" name="Google Shape;2029;p25"/>
            <p:cNvSpPr/>
            <p:nvPr/>
          </p:nvSpPr>
          <p:spPr>
            <a:xfrm>
              <a:off x="2897707" y="1729481"/>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095" name="Google Shape;2095;p25"/>
            <p:cNvCxnSpPr>
              <a:stCxn id="2021" idx="6"/>
              <a:endCxn id="2084" idx="2"/>
            </p:cNvCxnSpPr>
            <p:nvPr/>
          </p:nvCxnSpPr>
          <p:spPr>
            <a:xfrm rot="10800000" flipH="1">
              <a:off x="3170997" y="2485934"/>
              <a:ext cx="1390200" cy="540300"/>
            </a:xfrm>
            <a:prstGeom prst="straightConnector1">
              <a:avLst/>
            </a:prstGeom>
            <a:noFill/>
            <a:ln w="9525" cap="flat" cmpd="sng">
              <a:solidFill>
                <a:srgbClr val="868686"/>
              </a:solidFill>
              <a:prstDash val="solid"/>
              <a:round/>
              <a:headEnd type="none" w="sm" len="sm"/>
              <a:tailEnd type="none" w="sm" len="sm"/>
            </a:ln>
          </p:spPr>
        </p:cxnSp>
        <p:sp>
          <p:nvSpPr>
            <p:cNvPr id="2007" name="Google Shape;2007;p25"/>
            <p:cNvSpPr/>
            <p:nvPr/>
          </p:nvSpPr>
          <p:spPr>
            <a:xfrm>
              <a:off x="4561302" y="444084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31" name="Google Shape;2031;p25"/>
            <p:cNvSpPr/>
            <p:nvPr/>
          </p:nvSpPr>
          <p:spPr>
            <a:xfrm>
              <a:off x="4561302" y="402687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44" name="Google Shape;2044;p25"/>
            <p:cNvSpPr/>
            <p:nvPr/>
          </p:nvSpPr>
          <p:spPr>
            <a:xfrm>
              <a:off x="4561302" y="361290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57" name="Google Shape;2057;p25"/>
            <p:cNvSpPr/>
            <p:nvPr/>
          </p:nvSpPr>
          <p:spPr>
            <a:xfrm>
              <a:off x="4561302" y="319893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71" name="Google Shape;2071;p25"/>
            <p:cNvSpPr/>
            <p:nvPr/>
          </p:nvSpPr>
          <p:spPr>
            <a:xfrm>
              <a:off x="4561302" y="278496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084" name="Google Shape;2084;p25"/>
            <p:cNvSpPr/>
            <p:nvPr/>
          </p:nvSpPr>
          <p:spPr>
            <a:xfrm>
              <a:off x="4561302" y="237099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096" name="Google Shape;2096;p25"/>
            <p:cNvCxnSpPr>
              <a:stCxn id="2097" idx="6"/>
              <a:endCxn id="2098" idx="6"/>
            </p:cNvCxnSpPr>
            <p:nvPr/>
          </p:nvCxnSpPr>
          <p:spPr>
            <a:xfrm rot="10800000">
              <a:off x="6753460" y="4551484"/>
              <a:ext cx="1389000" cy="538800"/>
            </a:xfrm>
            <a:prstGeom prst="straightConnector1">
              <a:avLst/>
            </a:prstGeom>
            <a:noFill/>
            <a:ln w="9525" cap="flat" cmpd="sng">
              <a:solidFill>
                <a:srgbClr val="868686"/>
              </a:solidFill>
              <a:prstDash val="solid"/>
              <a:round/>
              <a:headEnd type="none" w="sm" len="sm"/>
              <a:tailEnd type="none" w="sm" len="sm"/>
            </a:ln>
          </p:spPr>
        </p:cxnSp>
        <p:cxnSp>
          <p:nvCxnSpPr>
            <p:cNvPr id="2099" name="Google Shape;2099;p25"/>
            <p:cNvCxnSpPr>
              <a:stCxn id="2100" idx="6"/>
              <a:endCxn id="2098" idx="6"/>
            </p:cNvCxnSpPr>
            <p:nvPr/>
          </p:nvCxnSpPr>
          <p:spPr>
            <a:xfrm rot="10800000">
              <a:off x="6753460" y="4551513"/>
              <a:ext cx="1389000" cy="243300"/>
            </a:xfrm>
            <a:prstGeom prst="straightConnector1">
              <a:avLst/>
            </a:prstGeom>
            <a:noFill/>
            <a:ln w="9525" cap="flat" cmpd="sng">
              <a:solidFill>
                <a:srgbClr val="868686"/>
              </a:solidFill>
              <a:prstDash val="solid"/>
              <a:round/>
              <a:headEnd type="none" w="sm" len="sm"/>
              <a:tailEnd type="none" w="sm" len="sm"/>
            </a:ln>
          </p:spPr>
        </p:cxnSp>
        <p:cxnSp>
          <p:nvCxnSpPr>
            <p:cNvPr id="2101" name="Google Shape;2101;p25"/>
            <p:cNvCxnSpPr>
              <a:stCxn id="2102" idx="6"/>
              <a:endCxn id="2098" idx="6"/>
            </p:cNvCxnSpPr>
            <p:nvPr/>
          </p:nvCxnSpPr>
          <p:spPr>
            <a:xfrm flipH="1">
              <a:off x="6753460" y="4499342"/>
              <a:ext cx="1389000" cy="52200"/>
            </a:xfrm>
            <a:prstGeom prst="straightConnector1">
              <a:avLst/>
            </a:prstGeom>
            <a:noFill/>
            <a:ln w="9525" cap="flat" cmpd="sng">
              <a:solidFill>
                <a:srgbClr val="868686"/>
              </a:solidFill>
              <a:prstDash val="solid"/>
              <a:round/>
              <a:headEnd type="none" w="sm" len="sm"/>
              <a:tailEnd type="none" w="sm" len="sm"/>
            </a:ln>
          </p:spPr>
        </p:cxnSp>
        <p:cxnSp>
          <p:nvCxnSpPr>
            <p:cNvPr id="2103" name="Google Shape;2103;p25"/>
            <p:cNvCxnSpPr>
              <a:stCxn id="2104" idx="6"/>
              <a:endCxn id="2098" idx="6"/>
            </p:cNvCxnSpPr>
            <p:nvPr/>
          </p:nvCxnSpPr>
          <p:spPr>
            <a:xfrm flipH="1">
              <a:off x="6753460" y="4203871"/>
              <a:ext cx="1389000" cy="347700"/>
            </a:xfrm>
            <a:prstGeom prst="straightConnector1">
              <a:avLst/>
            </a:prstGeom>
            <a:noFill/>
            <a:ln w="9525" cap="flat" cmpd="sng">
              <a:solidFill>
                <a:srgbClr val="868686"/>
              </a:solidFill>
              <a:prstDash val="solid"/>
              <a:round/>
              <a:headEnd type="none" w="sm" len="sm"/>
              <a:tailEnd type="none" w="sm" len="sm"/>
            </a:ln>
          </p:spPr>
        </p:cxnSp>
        <p:cxnSp>
          <p:nvCxnSpPr>
            <p:cNvPr id="2105" name="Google Shape;2105;p25"/>
            <p:cNvCxnSpPr>
              <a:stCxn id="2106" idx="6"/>
              <a:endCxn id="2098" idx="6"/>
            </p:cNvCxnSpPr>
            <p:nvPr/>
          </p:nvCxnSpPr>
          <p:spPr>
            <a:xfrm flipH="1">
              <a:off x="6753530" y="3908400"/>
              <a:ext cx="1396800" cy="643200"/>
            </a:xfrm>
            <a:prstGeom prst="straightConnector1">
              <a:avLst/>
            </a:prstGeom>
            <a:noFill/>
            <a:ln w="9525" cap="flat" cmpd="sng">
              <a:solidFill>
                <a:srgbClr val="868686"/>
              </a:solidFill>
              <a:prstDash val="solid"/>
              <a:round/>
              <a:headEnd type="none" w="sm" len="sm"/>
              <a:tailEnd type="none" w="sm" len="sm"/>
            </a:ln>
          </p:spPr>
        </p:cxnSp>
        <p:cxnSp>
          <p:nvCxnSpPr>
            <p:cNvPr id="2107" name="Google Shape;2107;p25"/>
            <p:cNvCxnSpPr>
              <a:stCxn id="2108" idx="6"/>
              <a:endCxn id="2098" idx="6"/>
            </p:cNvCxnSpPr>
            <p:nvPr/>
          </p:nvCxnSpPr>
          <p:spPr>
            <a:xfrm flipH="1">
              <a:off x="6753531" y="3612928"/>
              <a:ext cx="1396800" cy="938400"/>
            </a:xfrm>
            <a:prstGeom prst="straightConnector1">
              <a:avLst/>
            </a:prstGeom>
            <a:noFill/>
            <a:ln w="9525" cap="flat" cmpd="sng">
              <a:solidFill>
                <a:srgbClr val="868686"/>
              </a:solidFill>
              <a:prstDash val="solid"/>
              <a:round/>
              <a:headEnd type="none" w="sm" len="sm"/>
              <a:tailEnd type="none" w="sm" len="sm"/>
            </a:ln>
          </p:spPr>
        </p:cxnSp>
        <p:cxnSp>
          <p:nvCxnSpPr>
            <p:cNvPr id="2109" name="Google Shape;2109;p25"/>
            <p:cNvCxnSpPr>
              <a:stCxn id="2110" idx="6"/>
              <a:endCxn id="2098" idx="6"/>
            </p:cNvCxnSpPr>
            <p:nvPr/>
          </p:nvCxnSpPr>
          <p:spPr>
            <a:xfrm flipH="1">
              <a:off x="6753531" y="3317457"/>
              <a:ext cx="1396800" cy="1233900"/>
            </a:xfrm>
            <a:prstGeom prst="straightConnector1">
              <a:avLst/>
            </a:prstGeom>
            <a:noFill/>
            <a:ln w="9525" cap="flat" cmpd="sng">
              <a:solidFill>
                <a:srgbClr val="868686"/>
              </a:solidFill>
              <a:prstDash val="solid"/>
              <a:round/>
              <a:headEnd type="none" w="sm" len="sm"/>
              <a:tailEnd type="none" w="sm" len="sm"/>
            </a:ln>
          </p:spPr>
        </p:cxnSp>
        <p:cxnSp>
          <p:nvCxnSpPr>
            <p:cNvPr id="2111" name="Google Shape;2111;p25"/>
            <p:cNvCxnSpPr>
              <a:stCxn id="2112" idx="6"/>
              <a:endCxn id="2098" idx="6"/>
            </p:cNvCxnSpPr>
            <p:nvPr/>
          </p:nvCxnSpPr>
          <p:spPr>
            <a:xfrm flipH="1">
              <a:off x="6753531" y="3021986"/>
              <a:ext cx="1396800" cy="1529400"/>
            </a:xfrm>
            <a:prstGeom prst="straightConnector1">
              <a:avLst/>
            </a:prstGeom>
            <a:noFill/>
            <a:ln w="9525" cap="flat" cmpd="sng">
              <a:solidFill>
                <a:srgbClr val="868686"/>
              </a:solidFill>
              <a:prstDash val="solid"/>
              <a:round/>
              <a:headEnd type="none" w="sm" len="sm"/>
              <a:tailEnd type="none" w="sm" len="sm"/>
            </a:ln>
          </p:spPr>
        </p:cxnSp>
        <p:cxnSp>
          <p:nvCxnSpPr>
            <p:cNvPr id="2113" name="Google Shape;2113;p25"/>
            <p:cNvCxnSpPr>
              <a:stCxn id="2114" idx="6"/>
              <a:endCxn id="2098" idx="6"/>
            </p:cNvCxnSpPr>
            <p:nvPr/>
          </p:nvCxnSpPr>
          <p:spPr>
            <a:xfrm flipH="1">
              <a:off x="6753531" y="2726515"/>
              <a:ext cx="1396800" cy="1824900"/>
            </a:xfrm>
            <a:prstGeom prst="straightConnector1">
              <a:avLst/>
            </a:prstGeom>
            <a:noFill/>
            <a:ln w="9525" cap="flat" cmpd="sng">
              <a:solidFill>
                <a:srgbClr val="868686"/>
              </a:solidFill>
              <a:prstDash val="solid"/>
              <a:round/>
              <a:headEnd type="none" w="sm" len="sm"/>
              <a:tailEnd type="none" w="sm" len="sm"/>
            </a:ln>
          </p:spPr>
        </p:cxnSp>
        <p:cxnSp>
          <p:nvCxnSpPr>
            <p:cNvPr id="2115" name="Google Shape;2115;p25"/>
            <p:cNvCxnSpPr>
              <a:stCxn id="2116" idx="6"/>
              <a:endCxn id="2098" idx="6"/>
            </p:cNvCxnSpPr>
            <p:nvPr/>
          </p:nvCxnSpPr>
          <p:spPr>
            <a:xfrm flipH="1">
              <a:off x="6753531" y="2431043"/>
              <a:ext cx="1396800" cy="2120400"/>
            </a:xfrm>
            <a:prstGeom prst="straightConnector1">
              <a:avLst/>
            </a:prstGeom>
            <a:noFill/>
            <a:ln w="9525" cap="flat" cmpd="sng">
              <a:solidFill>
                <a:srgbClr val="868686"/>
              </a:solidFill>
              <a:prstDash val="solid"/>
              <a:round/>
              <a:headEnd type="none" w="sm" len="sm"/>
              <a:tailEnd type="none" w="sm" len="sm"/>
            </a:ln>
          </p:spPr>
        </p:cxnSp>
        <p:cxnSp>
          <p:nvCxnSpPr>
            <p:cNvPr id="2117" name="Google Shape;2117;p25"/>
            <p:cNvCxnSpPr>
              <a:stCxn id="2118" idx="6"/>
              <a:endCxn id="2098" idx="6"/>
            </p:cNvCxnSpPr>
            <p:nvPr/>
          </p:nvCxnSpPr>
          <p:spPr>
            <a:xfrm flipH="1">
              <a:off x="6753300" y="2135572"/>
              <a:ext cx="1404900" cy="2415900"/>
            </a:xfrm>
            <a:prstGeom prst="straightConnector1">
              <a:avLst/>
            </a:prstGeom>
            <a:noFill/>
            <a:ln w="9525" cap="flat" cmpd="sng">
              <a:solidFill>
                <a:srgbClr val="868686"/>
              </a:solidFill>
              <a:prstDash val="solid"/>
              <a:round/>
              <a:headEnd type="none" w="sm" len="sm"/>
              <a:tailEnd type="none" w="sm" len="sm"/>
            </a:ln>
          </p:spPr>
        </p:cxnSp>
        <p:cxnSp>
          <p:nvCxnSpPr>
            <p:cNvPr id="2119" name="Google Shape;2119;p25"/>
            <p:cNvCxnSpPr>
              <a:stCxn id="2120" idx="6"/>
              <a:endCxn id="2098" idx="6"/>
            </p:cNvCxnSpPr>
            <p:nvPr/>
          </p:nvCxnSpPr>
          <p:spPr>
            <a:xfrm flipH="1">
              <a:off x="6753300" y="1840103"/>
              <a:ext cx="1404900" cy="2711400"/>
            </a:xfrm>
            <a:prstGeom prst="straightConnector1">
              <a:avLst/>
            </a:prstGeom>
            <a:noFill/>
            <a:ln w="9525" cap="flat" cmpd="sng">
              <a:solidFill>
                <a:srgbClr val="868686"/>
              </a:solidFill>
              <a:prstDash val="solid"/>
              <a:round/>
              <a:headEnd type="none" w="sm" len="sm"/>
              <a:tailEnd type="none" w="sm" len="sm"/>
            </a:ln>
          </p:spPr>
        </p:cxnSp>
        <p:cxnSp>
          <p:nvCxnSpPr>
            <p:cNvPr id="2121" name="Google Shape;2121;p25"/>
            <p:cNvCxnSpPr>
              <a:stCxn id="2097" idx="6"/>
              <a:endCxn id="2122" idx="6"/>
            </p:cNvCxnSpPr>
            <p:nvPr/>
          </p:nvCxnSpPr>
          <p:spPr>
            <a:xfrm rot="10800000">
              <a:off x="6753460" y="4137484"/>
              <a:ext cx="1389000" cy="952800"/>
            </a:xfrm>
            <a:prstGeom prst="straightConnector1">
              <a:avLst/>
            </a:prstGeom>
            <a:noFill/>
            <a:ln w="9525" cap="flat" cmpd="sng">
              <a:solidFill>
                <a:srgbClr val="868686"/>
              </a:solidFill>
              <a:prstDash val="solid"/>
              <a:round/>
              <a:headEnd type="none" w="sm" len="sm"/>
              <a:tailEnd type="none" w="sm" len="sm"/>
            </a:ln>
          </p:spPr>
        </p:cxnSp>
        <p:cxnSp>
          <p:nvCxnSpPr>
            <p:cNvPr id="2123" name="Google Shape;2123;p25"/>
            <p:cNvCxnSpPr>
              <a:stCxn id="2100" idx="6"/>
              <a:endCxn id="2122" idx="6"/>
            </p:cNvCxnSpPr>
            <p:nvPr/>
          </p:nvCxnSpPr>
          <p:spPr>
            <a:xfrm rot="10800000">
              <a:off x="6753460" y="4137513"/>
              <a:ext cx="1389000" cy="657300"/>
            </a:xfrm>
            <a:prstGeom prst="straightConnector1">
              <a:avLst/>
            </a:prstGeom>
            <a:noFill/>
            <a:ln w="9525" cap="flat" cmpd="sng">
              <a:solidFill>
                <a:srgbClr val="868686"/>
              </a:solidFill>
              <a:prstDash val="solid"/>
              <a:round/>
              <a:headEnd type="none" w="sm" len="sm"/>
              <a:tailEnd type="none" w="sm" len="sm"/>
            </a:ln>
          </p:spPr>
        </p:cxnSp>
        <p:cxnSp>
          <p:nvCxnSpPr>
            <p:cNvPr id="2124" name="Google Shape;2124;p25"/>
            <p:cNvCxnSpPr>
              <a:stCxn id="2102" idx="6"/>
              <a:endCxn id="2122" idx="6"/>
            </p:cNvCxnSpPr>
            <p:nvPr/>
          </p:nvCxnSpPr>
          <p:spPr>
            <a:xfrm rot="10800000">
              <a:off x="6753460" y="4137542"/>
              <a:ext cx="1389000" cy="361800"/>
            </a:xfrm>
            <a:prstGeom prst="straightConnector1">
              <a:avLst/>
            </a:prstGeom>
            <a:noFill/>
            <a:ln w="9525" cap="flat" cmpd="sng">
              <a:solidFill>
                <a:srgbClr val="868686"/>
              </a:solidFill>
              <a:prstDash val="solid"/>
              <a:round/>
              <a:headEnd type="none" w="sm" len="sm"/>
              <a:tailEnd type="none" w="sm" len="sm"/>
            </a:ln>
          </p:spPr>
        </p:cxnSp>
        <p:cxnSp>
          <p:nvCxnSpPr>
            <p:cNvPr id="2125" name="Google Shape;2125;p25"/>
            <p:cNvCxnSpPr>
              <a:stCxn id="2104" idx="6"/>
              <a:endCxn id="2122" idx="6"/>
            </p:cNvCxnSpPr>
            <p:nvPr/>
          </p:nvCxnSpPr>
          <p:spPr>
            <a:xfrm rot="10800000">
              <a:off x="6753460" y="4137571"/>
              <a:ext cx="1389000" cy="66300"/>
            </a:xfrm>
            <a:prstGeom prst="straightConnector1">
              <a:avLst/>
            </a:prstGeom>
            <a:noFill/>
            <a:ln w="9525" cap="flat" cmpd="sng">
              <a:solidFill>
                <a:srgbClr val="868686"/>
              </a:solidFill>
              <a:prstDash val="solid"/>
              <a:round/>
              <a:headEnd type="none" w="sm" len="sm"/>
              <a:tailEnd type="none" w="sm" len="sm"/>
            </a:ln>
          </p:spPr>
        </p:cxnSp>
        <p:cxnSp>
          <p:nvCxnSpPr>
            <p:cNvPr id="2126" name="Google Shape;2126;p25"/>
            <p:cNvCxnSpPr>
              <a:stCxn id="2106" idx="6"/>
              <a:endCxn id="2122" idx="6"/>
            </p:cNvCxnSpPr>
            <p:nvPr/>
          </p:nvCxnSpPr>
          <p:spPr>
            <a:xfrm flipH="1">
              <a:off x="6753530" y="3908400"/>
              <a:ext cx="1396800" cy="229200"/>
            </a:xfrm>
            <a:prstGeom prst="straightConnector1">
              <a:avLst/>
            </a:prstGeom>
            <a:noFill/>
            <a:ln w="9525" cap="flat" cmpd="sng">
              <a:solidFill>
                <a:srgbClr val="868686"/>
              </a:solidFill>
              <a:prstDash val="solid"/>
              <a:round/>
              <a:headEnd type="none" w="sm" len="sm"/>
              <a:tailEnd type="none" w="sm" len="sm"/>
            </a:ln>
          </p:spPr>
        </p:cxnSp>
        <p:cxnSp>
          <p:nvCxnSpPr>
            <p:cNvPr id="2127" name="Google Shape;2127;p25"/>
            <p:cNvCxnSpPr>
              <a:stCxn id="2108" idx="6"/>
              <a:endCxn id="2122" idx="6"/>
            </p:cNvCxnSpPr>
            <p:nvPr/>
          </p:nvCxnSpPr>
          <p:spPr>
            <a:xfrm flipH="1">
              <a:off x="6753531" y="3612928"/>
              <a:ext cx="1396800" cy="524700"/>
            </a:xfrm>
            <a:prstGeom prst="straightConnector1">
              <a:avLst/>
            </a:prstGeom>
            <a:noFill/>
            <a:ln w="9525" cap="flat" cmpd="sng">
              <a:solidFill>
                <a:srgbClr val="868686"/>
              </a:solidFill>
              <a:prstDash val="solid"/>
              <a:round/>
              <a:headEnd type="none" w="sm" len="sm"/>
              <a:tailEnd type="none" w="sm" len="sm"/>
            </a:ln>
          </p:spPr>
        </p:cxnSp>
        <p:cxnSp>
          <p:nvCxnSpPr>
            <p:cNvPr id="2128" name="Google Shape;2128;p25"/>
            <p:cNvCxnSpPr>
              <a:stCxn id="2110" idx="6"/>
              <a:endCxn id="2122" idx="6"/>
            </p:cNvCxnSpPr>
            <p:nvPr/>
          </p:nvCxnSpPr>
          <p:spPr>
            <a:xfrm flipH="1">
              <a:off x="6753531" y="3317457"/>
              <a:ext cx="1396800" cy="819900"/>
            </a:xfrm>
            <a:prstGeom prst="straightConnector1">
              <a:avLst/>
            </a:prstGeom>
            <a:noFill/>
            <a:ln w="9525" cap="flat" cmpd="sng">
              <a:solidFill>
                <a:srgbClr val="868686"/>
              </a:solidFill>
              <a:prstDash val="solid"/>
              <a:round/>
              <a:headEnd type="none" w="sm" len="sm"/>
              <a:tailEnd type="none" w="sm" len="sm"/>
            </a:ln>
          </p:spPr>
        </p:cxnSp>
        <p:cxnSp>
          <p:nvCxnSpPr>
            <p:cNvPr id="2129" name="Google Shape;2129;p25"/>
            <p:cNvCxnSpPr>
              <a:stCxn id="2112" idx="6"/>
              <a:endCxn id="2122" idx="6"/>
            </p:cNvCxnSpPr>
            <p:nvPr/>
          </p:nvCxnSpPr>
          <p:spPr>
            <a:xfrm flipH="1">
              <a:off x="6753531" y="3021986"/>
              <a:ext cx="1396800" cy="1115400"/>
            </a:xfrm>
            <a:prstGeom prst="straightConnector1">
              <a:avLst/>
            </a:prstGeom>
            <a:noFill/>
            <a:ln w="9525" cap="flat" cmpd="sng">
              <a:solidFill>
                <a:srgbClr val="868686"/>
              </a:solidFill>
              <a:prstDash val="solid"/>
              <a:round/>
              <a:headEnd type="none" w="sm" len="sm"/>
              <a:tailEnd type="none" w="sm" len="sm"/>
            </a:ln>
          </p:spPr>
        </p:cxnSp>
        <p:cxnSp>
          <p:nvCxnSpPr>
            <p:cNvPr id="2130" name="Google Shape;2130;p25"/>
            <p:cNvCxnSpPr>
              <a:stCxn id="2114" idx="6"/>
              <a:endCxn id="2122" idx="6"/>
            </p:cNvCxnSpPr>
            <p:nvPr/>
          </p:nvCxnSpPr>
          <p:spPr>
            <a:xfrm flipH="1">
              <a:off x="6753531" y="2726515"/>
              <a:ext cx="1396800" cy="1410900"/>
            </a:xfrm>
            <a:prstGeom prst="straightConnector1">
              <a:avLst/>
            </a:prstGeom>
            <a:noFill/>
            <a:ln w="9525" cap="flat" cmpd="sng">
              <a:solidFill>
                <a:srgbClr val="868686"/>
              </a:solidFill>
              <a:prstDash val="solid"/>
              <a:round/>
              <a:headEnd type="none" w="sm" len="sm"/>
              <a:tailEnd type="none" w="sm" len="sm"/>
            </a:ln>
          </p:spPr>
        </p:cxnSp>
        <p:cxnSp>
          <p:nvCxnSpPr>
            <p:cNvPr id="2131" name="Google Shape;2131;p25"/>
            <p:cNvCxnSpPr>
              <a:stCxn id="2116" idx="6"/>
              <a:endCxn id="2122" idx="6"/>
            </p:cNvCxnSpPr>
            <p:nvPr/>
          </p:nvCxnSpPr>
          <p:spPr>
            <a:xfrm flipH="1">
              <a:off x="6753531" y="2431043"/>
              <a:ext cx="1396800" cy="1706400"/>
            </a:xfrm>
            <a:prstGeom prst="straightConnector1">
              <a:avLst/>
            </a:prstGeom>
            <a:noFill/>
            <a:ln w="9525" cap="flat" cmpd="sng">
              <a:solidFill>
                <a:srgbClr val="868686"/>
              </a:solidFill>
              <a:prstDash val="solid"/>
              <a:round/>
              <a:headEnd type="none" w="sm" len="sm"/>
              <a:tailEnd type="none" w="sm" len="sm"/>
            </a:ln>
          </p:spPr>
        </p:cxnSp>
        <p:cxnSp>
          <p:nvCxnSpPr>
            <p:cNvPr id="2132" name="Google Shape;2132;p25"/>
            <p:cNvCxnSpPr>
              <a:stCxn id="2118" idx="6"/>
              <a:endCxn id="2122" idx="6"/>
            </p:cNvCxnSpPr>
            <p:nvPr/>
          </p:nvCxnSpPr>
          <p:spPr>
            <a:xfrm flipH="1">
              <a:off x="6753300" y="2135572"/>
              <a:ext cx="1404900" cy="2001900"/>
            </a:xfrm>
            <a:prstGeom prst="straightConnector1">
              <a:avLst/>
            </a:prstGeom>
            <a:noFill/>
            <a:ln w="9525" cap="flat" cmpd="sng">
              <a:solidFill>
                <a:srgbClr val="868686"/>
              </a:solidFill>
              <a:prstDash val="solid"/>
              <a:round/>
              <a:headEnd type="none" w="sm" len="sm"/>
              <a:tailEnd type="none" w="sm" len="sm"/>
            </a:ln>
          </p:spPr>
        </p:cxnSp>
        <p:cxnSp>
          <p:nvCxnSpPr>
            <p:cNvPr id="2133" name="Google Shape;2133;p25"/>
            <p:cNvCxnSpPr>
              <a:stCxn id="2120" idx="6"/>
              <a:endCxn id="2122" idx="6"/>
            </p:cNvCxnSpPr>
            <p:nvPr/>
          </p:nvCxnSpPr>
          <p:spPr>
            <a:xfrm flipH="1">
              <a:off x="6753300" y="1840103"/>
              <a:ext cx="1404900" cy="2297400"/>
            </a:xfrm>
            <a:prstGeom prst="straightConnector1">
              <a:avLst/>
            </a:prstGeom>
            <a:noFill/>
            <a:ln w="9525" cap="flat" cmpd="sng">
              <a:solidFill>
                <a:srgbClr val="868686"/>
              </a:solidFill>
              <a:prstDash val="solid"/>
              <a:round/>
              <a:headEnd type="none" w="sm" len="sm"/>
              <a:tailEnd type="none" w="sm" len="sm"/>
            </a:ln>
          </p:spPr>
        </p:cxnSp>
        <p:cxnSp>
          <p:nvCxnSpPr>
            <p:cNvPr id="2134" name="Google Shape;2134;p25"/>
            <p:cNvCxnSpPr>
              <a:stCxn id="2097" idx="6"/>
              <a:endCxn id="2135" idx="6"/>
            </p:cNvCxnSpPr>
            <p:nvPr/>
          </p:nvCxnSpPr>
          <p:spPr>
            <a:xfrm rot="10800000">
              <a:off x="6753460" y="3723484"/>
              <a:ext cx="1389000" cy="1366800"/>
            </a:xfrm>
            <a:prstGeom prst="straightConnector1">
              <a:avLst/>
            </a:prstGeom>
            <a:noFill/>
            <a:ln w="9525" cap="flat" cmpd="sng">
              <a:solidFill>
                <a:srgbClr val="868686"/>
              </a:solidFill>
              <a:prstDash val="solid"/>
              <a:round/>
              <a:headEnd type="none" w="sm" len="sm"/>
              <a:tailEnd type="none" w="sm" len="sm"/>
            </a:ln>
          </p:spPr>
        </p:cxnSp>
        <p:cxnSp>
          <p:nvCxnSpPr>
            <p:cNvPr id="2136" name="Google Shape;2136;p25"/>
            <p:cNvCxnSpPr>
              <a:stCxn id="2100" idx="6"/>
              <a:endCxn id="2135" idx="6"/>
            </p:cNvCxnSpPr>
            <p:nvPr/>
          </p:nvCxnSpPr>
          <p:spPr>
            <a:xfrm rot="10800000">
              <a:off x="6753460" y="3723513"/>
              <a:ext cx="1389000" cy="1071300"/>
            </a:xfrm>
            <a:prstGeom prst="straightConnector1">
              <a:avLst/>
            </a:prstGeom>
            <a:noFill/>
            <a:ln w="9525" cap="flat" cmpd="sng">
              <a:solidFill>
                <a:srgbClr val="868686"/>
              </a:solidFill>
              <a:prstDash val="solid"/>
              <a:round/>
              <a:headEnd type="none" w="sm" len="sm"/>
              <a:tailEnd type="none" w="sm" len="sm"/>
            </a:ln>
          </p:spPr>
        </p:cxnSp>
        <p:cxnSp>
          <p:nvCxnSpPr>
            <p:cNvPr id="2137" name="Google Shape;2137;p25"/>
            <p:cNvCxnSpPr>
              <a:stCxn id="2102" idx="6"/>
              <a:endCxn id="2135" idx="6"/>
            </p:cNvCxnSpPr>
            <p:nvPr/>
          </p:nvCxnSpPr>
          <p:spPr>
            <a:xfrm rot="10800000">
              <a:off x="6753460" y="3723542"/>
              <a:ext cx="1389000" cy="775800"/>
            </a:xfrm>
            <a:prstGeom prst="straightConnector1">
              <a:avLst/>
            </a:prstGeom>
            <a:noFill/>
            <a:ln w="9525" cap="flat" cmpd="sng">
              <a:solidFill>
                <a:srgbClr val="868686"/>
              </a:solidFill>
              <a:prstDash val="solid"/>
              <a:round/>
              <a:headEnd type="none" w="sm" len="sm"/>
              <a:tailEnd type="none" w="sm" len="sm"/>
            </a:ln>
          </p:spPr>
        </p:cxnSp>
        <p:cxnSp>
          <p:nvCxnSpPr>
            <p:cNvPr id="2138" name="Google Shape;2138;p25"/>
            <p:cNvCxnSpPr>
              <a:stCxn id="2104" idx="6"/>
              <a:endCxn id="2135" idx="6"/>
            </p:cNvCxnSpPr>
            <p:nvPr/>
          </p:nvCxnSpPr>
          <p:spPr>
            <a:xfrm rot="10800000">
              <a:off x="6753460" y="3723571"/>
              <a:ext cx="1389000" cy="480300"/>
            </a:xfrm>
            <a:prstGeom prst="straightConnector1">
              <a:avLst/>
            </a:prstGeom>
            <a:noFill/>
            <a:ln w="9525" cap="flat" cmpd="sng">
              <a:solidFill>
                <a:srgbClr val="868686"/>
              </a:solidFill>
              <a:prstDash val="solid"/>
              <a:round/>
              <a:headEnd type="none" w="sm" len="sm"/>
              <a:tailEnd type="none" w="sm" len="sm"/>
            </a:ln>
          </p:spPr>
        </p:cxnSp>
        <p:cxnSp>
          <p:nvCxnSpPr>
            <p:cNvPr id="2139" name="Google Shape;2139;p25"/>
            <p:cNvCxnSpPr>
              <a:stCxn id="2106" idx="6"/>
              <a:endCxn id="2135" idx="6"/>
            </p:cNvCxnSpPr>
            <p:nvPr/>
          </p:nvCxnSpPr>
          <p:spPr>
            <a:xfrm rot="10800000">
              <a:off x="6753530" y="3723600"/>
              <a:ext cx="1396800" cy="184800"/>
            </a:xfrm>
            <a:prstGeom prst="straightConnector1">
              <a:avLst/>
            </a:prstGeom>
            <a:noFill/>
            <a:ln w="9525" cap="flat" cmpd="sng">
              <a:solidFill>
                <a:srgbClr val="868686"/>
              </a:solidFill>
              <a:prstDash val="solid"/>
              <a:round/>
              <a:headEnd type="none" w="sm" len="sm"/>
              <a:tailEnd type="none" w="sm" len="sm"/>
            </a:ln>
          </p:spPr>
        </p:cxnSp>
        <p:cxnSp>
          <p:nvCxnSpPr>
            <p:cNvPr id="2140" name="Google Shape;2140;p25"/>
            <p:cNvCxnSpPr>
              <a:stCxn id="2108" idx="6"/>
              <a:endCxn id="2135" idx="6"/>
            </p:cNvCxnSpPr>
            <p:nvPr/>
          </p:nvCxnSpPr>
          <p:spPr>
            <a:xfrm flipH="1">
              <a:off x="6753531" y="3612928"/>
              <a:ext cx="1396800" cy="110700"/>
            </a:xfrm>
            <a:prstGeom prst="straightConnector1">
              <a:avLst/>
            </a:prstGeom>
            <a:noFill/>
            <a:ln w="9525" cap="flat" cmpd="sng">
              <a:solidFill>
                <a:srgbClr val="868686"/>
              </a:solidFill>
              <a:prstDash val="solid"/>
              <a:round/>
              <a:headEnd type="none" w="sm" len="sm"/>
              <a:tailEnd type="none" w="sm" len="sm"/>
            </a:ln>
          </p:spPr>
        </p:cxnSp>
        <p:cxnSp>
          <p:nvCxnSpPr>
            <p:cNvPr id="2141" name="Google Shape;2141;p25"/>
            <p:cNvCxnSpPr>
              <a:stCxn id="2110" idx="6"/>
              <a:endCxn id="2135" idx="6"/>
            </p:cNvCxnSpPr>
            <p:nvPr/>
          </p:nvCxnSpPr>
          <p:spPr>
            <a:xfrm flipH="1">
              <a:off x="6753531" y="3317457"/>
              <a:ext cx="1396800" cy="406200"/>
            </a:xfrm>
            <a:prstGeom prst="straightConnector1">
              <a:avLst/>
            </a:prstGeom>
            <a:noFill/>
            <a:ln w="9525" cap="flat" cmpd="sng">
              <a:solidFill>
                <a:srgbClr val="868686"/>
              </a:solidFill>
              <a:prstDash val="solid"/>
              <a:round/>
              <a:headEnd type="none" w="sm" len="sm"/>
              <a:tailEnd type="none" w="sm" len="sm"/>
            </a:ln>
          </p:spPr>
        </p:cxnSp>
        <p:cxnSp>
          <p:nvCxnSpPr>
            <p:cNvPr id="2142" name="Google Shape;2142;p25"/>
            <p:cNvCxnSpPr>
              <a:stCxn id="2112" idx="6"/>
              <a:endCxn id="2135" idx="6"/>
            </p:cNvCxnSpPr>
            <p:nvPr/>
          </p:nvCxnSpPr>
          <p:spPr>
            <a:xfrm flipH="1">
              <a:off x="6753531" y="3021986"/>
              <a:ext cx="1396800" cy="701400"/>
            </a:xfrm>
            <a:prstGeom prst="straightConnector1">
              <a:avLst/>
            </a:prstGeom>
            <a:noFill/>
            <a:ln w="9525" cap="flat" cmpd="sng">
              <a:solidFill>
                <a:srgbClr val="868686"/>
              </a:solidFill>
              <a:prstDash val="solid"/>
              <a:round/>
              <a:headEnd type="none" w="sm" len="sm"/>
              <a:tailEnd type="none" w="sm" len="sm"/>
            </a:ln>
          </p:spPr>
        </p:cxnSp>
        <p:cxnSp>
          <p:nvCxnSpPr>
            <p:cNvPr id="2143" name="Google Shape;2143;p25"/>
            <p:cNvCxnSpPr>
              <a:stCxn id="2114" idx="6"/>
              <a:endCxn id="2135" idx="6"/>
            </p:cNvCxnSpPr>
            <p:nvPr/>
          </p:nvCxnSpPr>
          <p:spPr>
            <a:xfrm flipH="1">
              <a:off x="6753531" y="2726515"/>
              <a:ext cx="1396800" cy="996900"/>
            </a:xfrm>
            <a:prstGeom prst="straightConnector1">
              <a:avLst/>
            </a:prstGeom>
            <a:noFill/>
            <a:ln w="9525" cap="flat" cmpd="sng">
              <a:solidFill>
                <a:srgbClr val="868686"/>
              </a:solidFill>
              <a:prstDash val="solid"/>
              <a:round/>
              <a:headEnd type="none" w="sm" len="sm"/>
              <a:tailEnd type="none" w="sm" len="sm"/>
            </a:ln>
          </p:spPr>
        </p:cxnSp>
        <p:cxnSp>
          <p:nvCxnSpPr>
            <p:cNvPr id="2144" name="Google Shape;2144;p25"/>
            <p:cNvCxnSpPr>
              <a:stCxn id="2116" idx="6"/>
              <a:endCxn id="2135" idx="6"/>
            </p:cNvCxnSpPr>
            <p:nvPr/>
          </p:nvCxnSpPr>
          <p:spPr>
            <a:xfrm flipH="1">
              <a:off x="6753531" y="2431043"/>
              <a:ext cx="1396800" cy="1292400"/>
            </a:xfrm>
            <a:prstGeom prst="straightConnector1">
              <a:avLst/>
            </a:prstGeom>
            <a:noFill/>
            <a:ln w="9525" cap="flat" cmpd="sng">
              <a:solidFill>
                <a:srgbClr val="868686"/>
              </a:solidFill>
              <a:prstDash val="solid"/>
              <a:round/>
              <a:headEnd type="none" w="sm" len="sm"/>
              <a:tailEnd type="none" w="sm" len="sm"/>
            </a:ln>
          </p:spPr>
        </p:cxnSp>
        <p:cxnSp>
          <p:nvCxnSpPr>
            <p:cNvPr id="2145" name="Google Shape;2145;p25"/>
            <p:cNvCxnSpPr>
              <a:stCxn id="2118" idx="6"/>
              <a:endCxn id="2135" idx="6"/>
            </p:cNvCxnSpPr>
            <p:nvPr/>
          </p:nvCxnSpPr>
          <p:spPr>
            <a:xfrm flipH="1">
              <a:off x="6753300" y="2135572"/>
              <a:ext cx="1404900" cy="1587900"/>
            </a:xfrm>
            <a:prstGeom prst="straightConnector1">
              <a:avLst/>
            </a:prstGeom>
            <a:noFill/>
            <a:ln w="9525" cap="flat" cmpd="sng">
              <a:solidFill>
                <a:srgbClr val="868686"/>
              </a:solidFill>
              <a:prstDash val="solid"/>
              <a:round/>
              <a:headEnd type="none" w="sm" len="sm"/>
              <a:tailEnd type="none" w="sm" len="sm"/>
            </a:ln>
          </p:spPr>
        </p:cxnSp>
        <p:cxnSp>
          <p:nvCxnSpPr>
            <p:cNvPr id="2146" name="Google Shape;2146;p25"/>
            <p:cNvCxnSpPr>
              <a:stCxn id="2120" idx="6"/>
              <a:endCxn id="2135" idx="6"/>
            </p:cNvCxnSpPr>
            <p:nvPr/>
          </p:nvCxnSpPr>
          <p:spPr>
            <a:xfrm flipH="1">
              <a:off x="6753300" y="1840103"/>
              <a:ext cx="1404900" cy="1883400"/>
            </a:xfrm>
            <a:prstGeom prst="straightConnector1">
              <a:avLst/>
            </a:prstGeom>
            <a:noFill/>
            <a:ln w="9525" cap="flat" cmpd="sng">
              <a:solidFill>
                <a:srgbClr val="868686"/>
              </a:solidFill>
              <a:prstDash val="solid"/>
              <a:round/>
              <a:headEnd type="none" w="sm" len="sm"/>
              <a:tailEnd type="none" w="sm" len="sm"/>
            </a:ln>
          </p:spPr>
        </p:cxnSp>
        <p:cxnSp>
          <p:nvCxnSpPr>
            <p:cNvPr id="2147" name="Google Shape;2147;p25"/>
            <p:cNvCxnSpPr>
              <a:stCxn id="2097" idx="6"/>
              <a:endCxn id="2148" idx="6"/>
            </p:cNvCxnSpPr>
            <p:nvPr/>
          </p:nvCxnSpPr>
          <p:spPr>
            <a:xfrm rot="10800000">
              <a:off x="6753460" y="3309484"/>
              <a:ext cx="1389000" cy="1780800"/>
            </a:xfrm>
            <a:prstGeom prst="straightConnector1">
              <a:avLst/>
            </a:prstGeom>
            <a:noFill/>
            <a:ln w="9525" cap="flat" cmpd="sng">
              <a:solidFill>
                <a:srgbClr val="868686"/>
              </a:solidFill>
              <a:prstDash val="solid"/>
              <a:round/>
              <a:headEnd type="none" w="sm" len="sm"/>
              <a:tailEnd type="none" w="sm" len="sm"/>
            </a:ln>
          </p:spPr>
        </p:cxnSp>
        <p:cxnSp>
          <p:nvCxnSpPr>
            <p:cNvPr id="2149" name="Google Shape;2149;p25"/>
            <p:cNvCxnSpPr>
              <a:stCxn id="2100" idx="6"/>
              <a:endCxn id="2148" idx="6"/>
            </p:cNvCxnSpPr>
            <p:nvPr/>
          </p:nvCxnSpPr>
          <p:spPr>
            <a:xfrm rot="10800000">
              <a:off x="6753460" y="3309513"/>
              <a:ext cx="1389000" cy="1485300"/>
            </a:xfrm>
            <a:prstGeom prst="straightConnector1">
              <a:avLst/>
            </a:prstGeom>
            <a:noFill/>
            <a:ln w="9525" cap="flat" cmpd="sng">
              <a:solidFill>
                <a:srgbClr val="868686"/>
              </a:solidFill>
              <a:prstDash val="solid"/>
              <a:round/>
              <a:headEnd type="none" w="sm" len="sm"/>
              <a:tailEnd type="none" w="sm" len="sm"/>
            </a:ln>
          </p:spPr>
        </p:cxnSp>
        <p:cxnSp>
          <p:nvCxnSpPr>
            <p:cNvPr id="2150" name="Google Shape;2150;p25"/>
            <p:cNvCxnSpPr>
              <a:stCxn id="2102" idx="6"/>
              <a:endCxn id="2148" idx="6"/>
            </p:cNvCxnSpPr>
            <p:nvPr/>
          </p:nvCxnSpPr>
          <p:spPr>
            <a:xfrm rot="10800000">
              <a:off x="6753460" y="3309542"/>
              <a:ext cx="1389000" cy="1189800"/>
            </a:xfrm>
            <a:prstGeom prst="straightConnector1">
              <a:avLst/>
            </a:prstGeom>
            <a:noFill/>
            <a:ln w="9525" cap="flat" cmpd="sng">
              <a:solidFill>
                <a:srgbClr val="868686"/>
              </a:solidFill>
              <a:prstDash val="solid"/>
              <a:round/>
              <a:headEnd type="none" w="sm" len="sm"/>
              <a:tailEnd type="none" w="sm" len="sm"/>
            </a:ln>
          </p:spPr>
        </p:cxnSp>
        <p:cxnSp>
          <p:nvCxnSpPr>
            <p:cNvPr id="2151" name="Google Shape;2151;p25"/>
            <p:cNvCxnSpPr>
              <a:stCxn id="2104" idx="6"/>
              <a:endCxn id="2148" idx="6"/>
            </p:cNvCxnSpPr>
            <p:nvPr/>
          </p:nvCxnSpPr>
          <p:spPr>
            <a:xfrm rot="10800000">
              <a:off x="6753460" y="3309571"/>
              <a:ext cx="1389000" cy="894300"/>
            </a:xfrm>
            <a:prstGeom prst="straightConnector1">
              <a:avLst/>
            </a:prstGeom>
            <a:noFill/>
            <a:ln w="9525" cap="flat" cmpd="sng">
              <a:solidFill>
                <a:srgbClr val="868686"/>
              </a:solidFill>
              <a:prstDash val="solid"/>
              <a:round/>
              <a:headEnd type="none" w="sm" len="sm"/>
              <a:tailEnd type="none" w="sm" len="sm"/>
            </a:ln>
          </p:spPr>
        </p:cxnSp>
        <p:cxnSp>
          <p:nvCxnSpPr>
            <p:cNvPr id="2152" name="Google Shape;2152;p25"/>
            <p:cNvCxnSpPr>
              <a:stCxn id="2106" idx="6"/>
              <a:endCxn id="2148" idx="6"/>
            </p:cNvCxnSpPr>
            <p:nvPr/>
          </p:nvCxnSpPr>
          <p:spPr>
            <a:xfrm rot="10800000">
              <a:off x="6753530" y="3309600"/>
              <a:ext cx="1396800" cy="598800"/>
            </a:xfrm>
            <a:prstGeom prst="straightConnector1">
              <a:avLst/>
            </a:prstGeom>
            <a:noFill/>
            <a:ln w="9525" cap="flat" cmpd="sng">
              <a:solidFill>
                <a:srgbClr val="868686"/>
              </a:solidFill>
              <a:prstDash val="solid"/>
              <a:round/>
              <a:headEnd type="none" w="sm" len="sm"/>
              <a:tailEnd type="none" w="sm" len="sm"/>
            </a:ln>
          </p:spPr>
        </p:cxnSp>
        <p:cxnSp>
          <p:nvCxnSpPr>
            <p:cNvPr id="2153" name="Google Shape;2153;p25"/>
            <p:cNvCxnSpPr>
              <a:stCxn id="2108" idx="6"/>
              <a:endCxn id="2148" idx="6"/>
            </p:cNvCxnSpPr>
            <p:nvPr/>
          </p:nvCxnSpPr>
          <p:spPr>
            <a:xfrm rot="10800000">
              <a:off x="6753531" y="3309628"/>
              <a:ext cx="1396800" cy="303300"/>
            </a:xfrm>
            <a:prstGeom prst="straightConnector1">
              <a:avLst/>
            </a:prstGeom>
            <a:noFill/>
            <a:ln w="9525" cap="flat" cmpd="sng">
              <a:solidFill>
                <a:srgbClr val="868686"/>
              </a:solidFill>
              <a:prstDash val="solid"/>
              <a:round/>
              <a:headEnd type="none" w="sm" len="sm"/>
              <a:tailEnd type="none" w="sm" len="sm"/>
            </a:ln>
          </p:spPr>
        </p:cxnSp>
        <p:cxnSp>
          <p:nvCxnSpPr>
            <p:cNvPr id="2154" name="Google Shape;2154;p25"/>
            <p:cNvCxnSpPr>
              <a:stCxn id="2110" idx="6"/>
              <a:endCxn id="2148" idx="6"/>
            </p:cNvCxnSpPr>
            <p:nvPr/>
          </p:nvCxnSpPr>
          <p:spPr>
            <a:xfrm rot="10800000">
              <a:off x="6753531" y="3309657"/>
              <a:ext cx="1396800" cy="7800"/>
            </a:xfrm>
            <a:prstGeom prst="straightConnector1">
              <a:avLst/>
            </a:prstGeom>
            <a:noFill/>
            <a:ln w="9525" cap="flat" cmpd="sng">
              <a:solidFill>
                <a:srgbClr val="868686"/>
              </a:solidFill>
              <a:prstDash val="solid"/>
              <a:round/>
              <a:headEnd type="none" w="sm" len="sm"/>
              <a:tailEnd type="none" w="sm" len="sm"/>
            </a:ln>
          </p:spPr>
        </p:cxnSp>
        <p:cxnSp>
          <p:nvCxnSpPr>
            <p:cNvPr id="2155" name="Google Shape;2155;p25"/>
            <p:cNvCxnSpPr>
              <a:stCxn id="2112" idx="6"/>
              <a:endCxn id="2148" idx="6"/>
            </p:cNvCxnSpPr>
            <p:nvPr/>
          </p:nvCxnSpPr>
          <p:spPr>
            <a:xfrm flipH="1">
              <a:off x="6753531" y="3021986"/>
              <a:ext cx="1396800" cy="287700"/>
            </a:xfrm>
            <a:prstGeom prst="straightConnector1">
              <a:avLst/>
            </a:prstGeom>
            <a:noFill/>
            <a:ln w="9525" cap="flat" cmpd="sng">
              <a:solidFill>
                <a:srgbClr val="868686"/>
              </a:solidFill>
              <a:prstDash val="solid"/>
              <a:round/>
              <a:headEnd type="none" w="sm" len="sm"/>
              <a:tailEnd type="none" w="sm" len="sm"/>
            </a:ln>
          </p:spPr>
        </p:cxnSp>
        <p:cxnSp>
          <p:nvCxnSpPr>
            <p:cNvPr id="2156" name="Google Shape;2156;p25"/>
            <p:cNvCxnSpPr>
              <a:stCxn id="2114" idx="6"/>
              <a:endCxn id="2148" idx="6"/>
            </p:cNvCxnSpPr>
            <p:nvPr/>
          </p:nvCxnSpPr>
          <p:spPr>
            <a:xfrm flipH="1">
              <a:off x="6753531" y="2726515"/>
              <a:ext cx="1396800" cy="582900"/>
            </a:xfrm>
            <a:prstGeom prst="straightConnector1">
              <a:avLst/>
            </a:prstGeom>
            <a:noFill/>
            <a:ln w="9525" cap="flat" cmpd="sng">
              <a:solidFill>
                <a:srgbClr val="868686"/>
              </a:solidFill>
              <a:prstDash val="solid"/>
              <a:round/>
              <a:headEnd type="none" w="sm" len="sm"/>
              <a:tailEnd type="none" w="sm" len="sm"/>
            </a:ln>
          </p:spPr>
        </p:cxnSp>
        <p:cxnSp>
          <p:nvCxnSpPr>
            <p:cNvPr id="2157" name="Google Shape;2157;p25"/>
            <p:cNvCxnSpPr>
              <a:stCxn id="2116" idx="6"/>
              <a:endCxn id="2148" idx="6"/>
            </p:cNvCxnSpPr>
            <p:nvPr/>
          </p:nvCxnSpPr>
          <p:spPr>
            <a:xfrm flipH="1">
              <a:off x="6753531" y="2431043"/>
              <a:ext cx="1396800" cy="878400"/>
            </a:xfrm>
            <a:prstGeom prst="straightConnector1">
              <a:avLst/>
            </a:prstGeom>
            <a:noFill/>
            <a:ln w="9525" cap="flat" cmpd="sng">
              <a:solidFill>
                <a:srgbClr val="868686"/>
              </a:solidFill>
              <a:prstDash val="solid"/>
              <a:round/>
              <a:headEnd type="none" w="sm" len="sm"/>
              <a:tailEnd type="none" w="sm" len="sm"/>
            </a:ln>
          </p:spPr>
        </p:cxnSp>
        <p:cxnSp>
          <p:nvCxnSpPr>
            <p:cNvPr id="2158" name="Google Shape;2158;p25"/>
            <p:cNvCxnSpPr>
              <a:stCxn id="2116" idx="6"/>
              <a:endCxn id="2148" idx="6"/>
            </p:cNvCxnSpPr>
            <p:nvPr/>
          </p:nvCxnSpPr>
          <p:spPr>
            <a:xfrm flipH="1">
              <a:off x="6753531" y="2431043"/>
              <a:ext cx="1396800" cy="878400"/>
            </a:xfrm>
            <a:prstGeom prst="straightConnector1">
              <a:avLst/>
            </a:prstGeom>
            <a:noFill/>
            <a:ln w="9525" cap="flat" cmpd="sng">
              <a:solidFill>
                <a:srgbClr val="868686"/>
              </a:solidFill>
              <a:prstDash val="solid"/>
              <a:round/>
              <a:headEnd type="none" w="sm" len="sm"/>
              <a:tailEnd type="none" w="sm" len="sm"/>
            </a:ln>
          </p:spPr>
        </p:cxnSp>
        <p:cxnSp>
          <p:nvCxnSpPr>
            <p:cNvPr id="2159" name="Google Shape;2159;p25"/>
            <p:cNvCxnSpPr>
              <a:stCxn id="2118" idx="6"/>
              <a:endCxn id="2148" idx="6"/>
            </p:cNvCxnSpPr>
            <p:nvPr/>
          </p:nvCxnSpPr>
          <p:spPr>
            <a:xfrm flipH="1">
              <a:off x="6753300" y="2135572"/>
              <a:ext cx="1404900" cy="1173900"/>
            </a:xfrm>
            <a:prstGeom prst="straightConnector1">
              <a:avLst/>
            </a:prstGeom>
            <a:noFill/>
            <a:ln w="9525" cap="flat" cmpd="sng">
              <a:solidFill>
                <a:srgbClr val="868686"/>
              </a:solidFill>
              <a:prstDash val="solid"/>
              <a:round/>
              <a:headEnd type="none" w="sm" len="sm"/>
              <a:tailEnd type="none" w="sm" len="sm"/>
            </a:ln>
          </p:spPr>
        </p:cxnSp>
        <p:cxnSp>
          <p:nvCxnSpPr>
            <p:cNvPr id="2160" name="Google Shape;2160;p25"/>
            <p:cNvCxnSpPr>
              <a:stCxn id="2120" idx="6"/>
              <a:endCxn id="2148" idx="6"/>
            </p:cNvCxnSpPr>
            <p:nvPr/>
          </p:nvCxnSpPr>
          <p:spPr>
            <a:xfrm flipH="1">
              <a:off x="6753300" y="1840103"/>
              <a:ext cx="1404900" cy="1469400"/>
            </a:xfrm>
            <a:prstGeom prst="straightConnector1">
              <a:avLst/>
            </a:prstGeom>
            <a:noFill/>
            <a:ln w="9525" cap="flat" cmpd="sng">
              <a:solidFill>
                <a:srgbClr val="868686"/>
              </a:solidFill>
              <a:prstDash val="solid"/>
              <a:round/>
              <a:headEnd type="none" w="sm" len="sm"/>
              <a:tailEnd type="none" w="sm" len="sm"/>
            </a:ln>
          </p:spPr>
        </p:cxnSp>
        <p:cxnSp>
          <p:nvCxnSpPr>
            <p:cNvPr id="2161" name="Google Shape;2161;p25"/>
            <p:cNvCxnSpPr>
              <a:stCxn id="2097" idx="6"/>
              <a:endCxn id="2162" idx="6"/>
            </p:cNvCxnSpPr>
            <p:nvPr/>
          </p:nvCxnSpPr>
          <p:spPr>
            <a:xfrm rot="10800000">
              <a:off x="6753460" y="2895484"/>
              <a:ext cx="1389000" cy="2194800"/>
            </a:xfrm>
            <a:prstGeom prst="straightConnector1">
              <a:avLst/>
            </a:prstGeom>
            <a:noFill/>
            <a:ln w="9525" cap="flat" cmpd="sng">
              <a:solidFill>
                <a:srgbClr val="868686"/>
              </a:solidFill>
              <a:prstDash val="solid"/>
              <a:round/>
              <a:headEnd type="none" w="sm" len="sm"/>
              <a:tailEnd type="none" w="sm" len="sm"/>
            </a:ln>
          </p:spPr>
        </p:cxnSp>
        <p:cxnSp>
          <p:nvCxnSpPr>
            <p:cNvPr id="2163" name="Google Shape;2163;p25"/>
            <p:cNvCxnSpPr>
              <a:stCxn id="2100" idx="6"/>
              <a:endCxn id="2162" idx="6"/>
            </p:cNvCxnSpPr>
            <p:nvPr/>
          </p:nvCxnSpPr>
          <p:spPr>
            <a:xfrm rot="10800000">
              <a:off x="6753460" y="2895513"/>
              <a:ext cx="1389000" cy="1899300"/>
            </a:xfrm>
            <a:prstGeom prst="straightConnector1">
              <a:avLst/>
            </a:prstGeom>
            <a:noFill/>
            <a:ln w="9525" cap="flat" cmpd="sng">
              <a:solidFill>
                <a:srgbClr val="868686"/>
              </a:solidFill>
              <a:prstDash val="solid"/>
              <a:round/>
              <a:headEnd type="none" w="sm" len="sm"/>
              <a:tailEnd type="none" w="sm" len="sm"/>
            </a:ln>
          </p:spPr>
        </p:cxnSp>
        <p:cxnSp>
          <p:nvCxnSpPr>
            <p:cNvPr id="2164" name="Google Shape;2164;p25"/>
            <p:cNvCxnSpPr>
              <a:endCxn id="2162" idx="6"/>
            </p:cNvCxnSpPr>
            <p:nvPr/>
          </p:nvCxnSpPr>
          <p:spPr>
            <a:xfrm rot="10800000">
              <a:off x="6753450" y="2895585"/>
              <a:ext cx="1415400" cy="1597800"/>
            </a:xfrm>
            <a:prstGeom prst="straightConnector1">
              <a:avLst/>
            </a:prstGeom>
            <a:noFill/>
            <a:ln w="9525" cap="flat" cmpd="sng">
              <a:solidFill>
                <a:srgbClr val="868686"/>
              </a:solidFill>
              <a:prstDash val="solid"/>
              <a:round/>
              <a:headEnd type="none" w="sm" len="sm"/>
              <a:tailEnd type="none" w="sm" len="sm"/>
            </a:ln>
          </p:spPr>
        </p:cxnSp>
        <p:cxnSp>
          <p:nvCxnSpPr>
            <p:cNvPr id="2165" name="Google Shape;2165;p25"/>
            <p:cNvCxnSpPr>
              <a:stCxn id="2104" idx="6"/>
              <a:endCxn id="2162" idx="6"/>
            </p:cNvCxnSpPr>
            <p:nvPr/>
          </p:nvCxnSpPr>
          <p:spPr>
            <a:xfrm rot="10800000">
              <a:off x="6753460" y="2895571"/>
              <a:ext cx="1389000" cy="1308300"/>
            </a:xfrm>
            <a:prstGeom prst="straightConnector1">
              <a:avLst/>
            </a:prstGeom>
            <a:noFill/>
            <a:ln w="9525" cap="flat" cmpd="sng">
              <a:solidFill>
                <a:srgbClr val="868686"/>
              </a:solidFill>
              <a:prstDash val="solid"/>
              <a:round/>
              <a:headEnd type="none" w="sm" len="sm"/>
              <a:tailEnd type="none" w="sm" len="sm"/>
            </a:ln>
          </p:spPr>
        </p:cxnSp>
        <p:cxnSp>
          <p:nvCxnSpPr>
            <p:cNvPr id="2166" name="Google Shape;2166;p25"/>
            <p:cNvCxnSpPr>
              <a:stCxn id="2106" idx="6"/>
              <a:endCxn id="2162" idx="6"/>
            </p:cNvCxnSpPr>
            <p:nvPr/>
          </p:nvCxnSpPr>
          <p:spPr>
            <a:xfrm rot="10800000">
              <a:off x="6753530" y="2895600"/>
              <a:ext cx="1396800" cy="1012800"/>
            </a:xfrm>
            <a:prstGeom prst="straightConnector1">
              <a:avLst/>
            </a:prstGeom>
            <a:noFill/>
            <a:ln w="9525" cap="flat" cmpd="sng">
              <a:solidFill>
                <a:srgbClr val="868686"/>
              </a:solidFill>
              <a:prstDash val="solid"/>
              <a:round/>
              <a:headEnd type="none" w="sm" len="sm"/>
              <a:tailEnd type="none" w="sm" len="sm"/>
            </a:ln>
          </p:spPr>
        </p:cxnSp>
        <p:cxnSp>
          <p:nvCxnSpPr>
            <p:cNvPr id="2167" name="Google Shape;2167;p25"/>
            <p:cNvCxnSpPr>
              <a:stCxn id="2108" idx="6"/>
              <a:endCxn id="2162" idx="6"/>
            </p:cNvCxnSpPr>
            <p:nvPr/>
          </p:nvCxnSpPr>
          <p:spPr>
            <a:xfrm rot="10800000">
              <a:off x="6753531" y="2895628"/>
              <a:ext cx="1396800" cy="717300"/>
            </a:xfrm>
            <a:prstGeom prst="straightConnector1">
              <a:avLst/>
            </a:prstGeom>
            <a:noFill/>
            <a:ln w="9525" cap="flat" cmpd="sng">
              <a:solidFill>
                <a:srgbClr val="868686"/>
              </a:solidFill>
              <a:prstDash val="solid"/>
              <a:round/>
              <a:headEnd type="none" w="sm" len="sm"/>
              <a:tailEnd type="none" w="sm" len="sm"/>
            </a:ln>
          </p:spPr>
        </p:cxnSp>
        <p:cxnSp>
          <p:nvCxnSpPr>
            <p:cNvPr id="2168" name="Google Shape;2168;p25"/>
            <p:cNvCxnSpPr>
              <a:stCxn id="2110" idx="6"/>
              <a:endCxn id="2162" idx="6"/>
            </p:cNvCxnSpPr>
            <p:nvPr/>
          </p:nvCxnSpPr>
          <p:spPr>
            <a:xfrm rot="10800000">
              <a:off x="6753531" y="2895657"/>
              <a:ext cx="1396800" cy="421800"/>
            </a:xfrm>
            <a:prstGeom prst="straightConnector1">
              <a:avLst/>
            </a:prstGeom>
            <a:noFill/>
            <a:ln w="9525" cap="flat" cmpd="sng">
              <a:solidFill>
                <a:srgbClr val="868686"/>
              </a:solidFill>
              <a:prstDash val="solid"/>
              <a:round/>
              <a:headEnd type="none" w="sm" len="sm"/>
              <a:tailEnd type="none" w="sm" len="sm"/>
            </a:ln>
          </p:spPr>
        </p:cxnSp>
        <p:cxnSp>
          <p:nvCxnSpPr>
            <p:cNvPr id="2169" name="Google Shape;2169;p25"/>
            <p:cNvCxnSpPr>
              <a:stCxn id="2112" idx="6"/>
              <a:endCxn id="2162" idx="6"/>
            </p:cNvCxnSpPr>
            <p:nvPr/>
          </p:nvCxnSpPr>
          <p:spPr>
            <a:xfrm rot="10800000">
              <a:off x="6753531" y="2895686"/>
              <a:ext cx="1396800" cy="126300"/>
            </a:xfrm>
            <a:prstGeom prst="straightConnector1">
              <a:avLst/>
            </a:prstGeom>
            <a:noFill/>
            <a:ln w="9525" cap="flat" cmpd="sng">
              <a:solidFill>
                <a:srgbClr val="868686"/>
              </a:solidFill>
              <a:prstDash val="solid"/>
              <a:round/>
              <a:headEnd type="none" w="sm" len="sm"/>
              <a:tailEnd type="none" w="sm" len="sm"/>
            </a:ln>
          </p:spPr>
        </p:cxnSp>
        <p:cxnSp>
          <p:nvCxnSpPr>
            <p:cNvPr id="2170" name="Google Shape;2170;p25"/>
            <p:cNvCxnSpPr>
              <a:stCxn id="2114" idx="6"/>
              <a:endCxn id="2162" idx="6"/>
            </p:cNvCxnSpPr>
            <p:nvPr/>
          </p:nvCxnSpPr>
          <p:spPr>
            <a:xfrm flipH="1">
              <a:off x="6753531" y="2726515"/>
              <a:ext cx="1396800" cy="169200"/>
            </a:xfrm>
            <a:prstGeom prst="straightConnector1">
              <a:avLst/>
            </a:prstGeom>
            <a:noFill/>
            <a:ln w="9525" cap="flat" cmpd="sng">
              <a:solidFill>
                <a:srgbClr val="868686"/>
              </a:solidFill>
              <a:prstDash val="solid"/>
              <a:round/>
              <a:headEnd type="none" w="sm" len="sm"/>
              <a:tailEnd type="none" w="sm" len="sm"/>
            </a:ln>
          </p:spPr>
        </p:cxnSp>
        <p:cxnSp>
          <p:nvCxnSpPr>
            <p:cNvPr id="2171" name="Google Shape;2171;p25"/>
            <p:cNvCxnSpPr>
              <a:stCxn id="2116" idx="6"/>
              <a:endCxn id="2162" idx="6"/>
            </p:cNvCxnSpPr>
            <p:nvPr/>
          </p:nvCxnSpPr>
          <p:spPr>
            <a:xfrm flipH="1">
              <a:off x="6753531" y="2431043"/>
              <a:ext cx="1396800" cy="464400"/>
            </a:xfrm>
            <a:prstGeom prst="straightConnector1">
              <a:avLst/>
            </a:prstGeom>
            <a:noFill/>
            <a:ln w="9525" cap="flat" cmpd="sng">
              <a:solidFill>
                <a:srgbClr val="868686"/>
              </a:solidFill>
              <a:prstDash val="solid"/>
              <a:round/>
              <a:headEnd type="none" w="sm" len="sm"/>
              <a:tailEnd type="none" w="sm" len="sm"/>
            </a:ln>
          </p:spPr>
        </p:cxnSp>
        <p:cxnSp>
          <p:nvCxnSpPr>
            <p:cNvPr id="2172" name="Google Shape;2172;p25"/>
            <p:cNvCxnSpPr>
              <a:stCxn id="2118" idx="6"/>
              <a:endCxn id="2162" idx="6"/>
            </p:cNvCxnSpPr>
            <p:nvPr/>
          </p:nvCxnSpPr>
          <p:spPr>
            <a:xfrm flipH="1">
              <a:off x="6753300" y="2135572"/>
              <a:ext cx="1404900" cy="759900"/>
            </a:xfrm>
            <a:prstGeom prst="straightConnector1">
              <a:avLst/>
            </a:prstGeom>
            <a:noFill/>
            <a:ln w="9525" cap="flat" cmpd="sng">
              <a:solidFill>
                <a:srgbClr val="868686"/>
              </a:solidFill>
              <a:prstDash val="solid"/>
              <a:round/>
              <a:headEnd type="none" w="sm" len="sm"/>
              <a:tailEnd type="none" w="sm" len="sm"/>
            </a:ln>
          </p:spPr>
        </p:cxnSp>
        <p:cxnSp>
          <p:nvCxnSpPr>
            <p:cNvPr id="2173" name="Google Shape;2173;p25"/>
            <p:cNvCxnSpPr>
              <a:stCxn id="2120" idx="6"/>
              <a:endCxn id="2162" idx="6"/>
            </p:cNvCxnSpPr>
            <p:nvPr/>
          </p:nvCxnSpPr>
          <p:spPr>
            <a:xfrm flipH="1">
              <a:off x="6753300" y="1840103"/>
              <a:ext cx="1404900" cy="1055400"/>
            </a:xfrm>
            <a:prstGeom prst="straightConnector1">
              <a:avLst/>
            </a:prstGeom>
            <a:noFill/>
            <a:ln w="9525" cap="flat" cmpd="sng">
              <a:solidFill>
                <a:srgbClr val="868686"/>
              </a:solidFill>
              <a:prstDash val="solid"/>
              <a:round/>
              <a:headEnd type="none" w="sm" len="sm"/>
              <a:tailEnd type="none" w="sm" len="sm"/>
            </a:ln>
          </p:spPr>
        </p:cxnSp>
        <p:cxnSp>
          <p:nvCxnSpPr>
            <p:cNvPr id="2174" name="Google Shape;2174;p25"/>
            <p:cNvCxnSpPr>
              <a:stCxn id="2097" idx="6"/>
              <a:endCxn id="2175" idx="6"/>
            </p:cNvCxnSpPr>
            <p:nvPr/>
          </p:nvCxnSpPr>
          <p:spPr>
            <a:xfrm rot="10800000">
              <a:off x="6753460" y="2481484"/>
              <a:ext cx="1389000" cy="2608800"/>
            </a:xfrm>
            <a:prstGeom prst="straightConnector1">
              <a:avLst/>
            </a:prstGeom>
            <a:noFill/>
            <a:ln w="9525" cap="flat" cmpd="sng">
              <a:solidFill>
                <a:srgbClr val="868686"/>
              </a:solidFill>
              <a:prstDash val="solid"/>
              <a:round/>
              <a:headEnd type="none" w="sm" len="sm"/>
              <a:tailEnd type="none" w="sm" len="sm"/>
            </a:ln>
          </p:spPr>
        </p:cxnSp>
        <p:cxnSp>
          <p:nvCxnSpPr>
            <p:cNvPr id="2176" name="Google Shape;2176;p25"/>
            <p:cNvCxnSpPr>
              <a:stCxn id="2100" idx="6"/>
              <a:endCxn id="2175" idx="6"/>
            </p:cNvCxnSpPr>
            <p:nvPr/>
          </p:nvCxnSpPr>
          <p:spPr>
            <a:xfrm rot="10800000">
              <a:off x="6753460" y="2481513"/>
              <a:ext cx="1389000" cy="2313300"/>
            </a:xfrm>
            <a:prstGeom prst="straightConnector1">
              <a:avLst/>
            </a:prstGeom>
            <a:noFill/>
            <a:ln w="9525" cap="flat" cmpd="sng">
              <a:solidFill>
                <a:srgbClr val="868686"/>
              </a:solidFill>
              <a:prstDash val="solid"/>
              <a:round/>
              <a:headEnd type="none" w="sm" len="sm"/>
              <a:tailEnd type="none" w="sm" len="sm"/>
            </a:ln>
          </p:spPr>
        </p:cxnSp>
        <p:cxnSp>
          <p:nvCxnSpPr>
            <p:cNvPr id="2177" name="Google Shape;2177;p25"/>
            <p:cNvCxnSpPr>
              <a:stCxn id="2102" idx="6"/>
              <a:endCxn id="2175" idx="6"/>
            </p:cNvCxnSpPr>
            <p:nvPr/>
          </p:nvCxnSpPr>
          <p:spPr>
            <a:xfrm rot="10800000">
              <a:off x="6753460" y="2481542"/>
              <a:ext cx="1389000" cy="2017800"/>
            </a:xfrm>
            <a:prstGeom prst="straightConnector1">
              <a:avLst/>
            </a:prstGeom>
            <a:noFill/>
            <a:ln w="9525" cap="flat" cmpd="sng">
              <a:solidFill>
                <a:srgbClr val="868686"/>
              </a:solidFill>
              <a:prstDash val="solid"/>
              <a:round/>
              <a:headEnd type="none" w="sm" len="sm"/>
              <a:tailEnd type="none" w="sm" len="sm"/>
            </a:ln>
          </p:spPr>
        </p:cxnSp>
        <p:cxnSp>
          <p:nvCxnSpPr>
            <p:cNvPr id="2178" name="Google Shape;2178;p25"/>
            <p:cNvCxnSpPr>
              <a:stCxn id="2104" idx="6"/>
              <a:endCxn id="2175" idx="6"/>
            </p:cNvCxnSpPr>
            <p:nvPr/>
          </p:nvCxnSpPr>
          <p:spPr>
            <a:xfrm rot="10800000">
              <a:off x="6753460" y="2481571"/>
              <a:ext cx="1389000" cy="1722300"/>
            </a:xfrm>
            <a:prstGeom prst="straightConnector1">
              <a:avLst/>
            </a:prstGeom>
            <a:noFill/>
            <a:ln w="9525" cap="flat" cmpd="sng">
              <a:solidFill>
                <a:srgbClr val="868686"/>
              </a:solidFill>
              <a:prstDash val="solid"/>
              <a:round/>
              <a:headEnd type="none" w="sm" len="sm"/>
              <a:tailEnd type="none" w="sm" len="sm"/>
            </a:ln>
          </p:spPr>
        </p:cxnSp>
        <p:cxnSp>
          <p:nvCxnSpPr>
            <p:cNvPr id="2179" name="Google Shape;2179;p25"/>
            <p:cNvCxnSpPr>
              <a:stCxn id="2106" idx="6"/>
              <a:endCxn id="2175" idx="6"/>
            </p:cNvCxnSpPr>
            <p:nvPr/>
          </p:nvCxnSpPr>
          <p:spPr>
            <a:xfrm rot="10800000">
              <a:off x="6753530" y="2481600"/>
              <a:ext cx="1396800" cy="1426800"/>
            </a:xfrm>
            <a:prstGeom prst="straightConnector1">
              <a:avLst/>
            </a:prstGeom>
            <a:noFill/>
            <a:ln w="9525" cap="flat" cmpd="sng">
              <a:solidFill>
                <a:srgbClr val="868686"/>
              </a:solidFill>
              <a:prstDash val="solid"/>
              <a:round/>
              <a:headEnd type="none" w="sm" len="sm"/>
              <a:tailEnd type="none" w="sm" len="sm"/>
            </a:ln>
          </p:spPr>
        </p:cxnSp>
        <p:cxnSp>
          <p:nvCxnSpPr>
            <p:cNvPr id="2180" name="Google Shape;2180;p25"/>
            <p:cNvCxnSpPr>
              <a:stCxn id="2108" idx="6"/>
              <a:endCxn id="2175" idx="6"/>
            </p:cNvCxnSpPr>
            <p:nvPr/>
          </p:nvCxnSpPr>
          <p:spPr>
            <a:xfrm rot="10800000">
              <a:off x="6753531" y="2481628"/>
              <a:ext cx="1396800" cy="1131300"/>
            </a:xfrm>
            <a:prstGeom prst="straightConnector1">
              <a:avLst/>
            </a:prstGeom>
            <a:noFill/>
            <a:ln w="9525" cap="flat" cmpd="sng">
              <a:solidFill>
                <a:srgbClr val="868686"/>
              </a:solidFill>
              <a:prstDash val="solid"/>
              <a:round/>
              <a:headEnd type="none" w="sm" len="sm"/>
              <a:tailEnd type="none" w="sm" len="sm"/>
            </a:ln>
          </p:spPr>
        </p:cxnSp>
        <p:cxnSp>
          <p:nvCxnSpPr>
            <p:cNvPr id="2181" name="Google Shape;2181;p25"/>
            <p:cNvCxnSpPr>
              <a:stCxn id="2110" idx="6"/>
              <a:endCxn id="2175" idx="6"/>
            </p:cNvCxnSpPr>
            <p:nvPr/>
          </p:nvCxnSpPr>
          <p:spPr>
            <a:xfrm rot="10800000">
              <a:off x="6753531" y="2481657"/>
              <a:ext cx="1396800" cy="835800"/>
            </a:xfrm>
            <a:prstGeom prst="straightConnector1">
              <a:avLst/>
            </a:prstGeom>
            <a:noFill/>
            <a:ln w="9525" cap="flat" cmpd="sng">
              <a:solidFill>
                <a:srgbClr val="868686"/>
              </a:solidFill>
              <a:prstDash val="solid"/>
              <a:round/>
              <a:headEnd type="none" w="sm" len="sm"/>
              <a:tailEnd type="none" w="sm" len="sm"/>
            </a:ln>
          </p:spPr>
        </p:cxnSp>
        <p:cxnSp>
          <p:nvCxnSpPr>
            <p:cNvPr id="2182" name="Google Shape;2182;p25"/>
            <p:cNvCxnSpPr>
              <a:stCxn id="2114" idx="6"/>
              <a:endCxn id="2175" idx="6"/>
            </p:cNvCxnSpPr>
            <p:nvPr/>
          </p:nvCxnSpPr>
          <p:spPr>
            <a:xfrm rot="10800000">
              <a:off x="6753531" y="2481715"/>
              <a:ext cx="1396800" cy="244800"/>
            </a:xfrm>
            <a:prstGeom prst="straightConnector1">
              <a:avLst/>
            </a:prstGeom>
            <a:noFill/>
            <a:ln w="9525" cap="flat" cmpd="sng">
              <a:solidFill>
                <a:srgbClr val="868686"/>
              </a:solidFill>
              <a:prstDash val="solid"/>
              <a:round/>
              <a:headEnd type="none" w="sm" len="sm"/>
              <a:tailEnd type="none" w="sm" len="sm"/>
            </a:ln>
          </p:spPr>
        </p:cxnSp>
        <p:cxnSp>
          <p:nvCxnSpPr>
            <p:cNvPr id="2183" name="Google Shape;2183;p25"/>
            <p:cNvCxnSpPr>
              <a:stCxn id="2116" idx="6"/>
              <a:endCxn id="2175" idx="6"/>
            </p:cNvCxnSpPr>
            <p:nvPr/>
          </p:nvCxnSpPr>
          <p:spPr>
            <a:xfrm flipH="1">
              <a:off x="6753531" y="2431043"/>
              <a:ext cx="1396800" cy="50700"/>
            </a:xfrm>
            <a:prstGeom prst="straightConnector1">
              <a:avLst/>
            </a:prstGeom>
            <a:noFill/>
            <a:ln w="9525" cap="flat" cmpd="sng">
              <a:solidFill>
                <a:srgbClr val="868686"/>
              </a:solidFill>
              <a:prstDash val="solid"/>
              <a:round/>
              <a:headEnd type="none" w="sm" len="sm"/>
              <a:tailEnd type="none" w="sm" len="sm"/>
            </a:ln>
          </p:spPr>
        </p:cxnSp>
        <p:cxnSp>
          <p:nvCxnSpPr>
            <p:cNvPr id="2184" name="Google Shape;2184;p25"/>
            <p:cNvCxnSpPr>
              <a:stCxn id="2118" idx="6"/>
              <a:endCxn id="2175" idx="6"/>
            </p:cNvCxnSpPr>
            <p:nvPr/>
          </p:nvCxnSpPr>
          <p:spPr>
            <a:xfrm flipH="1">
              <a:off x="6753300" y="2135572"/>
              <a:ext cx="1404900" cy="345900"/>
            </a:xfrm>
            <a:prstGeom prst="straightConnector1">
              <a:avLst/>
            </a:prstGeom>
            <a:noFill/>
            <a:ln w="9525" cap="flat" cmpd="sng">
              <a:solidFill>
                <a:srgbClr val="868686"/>
              </a:solidFill>
              <a:prstDash val="solid"/>
              <a:round/>
              <a:headEnd type="none" w="sm" len="sm"/>
              <a:tailEnd type="none" w="sm" len="sm"/>
            </a:ln>
          </p:spPr>
        </p:cxnSp>
        <p:cxnSp>
          <p:nvCxnSpPr>
            <p:cNvPr id="2185" name="Google Shape;2185;p25"/>
            <p:cNvCxnSpPr>
              <a:stCxn id="2120" idx="6"/>
              <a:endCxn id="2175" idx="6"/>
            </p:cNvCxnSpPr>
            <p:nvPr/>
          </p:nvCxnSpPr>
          <p:spPr>
            <a:xfrm flipH="1">
              <a:off x="6753300" y="1840103"/>
              <a:ext cx="1404900" cy="641400"/>
            </a:xfrm>
            <a:prstGeom prst="straightConnector1">
              <a:avLst/>
            </a:prstGeom>
            <a:noFill/>
            <a:ln w="9525" cap="flat" cmpd="sng">
              <a:solidFill>
                <a:srgbClr val="868686"/>
              </a:solidFill>
              <a:prstDash val="solid"/>
              <a:round/>
              <a:headEnd type="none" w="sm" len="sm"/>
              <a:tailEnd type="none" w="sm" len="sm"/>
            </a:ln>
          </p:spPr>
        </p:cxnSp>
        <p:sp>
          <p:nvSpPr>
            <p:cNvPr id="2097" name="Google Shape;2097;p25"/>
            <p:cNvSpPr/>
            <p:nvPr/>
          </p:nvSpPr>
          <p:spPr>
            <a:xfrm flipH="1">
              <a:off x="8142460" y="4975414"/>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00" name="Google Shape;2100;p25"/>
            <p:cNvSpPr/>
            <p:nvPr/>
          </p:nvSpPr>
          <p:spPr>
            <a:xfrm flipH="1">
              <a:off x="8142460" y="4679944"/>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02" name="Google Shape;2102;p25"/>
            <p:cNvSpPr/>
            <p:nvPr/>
          </p:nvSpPr>
          <p:spPr>
            <a:xfrm flipH="1">
              <a:off x="8142460" y="438447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04" name="Google Shape;2104;p25"/>
            <p:cNvSpPr/>
            <p:nvPr/>
          </p:nvSpPr>
          <p:spPr>
            <a:xfrm flipH="1">
              <a:off x="8142460" y="408900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06" name="Google Shape;2106;p25"/>
            <p:cNvSpPr/>
            <p:nvPr/>
          </p:nvSpPr>
          <p:spPr>
            <a:xfrm flipH="1">
              <a:off x="8150330" y="379353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08" name="Google Shape;2108;p25"/>
            <p:cNvSpPr/>
            <p:nvPr/>
          </p:nvSpPr>
          <p:spPr>
            <a:xfrm flipH="1">
              <a:off x="8150331" y="3498059"/>
              <a:ext cx="265420" cy="229739"/>
            </a:xfrm>
            <a:prstGeom prst="ellipse">
              <a:avLst/>
            </a:prstGeom>
            <a:solidFill>
              <a:srgbClr val="E7FFBE"/>
            </a:solidFill>
            <a:ln w="9525"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10" name="Google Shape;2110;p25"/>
            <p:cNvSpPr/>
            <p:nvPr/>
          </p:nvSpPr>
          <p:spPr>
            <a:xfrm flipH="1">
              <a:off x="8150331" y="3202587"/>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12" name="Google Shape;2112;p25"/>
            <p:cNvSpPr/>
            <p:nvPr/>
          </p:nvSpPr>
          <p:spPr>
            <a:xfrm flipH="1">
              <a:off x="8150331" y="2907117"/>
              <a:ext cx="265419" cy="229738"/>
            </a:xfrm>
            <a:prstGeom prst="ellipse">
              <a:avLst/>
            </a:prstGeom>
            <a:solidFill>
              <a:srgbClr val="E7FFBE"/>
            </a:solidFill>
            <a:ln w="12700" cap="flat" cmpd="sng">
              <a:solidFill>
                <a:srgbClr val="7F7F7F"/>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14" name="Google Shape;2114;p25"/>
            <p:cNvSpPr/>
            <p:nvPr/>
          </p:nvSpPr>
          <p:spPr>
            <a:xfrm flipH="1">
              <a:off x="8150331" y="261164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16" name="Google Shape;2116;p25"/>
            <p:cNvSpPr/>
            <p:nvPr/>
          </p:nvSpPr>
          <p:spPr>
            <a:xfrm flipH="1">
              <a:off x="8150331" y="231617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18" name="Google Shape;2118;p25"/>
            <p:cNvSpPr/>
            <p:nvPr/>
          </p:nvSpPr>
          <p:spPr>
            <a:xfrm flipH="1">
              <a:off x="8158200" y="202070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20" name="Google Shape;2120;p25"/>
            <p:cNvSpPr/>
            <p:nvPr/>
          </p:nvSpPr>
          <p:spPr>
            <a:xfrm flipH="1">
              <a:off x="8158200" y="1725233"/>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186" name="Google Shape;2186;p25"/>
            <p:cNvCxnSpPr>
              <a:stCxn id="2112" idx="6"/>
              <a:endCxn id="2175" idx="6"/>
            </p:cNvCxnSpPr>
            <p:nvPr/>
          </p:nvCxnSpPr>
          <p:spPr>
            <a:xfrm rot="10800000">
              <a:off x="6753531" y="2481686"/>
              <a:ext cx="1396800" cy="540300"/>
            </a:xfrm>
            <a:prstGeom prst="straightConnector1">
              <a:avLst/>
            </a:prstGeom>
            <a:noFill/>
            <a:ln w="9525" cap="flat" cmpd="sng">
              <a:solidFill>
                <a:srgbClr val="868686"/>
              </a:solidFill>
              <a:prstDash val="solid"/>
              <a:round/>
              <a:headEnd type="none" w="sm" len="sm"/>
              <a:tailEnd type="none" w="sm" len="sm"/>
            </a:ln>
          </p:spPr>
        </p:cxnSp>
        <p:sp>
          <p:nvSpPr>
            <p:cNvPr id="2098" name="Google Shape;2098;p25"/>
            <p:cNvSpPr/>
            <p:nvPr/>
          </p:nvSpPr>
          <p:spPr>
            <a:xfrm>
              <a:off x="6488030" y="443659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22" name="Google Shape;2122;p25"/>
            <p:cNvSpPr/>
            <p:nvPr/>
          </p:nvSpPr>
          <p:spPr>
            <a:xfrm>
              <a:off x="6488030" y="402262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35" name="Google Shape;2135;p25"/>
            <p:cNvSpPr/>
            <p:nvPr/>
          </p:nvSpPr>
          <p:spPr>
            <a:xfrm>
              <a:off x="6488030" y="360865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48" name="Google Shape;2148;p25"/>
            <p:cNvSpPr/>
            <p:nvPr/>
          </p:nvSpPr>
          <p:spPr>
            <a:xfrm>
              <a:off x="6488030" y="319468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62" name="Google Shape;2162;p25"/>
            <p:cNvSpPr/>
            <p:nvPr/>
          </p:nvSpPr>
          <p:spPr>
            <a:xfrm>
              <a:off x="6488030" y="278071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75" name="Google Shape;2175;p25"/>
            <p:cNvSpPr/>
            <p:nvPr/>
          </p:nvSpPr>
          <p:spPr>
            <a:xfrm>
              <a:off x="6488030" y="236674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87" name="Google Shape;2187;p25"/>
            <p:cNvSpPr/>
            <p:nvPr/>
          </p:nvSpPr>
          <p:spPr>
            <a:xfrm>
              <a:off x="5524666" y="356803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188" name="Google Shape;2188;p25"/>
            <p:cNvSpPr/>
            <p:nvPr/>
          </p:nvSpPr>
          <p:spPr>
            <a:xfrm>
              <a:off x="5524666" y="315406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189" name="Google Shape;2189;p25"/>
            <p:cNvCxnSpPr>
              <a:stCxn id="2084" idx="6"/>
              <a:endCxn id="2188" idx="2"/>
            </p:cNvCxnSpPr>
            <p:nvPr/>
          </p:nvCxnSpPr>
          <p:spPr>
            <a:xfrm>
              <a:off x="4826722" y="2485863"/>
              <a:ext cx="697800" cy="783000"/>
            </a:xfrm>
            <a:prstGeom prst="straightConnector1">
              <a:avLst/>
            </a:prstGeom>
            <a:noFill/>
            <a:ln w="9525" cap="flat" cmpd="sng">
              <a:solidFill>
                <a:srgbClr val="868686"/>
              </a:solidFill>
              <a:prstDash val="solid"/>
              <a:round/>
              <a:headEnd type="none" w="sm" len="sm"/>
              <a:tailEnd type="none" w="sm" len="sm"/>
            </a:ln>
          </p:spPr>
        </p:cxnSp>
        <p:cxnSp>
          <p:nvCxnSpPr>
            <p:cNvPr id="2190" name="Google Shape;2190;p25"/>
            <p:cNvCxnSpPr>
              <a:stCxn id="2071" idx="6"/>
              <a:endCxn id="2188" idx="2"/>
            </p:cNvCxnSpPr>
            <p:nvPr/>
          </p:nvCxnSpPr>
          <p:spPr>
            <a:xfrm>
              <a:off x="4826722" y="2899833"/>
              <a:ext cx="697800" cy="369000"/>
            </a:xfrm>
            <a:prstGeom prst="straightConnector1">
              <a:avLst/>
            </a:prstGeom>
            <a:noFill/>
            <a:ln w="9525" cap="flat" cmpd="sng">
              <a:solidFill>
                <a:srgbClr val="868686"/>
              </a:solidFill>
              <a:prstDash val="solid"/>
              <a:round/>
              <a:headEnd type="none" w="sm" len="sm"/>
              <a:tailEnd type="none" w="sm" len="sm"/>
            </a:ln>
          </p:spPr>
        </p:cxnSp>
        <p:cxnSp>
          <p:nvCxnSpPr>
            <p:cNvPr id="2191" name="Google Shape;2191;p25"/>
            <p:cNvCxnSpPr>
              <a:stCxn id="2057" idx="6"/>
              <a:endCxn id="2188" idx="2"/>
            </p:cNvCxnSpPr>
            <p:nvPr/>
          </p:nvCxnSpPr>
          <p:spPr>
            <a:xfrm rot="10800000" flipH="1">
              <a:off x="4826722" y="3268803"/>
              <a:ext cx="697800" cy="45000"/>
            </a:xfrm>
            <a:prstGeom prst="straightConnector1">
              <a:avLst/>
            </a:prstGeom>
            <a:noFill/>
            <a:ln w="9525" cap="flat" cmpd="sng">
              <a:solidFill>
                <a:srgbClr val="868686"/>
              </a:solidFill>
              <a:prstDash val="solid"/>
              <a:round/>
              <a:headEnd type="none" w="sm" len="sm"/>
              <a:tailEnd type="none" w="sm" len="sm"/>
            </a:ln>
          </p:spPr>
        </p:cxnSp>
        <p:cxnSp>
          <p:nvCxnSpPr>
            <p:cNvPr id="2192" name="Google Shape;2192;p25"/>
            <p:cNvCxnSpPr>
              <a:stCxn id="2044" idx="6"/>
              <a:endCxn id="2188" idx="2"/>
            </p:cNvCxnSpPr>
            <p:nvPr/>
          </p:nvCxnSpPr>
          <p:spPr>
            <a:xfrm rot="10800000" flipH="1">
              <a:off x="4826722" y="3269073"/>
              <a:ext cx="697800" cy="458700"/>
            </a:xfrm>
            <a:prstGeom prst="straightConnector1">
              <a:avLst/>
            </a:prstGeom>
            <a:noFill/>
            <a:ln w="9525" cap="flat" cmpd="sng">
              <a:solidFill>
                <a:srgbClr val="868686"/>
              </a:solidFill>
              <a:prstDash val="solid"/>
              <a:round/>
              <a:headEnd type="none" w="sm" len="sm"/>
              <a:tailEnd type="none" w="sm" len="sm"/>
            </a:ln>
          </p:spPr>
        </p:cxnSp>
        <p:cxnSp>
          <p:nvCxnSpPr>
            <p:cNvPr id="2193" name="Google Shape;2193;p25"/>
            <p:cNvCxnSpPr>
              <a:stCxn id="2031" idx="6"/>
              <a:endCxn id="2188" idx="2"/>
            </p:cNvCxnSpPr>
            <p:nvPr/>
          </p:nvCxnSpPr>
          <p:spPr>
            <a:xfrm rot="10800000" flipH="1">
              <a:off x="4826722" y="3269043"/>
              <a:ext cx="697800" cy="872700"/>
            </a:xfrm>
            <a:prstGeom prst="straightConnector1">
              <a:avLst/>
            </a:prstGeom>
            <a:noFill/>
            <a:ln w="9525" cap="flat" cmpd="sng">
              <a:solidFill>
                <a:srgbClr val="868686"/>
              </a:solidFill>
              <a:prstDash val="solid"/>
              <a:round/>
              <a:headEnd type="none" w="sm" len="sm"/>
              <a:tailEnd type="none" w="sm" len="sm"/>
            </a:ln>
          </p:spPr>
        </p:cxnSp>
        <p:cxnSp>
          <p:nvCxnSpPr>
            <p:cNvPr id="2194" name="Google Shape;2194;p25"/>
            <p:cNvCxnSpPr>
              <a:stCxn id="2007" idx="6"/>
              <a:endCxn id="2188" idx="2"/>
            </p:cNvCxnSpPr>
            <p:nvPr/>
          </p:nvCxnSpPr>
          <p:spPr>
            <a:xfrm rot="10800000" flipH="1">
              <a:off x="4826722" y="3269013"/>
              <a:ext cx="697800" cy="1286700"/>
            </a:xfrm>
            <a:prstGeom prst="straightConnector1">
              <a:avLst/>
            </a:prstGeom>
            <a:noFill/>
            <a:ln w="9525" cap="flat" cmpd="sng">
              <a:solidFill>
                <a:srgbClr val="868686"/>
              </a:solidFill>
              <a:prstDash val="solid"/>
              <a:round/>
              <a:headEnd type="none" w="sm" len="sm"/>
              <a:tailEnd type="none" w="sm" len="sm"/>
            </a:ln>
          </p:spPr>
        </p:cxnSp>
        <p:cxnSp>
          <p:nvCxnSpPr>
            <p:cNvPr id="2195" name="Google Shape;2195;p25"/>
            <p:cNvCxnSpPr>
              <a:stCxn id="2084" idx="6"/>
              <a:endCxn id="2187" idx="2"/>
            </p:cNvCxnSpPr>
            <p:nvPr/>
          </p:nvCxnSpPr>
          <p:spPr>
            <a:xfrm>
              <a:off x="4826722" y="2485863"/>
              <a:ext cx="697800" cy="1197000"/>
            </a:xfrm>
            <a:prstGeom prst="straightConnector1">
              <a:avLst/>
            </a:prstGeom>
            <a:noFill/>
            <a:ln w="9525" cap="flat" cmpd="sng">
              <a:solidFill>
                <a:srgbClr val="868686"/>
              </a:solidFill>
              <a:prstDash val="solid"/>
              <a:round/>
              <a:headEnd type="none" w="sm" len="sm"/>
              <a:tailEnd type="none" w="sm" len="sm"/>
            </a:ln>
          </p:spPr>
        </p:cxnSp>
        <p:cxnSp>
          <p:nvCxnSpPr>
            <p:cNvPr id="2196" name="Google Shape;2196;p25"/>
            <p:cNvCxnSpPr>
              <a:stCxn id="2071" idx="6"/>
              <a:endCxn id="2187" idx="2"/>
            </p:cNvCxnSpPr>
            <p:nvPr/>
          </p:nvCxnSpPr>
          <p:spPr>
            <a:xfrm>
              <a:off x="4826722" y="2899833"/>
              <a:ext cx="697800" cy="783000"/>
            </a:xfrm>
            <a:prstGeom prst="straightConnector1">
              <a:avLst/>
            </a:prstGeom>
            <a:noFill/>
            <a:ln w="9525" cap="flat" cmpd="sng">
              <a:solidFill>
                <a:srgbClr val="868686"/>
              </a:solidFill>
              <a:prstDash val="solid"/>
              <a:round/>
              <a:headEnd type="none" w="sm" len="sm"/>
              <a:tailEnd type="none" w="sm" len="sm"/>
            </a:ln>
          </p:spPr>
        </p:cxnSp>
        <p:cxnSp>
          <p:nvCxnSpPr>
            <p:cNvPr id="2197" name="Google Shape;2197;p25"/>
            <p:cNvCxnSpPr>
              <a:stCxn id="2057" idx="6"/>
              <a:endCxn id="2187" idx="2"/>
            </p:cNvCxnSpPr>
            <p:nvPr/>
          </p:nvCxnSpPr>
          <p:spPr>
            <a:xfrm>
              <a:off x="4826722" y="3313803"/>
              <a:ext cx="697800" cy="369000"/>
            </a:xfrm>
            <a:prstGeom prst="straightConnector1">
              <a:avLst/>
            </a:prstGeom>
            <a:noFill/>
            <a:ln w="9525" cap="flat" cmpd="sng">
              <a:solidFill>
                <a:srgbClr val="868686"/>
              </a:solidFill>
              <a:prstDash val="solid"/>
              <a:round/>
              <a:headEnd type="none" w="sm" len="sm"/>
              <a:tailEnd type="none" w="sm" len="sm"/>
            </a:ln>
          </p:spPr>
        </p:cxnSp>
        <p:cxnSp>
          <p:nvCxnSpPr>
            <p:cNvPr id="2198" name="Google Shape;2198;p25"/>
            <p:cNvCxnSpPr>
              <a:stCxn id="2044" idx="6"/>
              <a:endCxn id="2187" idx="2"/>
            </p:cNvCxnSpPr>
            <p:nvPr/>
          </p:nvCxnSpPr>
          <p:spPr>
            <a:xfrm rot="10800000" flipH="1">
              <a:off x="4826722" y="3682773"/>
              <a:ext cx="697800" cy="45000"/>
            </a:xfrm>
            <a:prstGeom prst="straightConnector1">
              <a:avLst/>
            </a:prstGeom>
            <a:noFill/>
            <a:ln w="9525" cap="flat" cmpd="sng">
              <a:solidFill>
                <a:srgbClr val="868686"/>
              </a:solidFill>
              <a:prstDash val="solid"/>
              <a:round/>
              <a:headEnd type="none" w="sm" len="sm"/>
              <a:tailEnd type="none" w="sm" len="sm"/>
            </a:ln>
          </p:spPr>
        </p:cxnSp>
        <p:cxnSp>
          <p:nvCxnSpPr>
            <p:cNvPr id="2199" name="Google Shape;2199;p25"/>
            <p:cNvCxnSpPr>
              <a:stCxn id="2031" idx="6"/>
              <a:endCxn id="2187" idx="2"/>
            </p:cNvCxnSpPr>
            <p:nvPr/>
          </p:nvCxnSpPr>
          <p:spPr>
            <a:xfrm rot="10800000" flipH="1">
              <a:off x="4826722" y="3683043"/>
              <a:ext cx="697800" cy="458700"/>
            </a:xfrm>
            <a:prstGeom prst="straightConnector1">
              <a:avLst/>
            </a:prstGeom>
            <a:noFill/>
            <a:ln w="9525" cap="flat" cmpd="sng">
              <a:solidFill>
                <a:srgbClr val="868686"/>
              </a:solidFill>
              <a:prstDash val="solid"/>
              <a:round/>
              <a:headEnd type="none" w="sm" len="sm"/>
              <a:tailEnd type="none" w="sm" len="sm"/>
            </a:ln>
          </p:spPr>
        </p:cxnSp>
        <p:cxnSp>
          <p:nvCxnSpPr>
            <p:cNvPr id="2200" name="Google Shape;2200;p25"/>
            <p:cNvCxnSpPr>
              <a:stCxn id="2007" idx="6"/>
              <a:endCxn id="2187" idx="2"/>
            </p:cNvCxnSpPr>
            <p:nvPr/>
          </p:nvCxnSpPr>
          <p:spPr>
            <a:xfrm rot="10800000" flipH="1">
              <a:off x="4826722" y="3683013"/>
              <a:ext cx="697800" cy="872700"/>
            </a:xfrm>
            <a:prstGeom prst="straightConnector1">
              <a:avLst/>
            </a:prstGeom>
            <a:noFill/>
            <a:ln w="9525" cap="flat" cmpd="sng">
              <a:solidFill>
                <a:srgbClr val="868686"/>
              </a:solidFill>
              <a:prstDash val="solid"/>
              <a:round/>
              <a:headEnd type="none" w="sm" len="sm"/>
              <a:tailEnd type="none" w="sm" len="sm"/>
            </a:ln>
          </p:spPr>
        </p:cxnSp>
        <p:cxnSp>
          <p:nvCxnSpPr>
            <p:cNvPr id="2201" name="Google Shape;2201;p25"/>
            <p:cNvCxnSpPr>
              <a:stCxn id="2188" idx="6"/>
              <a:endCxn id="2175" idx="2"/>
            </p:cNvCxnSpPr>
            <p:nvPr/>
          </p:nvCxnSpPr>
          <p:spPr>
            <a:xfrm rot="10800000" flipH="1">
              <a:off x="5790086" y="2481738"/>
              <a:ext cx="697800" cy="787200"/>
            </a:xfrm>
            <a:prstGeom prst="straightConnector1">
              <a:avLst/>
            </a:prstGeom>
            <a:noFill/>
            <a:ln w="9525" cap="flat" cmpd="sng">
              <a:solidFill>
                <a:srgbClr val="868686"/>
              </a:solidFill>
              <a:prstDash val="solid"/>
              <a:round/>
              <a:headEnd type="none" w="sm" len="sm"/>
              <a:tailEnd type="none" w="sm" len="sm"/>
            </a:ln>
          </p:spPr>
        </p:cxnSp>
        <p:cxnSp>
          <p:nvCxnSpPr>
            <p:cNvPr id="2202" name="Google Shape;2202;p25"/>
            <p:cNvCxnSpPr>
              <a:stCxn id="2188" idx="6"/>
              <a:endCxn id="2162" idx="2"/>
            </p:cNvCxnSpPr>
            <p:nvPr/>
          </p:nvCxnSpPr>
          <p:spPr>
            <a:xfrm rot="10800000" flipH="1">
              <a:off x="5790086" y="2895438"/>
              <a:ext cx="697800" cy="373500"/>
            </a:xfrm>
            <a:prstGeom prst="straightConnector1">
              <a:avLst/>
            </a:prstGeom>
            <a:noFill/>
            <a:ln w="9525" cap="flat" cmpd="sng">
              <a:solidFill>
                <a:srgbClr val="868686"/>
              </a:solidFill>
              <a:prstDash val="solid"/>
              <a:round/>
              <a:headEnd type="none" w="sm" len="sm"/>
              <a:tailEnd type="none" w="sm" len="sm"/>
            </a:ln>
          </p:spPr>
        </p:cxnSp>
        <p:cxnSp>
          <p:nvCxnSpPr>
            <p:cNvPr id="2203" name="Google Shape;2203;p25"/>
            <p:cNvCxnSpPr>
              <a:stCxn id="2188" idx="6"/>
              <a:endCxn id="2148" idx="2"/>
            </p:cNvCxnSpPr>
            <p:nvPr/>
          </p:nvCxnSpPr>
          <p:spPr>
            <a:xfrm>
              <a:off x="5790086" y="3268938"/>
              <a:ext cx="697800" cy="40500"/>
            </a:xfrm>
            <a:prstGeom prst="straightConnector1">
              <a:avLst/>
            </a:prstGeom>
            <a:noFill/>
            <a:ln w="9525" cap="flat" cmpd="sng">
              <a:solidFill>
                <a:srgbClr val="868686"/>
              </a:solidFill>
              <a:prstDash val="solid"/>
              <a:round/>
              <a:headEnd type="none" w="sm" len="sm"/>
              <a:tailEnd type="none" w="sm" len="sm"/>
            </a:ln>
          </p:spPr>
        </p:cxnSp>
        <p:cxnSp>
          <p:nvCxnSpPr>
            <p:cNvPr id="2204" name="Google Shape;2204;p25"/>
            <p:cNvCxnSpPr>
              <a:stCxn id="2188" idx="6"/>
              <a:endCxn id="2135" idx="2"/>
            </p:cNvCxnSpPr>
            <p:nvPr/>
          </p:nvCxnSpPr>
          <p:spPr>
            <a:xfrm>
              <a:off x="5790086" y="3268938"/>
              <a:ext cx="697800" cy="454500"/>
            </a:xfrm>
            <a:prstGeom prst="straightConnector1">
              <a:avLst/>
            </a:prstGeom>
            <a:noFill/>
            <a:ln w="9525" cap="flat" cmpd="sng">
              <a:solidFill>
                <a:srgbClr val="868686"/>
              </a:solidFill>
              <a:prstDash val="solid"/>
              <a:round/>
              <a:headEnd type="none" w="sm" len="sm"/>
              <a:tailEnd type="none" w="sm" len="sm"/>
            </a:ln>
          </p:spPr>
        </p:cxnSp>
        <p:cxnSp>
          <p:nvCxnSpPr>
            <p:cNvPr id="2205" name="Google Shape;2205;p25"/>
            <p:cNvCxnSpPr>
              <a:stCxn id="2188" idx="6"/>
              <a:endCxn id="2122" idx="2"/>
            </p:cNvCxnSpPr>
            <p:nvPr/>
          </p:nvCxnSpPr>
          <p:spPr>
            <a:xfrm>
              <a:off x="5790086" y="3268938"/>
              <a:ext cx="697800" cy="868500"/>
            </a:xfrm>
            <a:prstGeom prst="straightConnector1">
              <a:avLst/>
            </a:prstGeom>
            <a:noFill/>
            <a:ln w="9525" cap="flat" cmpd="sng">
              <a:solidFill>
                <a:srgbClr val="868686"/>
              </a:solidFill>
              <a:prstDash val="solid"/>
              <a:round/>
              <a:headEnd type="none" w="sm" len="sm"/>
              <a:tailEnd type="none" w="sm" len="sm"/>
            </a:ln>
          </p:spPr>
        </p:cxnSp>
        <p:cxnSp>
          <p:nvCxnSpPr>
            <p:cNvPr id="2206" name="Google Shape;2206;p25"/>
            <p:cNvCxnSpPr>
              <a:stCxn id="2188" idx="6"/>
              <a:endCxn id="2098" idx="2"/>
            </p:cNvCxnSpPr>
            <p:nvPr/>
          </p:nvCxnSpPr>
          <p:spPr>
            <a:xfrm>
              <a:off x="5790086" y="3268938"/>
              <a:ext cx="697800" cy="1282500"/>
            </a:xfrm>
            <a:prstGeom prst="straightConnector1">
              <a:avLst/>
            </a:prstGeom>
            <a:noFill/>
            <a:ln w="9525" cap="flat" cmpd="sng">
              <a:solidFill>
                <a:srgbClr val="868686"/>
              </a:solidFill>
              <a:prstDash val="solid"/>
              <a:round/>
              <a:headEnd type="none" w="sm" len="sm"/>
              <a:tailEnd type="none" w="sm" len="sm"/>
            </a:ln>
          </p:spPr>
        </p:cxnSp>
        <p:cxnSp>
          <p:nvCxnSpPr>
            <p:cNvPr id="2207" name="Google Shape;2207;p25"/>
            <p:cNvCxnSpPr>
              <a:stCxn id="2187" idx="6"/>
              <a:endCxn id="2175" idx="2"/>
            </p:cNvCxnSpPr>
            <p:nvPr/>
          </p:nvCxnSpPr>
          <p:spPr>
            <a:xfrm rot="10800000" flipH="1">
              <a:off x="5790086" y="2481708"/>
              <a:ext cx="697800" cy="1201200"/>
            </a:xfrm>
            <a:prstGeom prst="straightConnector1">
              <a:avLst/>
            </a:prstGeom>
            <a:noFill/>
            <a:ln w="9525" cap="flat" cmpd="sng">
              <a:solidFill>
                <a:srgbClr val="868686"/>
              </a:solidFill>
              <a:prstDash val="solid"/>
              <a:round/>
              <a:headEnd type="none" w="sm" len="sm"/>
              <a:tailEnd type="none" w="sm" len="sm"/>
            </a:ln>
          </p:spPr>
        </p:cxnSp>
        <p:cxnSp>
          <p:nvCxnSpPr>
            <p:cNvPr id="2208" name="Google Shape;2208;p25"/>
            <p:cNvCxnSpPr>
              <a:stCxn id="2187" idx="6"/>
              <a:endCxn id="2162" idx="2"/>
            </p:cNvCxnSpPr>
            <p:nvPr/>
          </p:nvCxnSpPr>
          <p:spPr>
            <a:xfrm rot="10800000" flipH="1">
              <a:off x="5790086" y="2895708"/>
              <a:ext cx="697800" cy="787200"/>
            </a:xfrm>
            <a:prstGeom prst="straightConnector1">
              <a:avLst/>
            </a:prstGeom>
            <a:noFill/>
            <a:ln w="9525" cap="flat" cmpd="sng">
              <a:solidFill>
                <a:srgbClr val="868686"/>
              </a:solidFill>
              <a:prstDash val="solid"/>
              <a:round/>
              <a:headEnd type="none" w="sm" len="sm"/>
              <a:tailEnd type="none" w="sm" len="sm"/>
            </a:ln>
          </p:spPr>
        </p:cxnSp>
        <p:cxnSp>
          <p:nvCxnSpPr>
            <p:cNvPr id="2209" name="Google Shape;2209;p25"/>
            <p:cNvCxnSpPr>
              <a:stCxn id="2187" idx="6"/>
              <a:endCxn id="2148" idx="2"/>
            </p:cNvCxnSpPr>
            <p:nvPr/>
          </p:nvCxnSpPr>
          <p:spPr>
            <a:xfrm rot="10800000" flipH="1">
              <a:off x="5790086" y="3309408"/>
              <a:ext cx="697800" cy="373500"/>
            </a:xfrm>
            <a:prstGeom prst="straightConnector1">
              <a:avLst/>
            </a:prstGeom>
            <a:noFill/>
            <a:ln w="9525" cap="flat" cmpd="sng">
              <a:solidFill>
                <a:srgbClr val="868686"/>
              </a:solidFill>
              <a:prstDash val="solid"/>
              <a:round/>
              <a:headEnd type="none" w="sm" len="sm"/>
              <a:tailEnd type="none" w="sm" len="sm"/>
            </a:ln>
          </p:spPr>
        </p:cxnSp>
        <p:cxnSp>
          <p:nvCxnSpPr>
            <p:cNvPr id="2210" name="Google Shape;2210;p25"/>
            <p:cNvCxnSpPr>
              <a:stCxn id="2187" idx="6"/>
              <a:endCxn id="2135" idx="2"/>
            </p:cNvCxnSpPr>
            <p:nvPr/>
          </p:nvCxnSpPr>
          <p:spPr>
            <a:xfrm>
              <a:off x="5790086" y="3682908"/>
              <a:ext cx="697800" cy="40500"/>
            </a:xfrm>
            <a:prstGeom prst="straightConnector1">
              <a:avLst/>
            </a:prstGeom>
            <a:noFill/>
            <a:ln w="9525" cap="flat" cmpd="sng">
              <a:solidFill>
                <a:srgbClr val="868686"/>
              </a:solidFill>
              <a:prstDash val="solid"/>
              <a:round/>
              <a:headEnd type="none" w="sm" len="sm"/>
              <a:tailEnd type="none" w="sm" len="sm"/>
            </a:ln>
          </p:spPr>
        </p:cxnSp>
        <p:cxnSp>
          <p:nvCxnSpPr>
            <p:cNvPr id="2211" name="Google Shape;2211;p25"/>
            <p:cNvCxnSpPr>
              <a:stCxn id="2187" idx="6"/>
              <a:endCxn id="2122" idx="2"/>
            </p:cNvCxnSpPr>
            <p:nvPr/>
          </p:nvCxnSpPr>
          <p:spPr>
            <a:xfrm>
              <a:off x="5790086" y="3682908"/>
              <a:ext cx="697800" cy="454500"/>
            </a:xfrm>
            <a:prstGeom prst="straightConnector1">
              <a:avLst/>
            </a:prstGeom>
            <a:noFill/>
            <a:ln w="9525" cap="flat" cmpd="sng">
              <a:solidFill>
                <a:srgbClr val="868686"/>
              </a:solidFill>
              <a:prstDash val="solid"/>
              <a:round/>
              <a:headEnd type="none" w="sm" len="sm"/>
              <a:tailEnd type="none" w="sm" len="sm"/>
            </a:ln>
          </p:spPr>
        </p:cxnSp>
        <p:cxnSp>
          <p:nvCxnSpPr>
            <p:cNvPr id="2212" name="Google Shape;2212;p25"/>
            <p:cNvCxnSpPr>
              <a:stCxn id="2187" idx="6"/>
              <a:endCxn id="2098" idx="2"/>
            </p:cNvCxnSpPr>
            <p:nvPr/>
          </p:nvCxnSpPr>
          <p:spPr>
            <a:xfrm>
              <a:off x="5790086" y="3682908"/>
              <a:ext cx="697800" cy="868500"/>
            </a:xfrm>
            <a:prstGeom prst="straightConnector1">
              <a:avLst/>
            </a:prstGeom>
            <a:noFill/>
            <a:ln w="9525" cap="flat" cmpd="sng">
              <a:solidFill>
                <a:srgbClr val="868686"/>
              </a:solidFill>
              <a:prstDash val="solid"/>
              <a:round/>
              <a:headEnd type="none" w="sm" len="sm"/>
              <a:tailEnd type="none" w="sm" len="sm"/>
            </a:ln>
          </p:spPr>
        </p:cxnSp>
      </p:grpSp>
      <p:graphicFrame>
        <p:nvGraphicFramePr>
          <p:cNvPr id="2213" name="Google Shape;2213;p25"/>
          <p:cNvGraphicFramePr/>
          <p:nvPr>
            <p:extLst>
              <p:ext uri="{D42A27DB-BD31-4B8C-83A1-F6EECF244321}">
                <p14:modId xmlns:p14="http://schemas.microsoft.com/office/powerpoint/2010/main" val="3718851029"/>
              </p:ext>
            </p:extLst>
          </p:nvPr>
        </p:nvGraphicFramePr>
        <p:xfrm>
          <a:off x="2037192" y="1497458"/>
          <a:ext cx="470000" cy="3469500"/>
        </p:xfrm>
        <a:graphic>
          <a:graphicData uri="http://schemas.openxmlformats.org/drawingml/2006/table">
            <a:tbl>
              <a:tblPr firstRow="1" bandRow="1">
                <a:noFill/>
                <a:tableStyleId>{F5CE80F7-09E0-46E4-8B53-46681FA3A45F}</a:tableStyleId>
              </a:tblPr>
              <a:tblGrid>
                <a:gridCol w="470000">
                  <a:extLst>
                    <a:ext uri="{9D8B030D-6E8A-4147-A177-3AD203B41FA5}">
                      <a16:colId xmlns:a16="http://schemas.microsoft.com/office/drawing/2014/main" val="20000"/>
                    </a:ext>
                  </a:extLst>
                </a:gridCol>
              </a:tblGrid>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0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A5A5"/>
                    </a:solidFill>
                  </a:tcPr>
                </a:tc>
                <a:extLst>
                  <a:ext uri="{0D108BD9-81ED-4DB2-BD59-A6C34878D82A}">
                    <a16:rowId xmlns:a16="http://schemas.microsoft.com/office/drawing/2014/main" val="10001"/>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7"/>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0E0"/>
                    </a:solidFill>
                  </a:tcPr>
                </a:tc>
                <a:extLst>
                  <a:ext uri="{0D108BD9-81ED-4DB2-BD59-A6C34878D82A}">
                    <a16:rowId xmlns:a16="http://schemas.microsoft.com/office/drawing/2014/main" val="10008"/>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9"/>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bl>
          </a:graphicData>
        </a:graphic>
      </p:graphicFrame>
      <p:graphicFrame>
        <p:nvGraphicFramePr>
          <p:cNvPr id="2214" name="Google Shape;2214;p25"/>
          <p:cNvGraphicFramePr/>
          <p:nvPr>
            <p:extLst>
              <p:ext uri="{D42A27DB-BD31-4B8C-83A1-F6EECF244321}">
                <p14:modId xmlns:p14="http://schemas.microsoft.com/office/powerpoint/2010/main" val="2699400505"/>
              </p:ext>
            </p:extLst>
          </p:nvPr>
        </p:nvGraphicFramePr>
        <p:xfrm>
          <a:off x="8461571" y="1497457"/>
          <a:ext cx="470000" cy="3469500"/>
        </p:xfrm>
        <a:graphic>
          <a:graphicData uri="http://schemas.openxmlformats.org/drawingml/2006/table">
            <a:tbl>
              <a:tblPr firstRow="1" bandRow="1">
                <a:noFill/>
                <a:tableStyleId>{F5CE80F7-09E0-46E4-8B53-46681FA3A45F}</a:tableStyleId>
              </a:tblPr>
              <a:tblGrid>
                <a:gridCol w="470000">
                  <a:extLst>
                    <a:ext uri="{9D8B030D-6E8A-4147-A177-3AD203B41FA5}">
                      <a16:colId xmlns:a16="http://schemas.microsoft.com/office/drawing/2014/main" val="20000"/>
                    </a:ext>
                  </a:extLst>
                </a:gridCol>
              </a:tblGrid>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0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A5A5"/>
                    </a:solidFill>
                  </a:tcPr>
                </a:tc>
                <a:extLst>
                  <a:ext uri="{0D108BD9-81ED-4DB2-BD59-A6C34878D82A}">
                    <a16:rowId xmlns:a16="http://schemas.microsoft.com/office/drawing/2014/main" val="10001"/>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7"/>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0E0"/>
                    </a:solidFill>
                  </a:tcPr>
                </a:tc>
                <a:extLst>
                  <a:ext uri="{0D108BD9-81ED-4DB2-BD59-A6C34878D82A}">
                    <a16:rowId xmlns:a16="http://schemas.microsoft.com/office/drawing/2014/main" val="10008"/>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9"/>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bl>
          </a:graphicData>
        </a:graphic>
      </p:graphicFrame>
      <p:sp>
        <p:nvSpPr>
          <p:cNvPr id="2215" name="Google Shape;2215;p25"/>
          <p:cNvSpPr/>
          <p:nvPr/>
        </p:nvSpPr>
        <p:spPr>
          <a:xfrm>
            <a:off x="1697643" y="5108226"/>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输入</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216" name="Google Shape;2216;p25"/>
          <p:cNvSpPr/>
          <p:nvPr/>
        </p:nvSpPr>
        <p:spPr>
          <a:xfrm>
            <a:off x="8100905" y="5103348"/>
            <a:ext cx="1174249"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输出</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217" name="Google Shape;2217;p25"/>
          <p:cNvSpPr/>
          <p:nvPr/>
        </p:nvSpPr>
        <p:spPr>
          <a:xfrm>
            <a:off x="3004602" y="5095739"/>
            <a:ext cx="4963593" cy="490221"/>
          </a:xfrm>
          <a:prstGeom prst="leftRightArrow">
            <a:avLst>
              <a:gd name="adj1" fmla="val 50000"/>
              <a:gd name="adj2" fmla="val 50000"/>
            </a:avLst>
          </a:prstGeom>
          <a:solidFill>
            <a:srgbClr val="E7FFBE"/>
          </a:solidFill>
          <a:ln w="12700" cap="flat" cmpd="sng">
            <a:solidFill>
              <a:srgbClr val="595959"/>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cxnSp>
        <p:nvCxnSpPr>
          <p:cNvPr id="2218" name="Google Shape;2218;p25"/>
          <p:cNvCxnSpPr/>
          <p:nvPr/>
        </p:nvCxnSpPr>
        <p:spPr>
          <a:xfrm>
            <a:off x="5973711" y="1601978"/>
            <a:ext cx="0" cy="3365051"/>
          </a:xfrm>
          <a:prstGeom prst="straightConnector1">
            <a:avLst/>
          </a:prstGeom>
          <a:noFill/>
          <a:ln w="76200" cap="flat" cmpd="sng">
            <a:solidFill>
              <a:schemeClr val="dk2"/>
            </a:solidFill>
            <a:prstDash val="dash"/>
            <a:round/>
            <a:headEnd type="none" w="sm" len="sm"/>
            <a:tailEnd type="none" w="sm" len="sm"/>
          </a:ln>
        </p:spPr>
      </p:cxnSp>
      <p:pic>
        <p:nvPicPr>
          <p:cNvPr id="2219" name="Google Shape;2219;p25" descr="Scissors"/>
          <p:cNvPicPr preferRelativeResize="0"/>
          <p:nvPr/>
        </p:nvPicPr>
        <p:blipFill rotWithShape="1">
          <a:blip r:embed="rId3">
            <a:alphaModFix/>
          </a:blip>
          <a:srcRect/>
          <a:stretch/>
        </p:blipFill>
        <p:spPr>
          <a:xfrm rot="10800000" flipH="1">
            <a:off x="6028669" y="4501077"/>
            <a:ext cx="1531715" cy="153171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4"/>
        <p:cNvGrpSpPr/>
        <p:nvPr/>
      </p:nvGrpSpPr>
      <p:grpSpPr>
        <a:xfrm>
          <a:off x="0" y="0"/>
          <a:ext cx="0" cy="0"/>
          <a:chOff x="0" y="0"/>
          <a:chExt cx="0" cy="0"/>
        </a:xfrm>
      </p:grpSpPr>
      <p:sp>
        <p:nvSpPr>
          <p:cNvPr id="2225" name="Google Shape;2225;p2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自编码器</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2226" name="Google Shape;2226;p26"/>
          <p:cNvGraphicFramePr/>
          <p:nvPr>
            <p:extLst>
              <p:ext uri="{D42A27DB-BD31-4B8C-83A1-F6EECF244321}">
                <p14:modId xmlns:p14="http://schemas.microsoft.com/office/powerpoint/2010/main" val="3192040920"/>
              </p:ext>
            </p:extLst>
          </p:nvPr>
        </p:nvGraphicFramePr>
        <p:xfrm>
          <a:off x="9244192" y="1514450"/>
          <a:ext cx="470000" cy="3469500"/>
        </p:xfrm>
        <a:graphic>
          <a:graphicData uri="http://schemas.openxmlformats.org/drawingml/2006/table">
            <a:tbl>
              <a:tblPr firstRow="1" bandRow="1">
                <a:noFill/>
                <a:tableStyleId>{F5CE80F7-09E0-46E4-8B53-46681FA3A45F}</a:tableStyleId>
              </a:tblPr>
              <a:tblGrid>
                <a:gridCol w="470000">
                  <a:extLst>
                    <a:ext uri="{9D8B030D-6E8A-4147-A177-3AD203B41FA5}">
                      <a16:colId xmlns:a16="http://schemas.microsoft.com/office/drawing/2014/main" val="20000"/>
                    </a:ext>
                  </a:extLst>
                </a:gridCol>
              </a:tblGrid>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0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A5A5"/>
                    </a:solidFill>
                  </a:tcPr>
                </a:tc>
                <a:extLst>
                  <a:ext uri="{0D108BD9-81ED-4DB2-BD59-A6C34878D82A}">
                    <a16:rowId xmlns:a16="http://schemas.microsoft.com/office/drawing/2014/main" val="10001"/>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7"/>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0E0"/>
                    </a:solidFill>
                  </a:tcPr>
                </a:tc>
                <a:extLst>
                  <a:ext uri="{0D108BD9-81ED-4DB2-BD59-A6C34878D82A}">
                    <a16:rowId xmlns:a16="http://schemas.microsoft.com/office/drawing/2014/main" val="10008"/>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9"/>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bl>
          </a:graphicData>
        </a:graphic>
      </p:graphicFrame>
      <p:grpSp>
        <p:nvGrpSpPr>
          <p:cNvPr id="2227" name="Google Shape;2227;p26"/>
          <p:cNvGrpSpPr/>
          <p:nvPr/>
        </p:nvGrpSpPr>
        <p:grpSpPr>
          <a:xfrm>
            <a:off x="1783515" y="1481006"/>
            <a:ext cx="2892379" cy="3479921"/>
            <a:chOff x="1991089" y="1453314"/>
            <a:chExt cx="2892379" cy="3479921"/>
          </a:xfrm>
        </p:grpSpPr>
        <p:cxnSp>
          <p:nvCxnSpPr>
            <p:cNvPr id="2228" name="Google Shape;2228;p26"/>
            <p:cNvCxnSpPr>
              <a:stCxn id="2229" idx="6"/>
              <a:endCxn id="2230" idx="2"/>
            </p:cNvCxnSpPr>
            <p:nvPr/>
          </p:nvCxnSpPr>
          <p:spPr>
            <a:xfrm rot="10800000" flipH="1">
              <a:off x="2272248" y="4279565"/>
              <a:ext cx="1382400" cy="538800"/>
            </a:xfrm>
            <a:prstGeom prst="straightConnector1">
              <a:avLst/>
            </a:prstGeom>
            <a:noFill/>
            <a:ln w="9525" cap="flat" cmpd="sng">
              <a:solidFill>
                <a:srgbClr val="868686"/>
              </a:solidFill>
              <a:prstDash val="solid"/>
              <a:round/>
              <a:headEnd type="none" w="sm" len="sm"/>
              <a:tailEnd type="none" w="sm" len="sm"/>
            </a:ln>
          </p:spPr>
        </p:cxnSp>
        <p:cxnSp>
          <p:nvCxnSpPr>
            <p:cNvPr id="2231" name="Google Shape;2231;p26"/>
            <p:cNvCxnSpPr>
              <a:stCxn id="2232" idx="6"/>
              <a:endCxn id="2230" idx="2"/>
            </p:cNvCxnSpPr>
            <p:nvPr/>
          </p:nvCxnSpPr>
          <p:spPr>
            <a:xfrm rot="10800000" flipH="1">
              <a:off x="2272249" y="4279594"/>
              <a:ext cx="1382400" cy="243300"/>
            </a:xfrm>
            <a:prstGeom prst="straightConnector1">
              <a:avLst/>
            </a:prstGeom>
            <a:noFill/>
            <a:ln w="9525" cap="flat" cmpd="sng">
              <a:solidFill>
                <a:srgbClr val="868686"/>
              </a:solidFill>
              <a:prstDash val="solid"/>
              <a:round/>
              <a:headEnd type="none" w="sm" len="sm"/>
              <a:tailEnd type="none" w="sm" len="sm"/>
            </a:ln>
          </p:spPr>
        </p:cxnSp>
        <p:cxnSp>
          <p:nvCxnSpPr>
            <p:cNvPr id="2233" name="Google Shape;2233;p26"/>
            <p:cNvCxnSpPr>
              <a:stCxn id="2234" idx="6"/>
              <a:endCxn id="2230" idx="2"/>
            </p:cNvCxnSpPr>
            <p:nvPr/>
          </p:nvCxnSpPr>
          <p:spPr>
            <a:xfrm>
              <a:off x="2272248" y="4227423"/>
              <a:ext cx="1382400" cy="52200"/>
            </a:xfrm>
            <a:prstGeom prst="straightConnector1">
              <a:avLst/>
            </a:prstGeom>
            <a:noFill/>
            <a:ln w="9525" cap="flat" cmpd="sng">
              <a:solidFill>
                <a:srgbClr val="868686"/>
              </a:solidFill>
              <a:prstDash val="solid"/>
              <a:round/>
              <a:headEnd type="none" w="sm" len="sm"/>
              <a:tailEnd type="none" w="sm" len="sm"/>
            </a:ln>
          </p:spPr>
        </p:cxnSp>
        <p:cxnSp>
          <p:nvCxnSpPr>
            <p:cNvPr id="2235" name="Google Shape;2235;p26"/>
            <p:cNvCxnSpPr>
              <a:stCxn id="2236" idx="6"/>
              <a:endCxn id="2230" idx="2"/>
            </p:cNvCxnSpPr>
            <p:nvPr/>
          </p:nvCxnSpPr>
          <p:spPr>
            <a:xfrm>
              <a:off x="2272248" y="3931952"/>
              <a:ext cx="1382400" cy="347700"/>
            </a:xfrm>
            <a:prstGeom prst="straightConnector1">
              <a:avLst/>
            </a:prstGeom>
            <a:noFill/>
            <a:ln w="9525" cap="flat" cmpd="sng">
              <a:solidFill>
                <a:srgbClr val="868686"/>
              </a:solidFill>
              <a:prstDash val="solid"/>
              <a:round/>
              <a:headEnd type="none" w="sm" len="sm"/>
              <a:tailEnd type="none" w="sm" len="sm"/>
            </a:ln>
          </p:spPr>
        </p:cxnSp>
        <p:cxnSp>
          <p:nvCxnSpPr>
            <p:cNvPr id="2237" name="Google Shape;2237;p26"/>
            <p:cNvCxnSpPr>
              <a:stCxn id="2238" idx="6"/>
              <a:endCxn id="2230" idx="2"/>
            </p:cNvCxnSpPr>
            <p:nvPr/>
          </p:nvCxnSpPr>
          <p:spPr>
            <a:xfrm>
              <a:off x="2264379" y="3636481"/>
              <a:ext cx="1390200" cy="643200"/>
            </a:xfrm>
            <a:prstGeom prst="straightConnector1">
              <a:avLst/>
            </a:prstGeom>
            <a:noFill/>
            <a:ln w="9525" cap="flat" cmpd="sng">
              <a:solidFill>
                <a:srgbClr val="868686"/>
              </a:solidFill>
              <a:prstDash val="solid"/>
              <a:round/>
              <a:headEnd type="none" w="sm" len="sm"/>
              <a:tailEnd type="none" w="sm" len="sm"/>
            </a:ln>
          </p:spPr>
        </p:cxnSp>
        <p:cxnSp>
          <p:nvCxnSpPr>
            <p:cNvPr id="2239" name="Google Shape;2239;p26"/>
            <p:cNvCxnSpPr>
              <a:stCxn id="2240" idx="6"/>
              <a:endCxn id="2230" idx="2"/>
            </p:cNvCxnSpPr>
            <p:nvPr/>
          </p:nvCxnSpPr>
          <p:spPr>
            <a:xfrm>
              <a:off x="2264379" y="3341010"/>
              <a:ext cx="1390200" cy="938400"/>
            </a:xfrm>
            <a:prstGeom prst="straightConnector1">
              <a:avLst/>
            </a:prstGeom>
            <a:noFill/>
            <a:ln w="9525" cap="flat" cmpd="sng">
              <a:solidFill>
                <a:srgbClr val="868686"/>
              </a:solidFill>
              <a:prstDash val="solid"/>
              <a:round/>
              <a:headEnd type="none" w="sm" len="sm"/>
              <a:tailEnd type="none" w="sm" len="sm"/>
            </a:ln>
          </p:spPr>
        </p:cxnSp>
        <p:cxnSp>
          <p:nvCxnSpPr>
            <p:cNvPr id="2241" name="Google Shape;2241;p26"/>
            <p:cNvCxnSpPr>
              <a:stCxn id="2242" idx="6"/>
              <a:endCxn id="2230" idx="2"/>
            </p:cNvCxnSpPr>
            <p:nvPr/>
          </p:nvCxnSpPr>
          <p:spPr>
            <a:xfrm>
              <a:off x="2264378" y="3045538"/>
              <a:ext cx="1390200" cy="1233900"/>
            </a:xfrm>
            <a:prstGeom prst="straightConnector1">
              <a:avLst/>
            </a:prstGeom>
            <a:noFill/>
            <a:ln w="9525" cap="flat" cmpd="sng">
              <a:solidFill>
                <a:srgbClr val="868686"/>
              </a:solidFill>
              <a:prstDash val="solid"/>
              <a:round/>
              <a:headEnd type="none" w="sm" len="sm"/>
              <a:tailEnd type="none" w="sm" len="sm"/>
            </a:ln>
          </p:spPr>
        </p:cxnSp>
        <p:cxnSp>
          <p:nvCxnSpPr>
            <p:cNvPr id="2243" name="Google Shape;2243;p26"/>
            <p:cNvCxnSpPr>
              <a:stCxn id="2244" idx="6"/>
              <a:endCxn id="2230" idx="2"/>
            </p:cNvCxnSpPr>
            <p:nvPr/>
          </p:nvCxnSpPr>
          <p:spPr>
            <a:xfrm>
              <a:off x="2264379" y="2750067"/>
              <a:ext cx="1390200" cy="1529400"/>
            </a:xfrm>
            <a:prstGeom prst="straightConnector1">
              <a:avLst/>
            </a:prstGeom>
            <a:noFill/>
            <a:ln w="9525" cap="flat" cmpd="sng">
              <a:solidFill>
                <a:srgbClr val="868686"/>
              </a:solidFill>
              <a:prstDash val="solid"/>
              <a:round/>
              <a:headEnd type="none" w="sm" len="sm"/>
              <a:tailEnd type="none" w="sm" len="sm"/>
            </a:ln>
          </p:spPr>
        </p:cxnSp>
        <p:cxnSp>
          <p:nvCxnSpPr>
            <p:cNvPr id="2245" name="Google Shape;2245;p26"/>
            <p:cNvCxnSpPr>
              <a:stCxn id="2246" idx="6"/>
              <a:endCxn id="2230" idx="2"/>
            </p:cNvCxnSpPr>
            <p:nvPr/>
          </p:nvCxnSpPr>
          <p:spPr>
            <a:xfrm>
              <a:off x="2264378" y="2454596"/>
              <a:ext cx="1390200" cy="1824900"/>
            </a:xfrm>
            <a:prstGeom prst="straightConnector1">
              <a:avLst/>
            </a:prstGeom>
            <a:noFill/>
            <a:ln w="9525" cap="flat" cmpd="sng">
              <a:solidFill>
                <a:srgbClr val="868686"/>
              </a:solidFill>
              <a:prstDash val="solid"/>
              <a:round/>
              <a:headEnd type="none" w="sm" len="sm"/>
              <a:tailEnd type="none" w="sm" len="sm"/>
            </a:ln>
          </p:spPr>
        </p:cxnSp>
        <p:cxnSp>
          <p:nvCxnSpPr>
            <p:cNvPr id="2247" name="Google Shape;2247;p26"/>
            <p:cNvCxnSpPr>
              <a:stCxn id="2248" idx="6"/>
              <a:endCxn id="2230" idx="2"/>
            </p:cNvCxnSpPr>
            <p:nvPr/>
          </p:nvCxnSpPr>
          <p:spPr>
            <a:xfrm>
              <a:off x="2264378" y="2159124"/>
              <a:ext cx="1390200" cy="2120400"/>
            </a:xfrm>
            <a:prstGeom prst="straightConnector1">
              <a:avLst/>
            </a:prstGeom>
            <a:noFill/>
            <a:ln w="9525" cap="flat" cmpd="sng">
              <a:solidFill>
                <a:srgbClr val="868686"/>
              </a:solidFill>
              <a:prstDash val="solid"/>
              <a:round/>
              <a:headEnd type="none" w="sm" len="sm"/>
              <a:tailEnd type="none" w="sm" len="sm"/>
            </a:ln>
          </p:spPr>
        </p:cxnSp>
        <p:cxnSp>
          <p:nvCxnSpPr>
            <p:cNvPr id="2249" name="Google Shape;2249;p26"/>
            <p:cNvCxnSpPr>
              <a:stCxn id="2250" idx="6"/>
              <a:endCxn id="2230" idx="2"/>
            </p:cNvCxnSpPr>
            <p:nvPr/>
          </p:nvCxnSpPr>
          <p:spPr>
            <a:xfrm>
              <a:off x="2256509" y="1863653"/>
              <a:ext cx="1398300" cy="2415900"/>
            </a:xfrm>
            <a:prstGeom prst="straightConnector1">
              <a:avLst/>
            </a:prstGeom>
            <a:noFill/>
            <a:ln w="9525" cap="flat" cmpd="sng">
              <a:solidFill>
                <a:srgbClr val="868686"/>
              </a:solidFill>
              <a:prstDash val="solid"/>
              <a:round/>
              <a:headEnd type="none" w="sm" len="sm"/>
              <a:tailEnd type="none" w="sm" len="sm"/>
            </a:ln>
          </p:spPr>
        </p:cxnSp>
        <p:cxnSp>
          <p:nvCxnSpPr>
            <p:cNvPr id="2251" name="Google Shape;2251;p26"/>
            <p:cNvCxnSpPr>
              <a:stCxn id="2252" idx="6"/>
              <a:endCxn id="2230" idx="2"/>
            </p:cNvCxnSpPr>
            <p:nvPr/>
          </p:nvCxnSpPr>
          <p:spPr>
            <a:xfrm>
              <a:off x="2256509" y="1568183"/>
              <a:ext cx="1398300" cy="2711400"/>
            </a:xfrm>
            <a:prstGeom prst="straightConnector1">
              <a:avLst/>
            </a:prstGeom>
            <a:noFill/>
            <a:ln w="9525" cap="flat" cmpd="sng">
              <a:solidFill>
                <a:srgbClr val="868686"/>
              </a:solidFill>
              <a:prstDash val="solid"/>
              <a:round/>
              <a:headEnd type="none" w="sm" len="sm"/>
              <a:tailEnd type="none" w="sm" len="sm"/>
            </a:ln>
          </p:spPr>
        </p:cxnSp>
        <p:cxnSp>
          <p:nvCxnSpPr>
            <p:cNvPr id="2253" name="Google Shape;2253;p26"/>
            <p:cNvCxnSpPr>
              <a:stCxn id="2229" idx="6"/>
              <a:endCxn id="2254" idx="2"/>
            </p:cNvCxnSpPr>
            <p:nvPr/>
          </p:nvCxnSpPr>
          <p:spPr>
            <a:xfrm rot="10800000" flipH="1">
              <a:off x="2272248" y="3865565"/>
              <a:ext cx="1382400" cy="952800"/>
            </a:xfrm>
            <a:prstGeom prst="straightConnector1">
              <a:avLst/>
            </a:prstGeom>
            <a:noFill/>
            <a:ln w="9525" cap="flat" cmpd="sng">
              <a:solidFill>
                <a:srgbClr val="868686"/>
              </a:solidFill>
              <a:prstDash val="solid"/>
              <a:round/>
              <a:headEnd type="none" w="sm" len="sm"/>
              <a:tailEnd type="none" w="sm" len="sm"/>
            </a:ln>
          </p:spPr>
        </p:cxnSp>
        <p:cxnSp>
          <p:nvCxnSpPr>
            <p:cNvPr id="2255" name="Google Shape;2255;p26"/>
            <p:cNvCxnSpPr>
              <a:stCxn id="2232" idx="6"/>
              <a:endCxn id="2254" idx="2"/>
            </p:cNvCxnSpPr>
            <p:nvPr/>
          </p:nvCxnSpPr>
          <p:spPr>
            <a:xfrm rot="10800000" flipH="1">
              <a:off x="2272249" y="3865594"/>
              <a:ext cx="1382400" cy="657300"/>
            </a:xfrm>
            <a:prstGeom prst="straightConnector1">
              <a:avLst/>
            </a:prstGeom>
            <a:noFill/>
            <a:ln w="9525" cap="flat" cmpd="sng">
              <a:solidFill>
                <a:srgbClr val="868686"/>
              </a:solidFill>
              <a:prstDash val="solid"/>
              <a:round/>
              <a:headEnd type="none" w="sm" len="sm"/>
              <a:tailEnd type="none" w="sm" len="sm"/>
            </a:ln>
          </p:spPr>
        </p:cxnSp>
        <p:cxnSp>
          <p:nvCxnSpPr>
            <p:cNvPr id="2256" name="Google Shape;2256;p26"/>
            <p:cNvCxnSpPr>
              <a:stCxn id="2234" idx="6"/>
              <a:endCxn id="2254" idx="2"/>
            </p:cNvCxnSpPr>
            <p:nvPr/>
          </p:nvCxnSpPr>
          <p:spPr>
            <a:xfrm rot="10800000" flipH="1">
              <a:off x="2272248" y="3865623"/>
              <a:ext cx="1382400" cy="361800"/>
            </a:xfrm>
            <a:prstGeom prst="straightConnector1">
              <a:avLst/>
            </a:prstGeom>
            <a:noFill/>
            <a:ln w="9525" cap="flat" cmpd="sng">
              <a:solidFill>
                <a:srgbClr val="868686"/>
              </a:solidFill>
              <a:prstDash val="solid"/>
              <a:round/>
              <a:headEnd type="none" w="sm" len="sm"/>
              <a:tailEnd type="none" w="sm" len="sm"/>
            </a:ln>
          </p:spPr>
        </p:cxnSp>
        <p:cxnSp>
          <p:nvCxnSpPr>
            <p:cNvPr id="2257" name="Google Shape;2257;p26"/>
            <p:cNvCxnSpPr>
              <a:stCxn id="2236" idx="6"/>
              <a:endCxn id="2254" idx="2"/>
            </p:cNvCxnSpPr>
            <p:nvPr/>
          </p:nvCxnSpPr>
          <p:spPr>
            <a:xfrm rot="10800000" flipH="1">
              <a:off x="2272248" y="3865652"/>
              <a:ext cx="1382400" cy="66300"/>
            </a:xfrm>
            <a:prstGeom prst="straightConnector1">
              <a:avLst/>
            </a:prstGeom>
            <a:noFill/>
            <a:ln w="9525" cap="flat" cmpd="sng">
              <a:solidFill>
                <a:srgbClr val="868686"/>
              </a:solidFill>
              <a:prstDash val="solid"/>
              <a:round/>
              <a:headEnd type="none" w="sm" len="sm"/>
              <a:tailEnd type="none" w="sm" len="sm"/>
            </a:ln>
          </p:spPr>
        </p:cxnSp>
        <p:cxnSp>
          <p:nvCxnSpPr>
            <p:cNvPr id="2258" name="Google Shape;2258;p26"/>
            <p:cNvCxnSpPr>
              <a:stCxn id="2238" idx="6"/>
              <a:endCxn id="2254" idx="2"/>
            </p:cNvCxnSpPr>
            <p:nvPr/>
          </p:nvCxnSpPr>
          <p:spPr>
            <a:xfrm>
              <a:off x="2264379" y="3636481"/>
              <a:ext cx="1390200" cy="229200"/>
            </a:xfrm>
            <a:prstGeom prst="straightConnector1">
              <a:avLst/>
            </a:prstGeom>
            <a:noFill/>
            <a:ln w="9525" cap="flat" cmpd="sng">
              <a:solidFill>
                <a:srgbClr val="868686"/>
              </a:solidFill>
              <a:prstDash val="solid"/>
              <a:round/>
              <a:headEnd type="none" w="sm" len="sm"/>
              <a:tailEnd type="none" w="sm" len="sm"/>
            </a:ln>
          </p:spPr>
        </p:cxnSp>
        <p:cxnSp>
          <p:nvCxnSpPr>
            <p:cNvPr id="2259" name="Google Shape;2259;p26"/>
            <p:cNvCxnSpPr>
              <a:stCxn id="2240" idx="6"/>
              <a:endCxn id="2254" idx="2"/>
            </p:cNvCxnSpPr>
            <p:nvPr/>
          </p:nvCxnSpPr>
          <p:spPr>
            <a:xfrm>
              <a:off x="2264379" y="3341010"/>
              <a:ext cx="1390200" cy="524700"/>
            </a:xfrm>
            <a:prstGeom prst="straightConnector1">
              <a:avLst/>
            </a:prstGeom>
            <a:noFill/>
            <a:ln w="9525" cap="flat" cmpd="sng">
              <a:solidFill>
                <a:srgbClr val="868686"/>
              </a:solidFill>
              <a:prstDash val="solid"/>
              <a:round/>
              <a:headEnd type="none" w="sm" len="sm"/>
              <a:tailEnd type="none" w="sm" len="sm"/>
            </a:ln>
          </p:spPr>
        </p:cxnSp>
        <p:cxnSp>
          <p:nvCxnSpPr>
            <p:cNvPr id="2260" name="Google Shape;2260;p26"/>
            <p:cNvCxnSpPr>
              <a:stCxn id="2242" idx="6"/>
              <a:endCxn id="2254" idx="2"/>
            </p:cNvCxnSpPr>
            <p:nvPr/>
          </p:nvCxnSpPr>
          <p:spPr>
            <a:xfrm>
              <a:off x="2264378" y="3045538"/>
              <a:ext cx="1390200" cy="819900"/>
            </a:xfrm>
            <a:prstGeom prst="straightConnector1">
              <a:avLst/>
            </a:prstGeom>
            <a:noFill/>
            <a:ln w="9525" cap="flat" cmpd="sng">
              <a:solidFill>
                <a:srgbClr val="868686"/>
              </a:solidFill>
              <a:prstDash val="solid"/>
              <a:round/>
              <a:headEnd type="none" w="sm" len="sm"/>
              <a:tailEnd type="none" w="sm" len="sm"/>
            </a:ln>
          </p:spPr>
        </p:cxnSp>
        <p:cxnSp>
          <p:nvCxnSpPr>
            <p:cNvPr id="2261" name="Google Shape;2261;p26"/>
            <p:cNvCxnSpPr>
              <a:stCxn id="2244" idx="6"/>
              <a:endCxn id="2254" idx="2"/>
            </p:cNvCxnSpPr>
            <p:nvPr/>
          </p:nvCxnSpPr>
          <p:spPr>
            <a:xfrm>
              <a:off x="2264379" y="2750067"/>
              <a:ext cx="1390200" cy="1115400"/>
            </a:xfrm>
            <a:prstGeom prst="straightConnector1">
              <a:avLst/>
            </a:prstGeom>
            <a:noFill/>
            <a:ln w="9525" cap="flat" cmpd="sng">
              <a:solidFill>
                <a:srgbClr val="868686"/>
              </a:solidFill>
              <a:prstDash val="solid"/>
              <a:round/>
              <a:headEnd type="none" w="sm" len="sm"/>
              <a:tailEnd type="none" w="sm" len="sm"/>
            </a:ln>
          </p:spPr>
        </p:cxnSp>
        <p:cxnSp>
          <p:nvCxnSpPr>
            <p:cNvPr id="2262" name="Google Shape;2262;p26"/>
            <p:cNvCxnSpPr>
              <a:stCxn id="2246" idx="6"/>
              <a:endCxn id="2254" idx="2"/>
            </p:cNvCxnSpPr>
            <p:nvPr/>
          </p:nvCxnSpPr>
          <p:spPr>
            <a:xfrm>
              <a:off x="2264378" y="2454596"/>
              <a:ext cx="1390200" cy="1410900"/>
            </a:xfrm>
            <a:prstGeom prst="straightConnector1">
              <a:avLst/>
            </a:prstGeom>
            <a:noFill/>
            <a:ln w="9525" cap="flat" cmpd="sng">
              <a:solidFill>
                <a:srgbClr val="868686"/>
              </a:solidFill>
              <a:prstDash val="solid"/>
              <a:round/>
              <a:headEnd type="none" w="sm" len="sm"/>
              <a:tailEnd type="none" w="sm" len="sm"/>
            </a:ln>
          </p:spPr>
        </p:cxnSp>
        <p:cxnSp>
          <p:nvCxnSpPr>
            <p:cNvPr id="2263" name="Google Shape;2263;p26"/>
            <p:cNvCxnSpPr>
              <a:stCxn id="2248" idx="6"/>
              <a:endCxn id="2254" idx="2"/>
            </p:cNvCxnSpPr>
            <p:nvPr/>
          </p:nvCxnSpPr>
          <p:spPr>
            <a:xfrm>
              <a:off x="2264378" y="2159124"/>
              <a:ext cx="1390200" cy="1706400"/>
            </a:xfrm>
            <a:prstGeom prst="straightConnector1">
              <a:avLst/>
            </a:prstGeom>
            <a:noFill/>
            <a:ln w="9525" cap="flat" cmpd="sng">
              <a:solidFill>
                <a:srgbClr val="868686"/>
              </a:solidFill>
              <a:prstDash val="solid"/>
              <a:round/>
              <a:headEnd type="none" w="sm" len="sm"/>
              <a:tailEnd type="none" w="sm" len="sm"/>
            </a:ln>
          </p:spPr>
        </p:cxnSp>
        <p:cxnSp>
          <p:nvCxnSpPr>
            <p:cNvPr id="2264" name="Google Shape;2264;p26"/>
            <p:cNvCxnSpPr>
              <a:stCxn id="2250" idx="6"/>
              <a:endCxn id="2254" idx="2"/>
            </p:cNvCxnSpPr>
            <p:nvPr/>
          </p:nvCxnSpPr>
          <p:spPr>
            <a:xfrm>
              <a:off x="2256509" y="1863653"/>
              <a:ext cx="1398300" cy="2001900"/>
            </a:xfrm>
            <a:prstGeom prst="straightConnector1">
              <a:avLst/>
            </a:prstGeom>
            <a:noFill/>
            <a:ln w="9525" cap="flat" cmpd="sng">
              <a:solidFill>
                <a:srgbClr val="868686"/>
              </a:solidFill>
              <a:prstDash val="solid"/>
              <a:round/>
              <a:headEnd type="none" w="sm" len="sm"/>
              <a:tailEnd type="none" w="sm" len="sm"/>
            </a:ln>
          </p:spPr>
        </p:cxnSp>
        <p:cxnSp>
          <p:nvCxnSpPr>
            <p:cNvPr id="2265" name="Google Shape;2265;p26"/>
            <p:cNvCxnSpPr>
              <a:stCxn id="2252" idx="6"/>
              <a:endCxn id="2254" idx="2"/>
            </p:cNvCxnSpPr>
            <p:nvPr/>
          </p:nvCxnSpPr>
          <p:spPr>
            <a:xfrm>
              <a:off x="2256509" y="1568183"/>
              <a:ext cx="1398300" cy="2297400"/>
            </a:xfrm>
            <a:prstGeom prst="straightConnector1">
              <a:avLst/>
            </a:prstGeom>
            <a:noFill/>
            <a:ln w="9525" cap="flat" cmpd="sng">
              <a:solidFill>
                <a:srgbClr val="868686"/>
              </a:solidFill>
              <a:prstDash val="solid"/>
              <a:round/>
              <a:headEnd type="none" w="sm" len="sm"/>
              <a:tailEnd type="none" w="sm" len="sm"/>
            </a:ln>
          </p:spPr>
        </p:cxnSp>
        <p:cxnSp>
          <p:nvCxnSpPr>
            <p:cNvPr id="2266" name="Google Shape;2266;p26"/>
            <p:cNvCxnSpPr>
              <a:stCxn id="2229" idx="6"/>
              <a:endCxn id="2267" idx="2"/>
            </p:cNvCxnSpPr>
            <p:nvPr/>
          </p:nvCxnSpPr>
          <p:spPr>
            <a:xfrm rot="10800000" flipH="1">
              <a:off x="2272248" y="3451565"/>
              <a:ext cx="1382400" cy="1366800"/>
            </a:xfrm>
            <a:prstGeom prst="straightConnector1">
              <a:avLst/>
            </a:prstGeom>
            <a:noFill/>
            <a:ln w="9525" cap="flat" cmpd="sng">
              <a:solidFill>
                <a:srgbClr val="868686"/>
              </a:solidFill>
              <a:prstDash val="solid"/>
              <a:round/>
              <a:headEnd type="none" w="sm" len="sm"/>
              <a:tailEnd type="none" w="sm" len="sm"/>
            </a:ln>
          </p:spPr>
        </p:cxnSp>
        <p:cxnSp>
          <p:nvCxnSpPr>
            <p:cNvPr id="2268" name="Google Shape;2268;p26"/>
            <p:cNvCxnSpPr>
              <a:stCxn id="2232" idx="6"/>
              <a:endCxn id="2267" idx="2"/>
            </p:cNvCxnSpPr>
            <p:nvPr/>
          </p:nvCxnSpPr>
          <p:spPr>
            <a:xfrm rot="10800000" flipH="1">
              <a:off x="2272249" y="3451594"/>
              <a:ext cx="1382400" cy="1071300"/>
            </a:xfrm>
            <a:prstGeom prst="straightConnector1">
              <a:avLst/>
            </a:prstGeom>
            <a:noFill/>
            <a:ln w="9525" cap="flat" cmpd="sng">
              <a:solidFill>
                <a:srgbClr val="868686"/>
              </a:solidFill>
              <a:prstDash val="solid"/>
              <a:round/>
              <a:headEnd type="none" w="sm" len="sm"/>
              <a:tailEnd type="none" w="sm" len="sm"/>
            </a:ln>
          </p:spPr>
        </p:cxnSp>
        <p:cxnSp>
          <p:nvCxnSpPr>
            <p:cNvPr id="2269" name="Google Shape;2269;p26"/>
            <p:cNvCxnSpPr>
              <a:stCxn id="2234" idx="6"/>
              <a:endCxn id="2267" idx="2"/>
            </p:cNvCxnSpPr>
            <p:nvPr/>
          </p:nvCxnSpPr>
          <p:spPr>
            <a:xfrm rot="10800000" flipH="1">
              <a:off x="2272248" y="3451623"/>
              <a:ext cx="1382400" cy="775800"/>
            </a:xfrm>
            <a:prstGeom prst="straightConnector1">
              <a:avLst/>
            </a:prstGeom>
            <a:noFill/>
            <a:ln w="9525" cap="flat" cmpd="sng">
              <a:solidFill>
                <a:srgbClr val="868686"/>
              </a:solidFill>
              <a:prstDash val="solid"/>
              <a:round/>
              <a:headEnd type="none" w="sm" len="sm"/>
              <a:tailEnd type="none" w="sm" len="sm"/>
            </a:ln>
          </p:spPr>
        </p:cxnSp>
        <p:cxnSp>
          <p:nvCxnSpPr>
            <p:cNvPr id="2270" name="Google Shape;2270;p26"/>
            <p:cNvCxnSpPr>
              <a:stCxn id="2236" idx="6"/>
              <a:endCxn id="2267" idx="2"/>
            </p:cNvCxnSpPr>
            <p:nvPr/>
          </p:nvCxnSpPr>
          <p:spPr>
            <a:xfrm rot="10800000" flipH="1">
              <a:off x="2272248" y="3451652"/>
              <a:ext cx="1382400" cy="480300"/>
            </a:xfrm>
            <a:prstGeom prst="straightConnector1">
              <a:avLst/>
            </a:prstGeom>
            <a:noFill/>
            <a:ln w="9525" cap="flat" cmpd="sng">
              <a:solidFill>
                <a:srgbClr val="868686"/>
              </a:solidFill>
              <a:prstDash val="solid"/>
              <a:round/>
              <a:headEnd type="none" w="sm" len="sm"/>
              <a:tailEnd type="none" w="sm" len="sm"/>
            </a:ln>
          </p:spPr>
        </p:cxnSp>
        <p:cxnSp>
          <p:nvCxnSpPr>
            <p:cNvPr id="2271" name="Google Shape;2271;p26"/>
            <p:cNvCxnSpPr>
              <a:stCxn id="2238" idx="6"/>
              <a:endCxn id="2267" idx="2"/>
            </p:cNvCxnSpPr>
            <p:nvPr/>
          </p:nvCxnSpPr>
          <p:spPr>
            <a:xfrm rot="10800000" flipH="1">
              <a:off x="2264379" y="3451681"/>
              <a:ext cx="1390200" cy="184800"/>
            </a:xfrm>
            <a:prstGeom prst="straightConnector1">
              <a:avLst/>
            </a:prstGeom>
            <a:noFill/>
            <a:ln w="9525" cap="flat" cmpd="sng">
              <a:solidFill>
                <a:srgbClr val="868686"/>
              </a:solidFill>
              <a:prstDash val="solid"/>
              <a:round/>
              <a:headEnd type="none" w="sm" len="sm"/>
              <a:tailEnd type="none" w="sm" len="sm"/>
            </a:ln>
          </p:spPr>
        </p:cxnSp>
        <p:cxnSp>
          <p:nvCxnSpPr>
            <p:cNvPr id="2272" name="Google Shape;2272;p26"/>
            <p:cNvCxnSpPr>
              <a:stCxn id="2240" idx="6"/>
              <a:endCxn id="2267" idx="2"/>
            </p:cNvCxnSpPr>
            <p:nvPr/>
          </p:nvCxnSpPr>
          <p:spPr>
            <a:xfrm>
              <a:off x="2264379" y="3341010"/>
              <a:ext cx="1390200" cy="110700"/>
            </a:xfrm>
            <a:prstGeom prst="straightConnector1">
              <a:avLst/>
            </a:prstGeom>
            <a:noFill/>
            <a:ln w="9525" cap="flat" cmpd="sng">
              <a:solidFill>
                <a:srgbClr val="868686"/>
              </a:solidFill>
              <a:prstDash val="solid"/>
              <a:round/>
              <a:headEnd type="none" w="sm" len="sm"/>
              <a:tailEnd type="none" w="sm" len="sm"/>
            </a:ln>
          </p:spPr>
        </p:cxnSp>
        <p:cxnSp>
          <p:nvCxnSpPr>
            <p:cNvPr id="2273" name="Google Shape;2273;p26"/>
            <p:cNvCxnSpPr>
              <a:stCxn id="2242" idx="6"/>
              <a:endCxn id="2267" idx="2"/>
            </p:cNvCxnSpPr>
            <p:nvPr/>
          </p:nvCxnSpPr>
          <p:spPr>
            <a:xfrm>
              <a:off x="2264378" y="3045538"/>
              <a:ext cx="1390200" cy="406200"/>
            </a:xfrm>
            <a:prstGeom prst="straightConnector1">
              <a:avLst/>
            </a:prstGeom>
            <a:noFill/>
            <a:ln w="9525" cap="flat" cmpd="sng">
              <a:solidFill>
                <a:srgbClr val="868686"/>
              </a:solidFill>
              <a:prstDash val="solid"/>
              <a:round/>
              <a:headEnd type="none" w="sm" len="sm"/>
              <a:tailEnd type="none" w="sm" len="sm"/>
            </a:ln>
          </p:spPr>
        </p:cxnSp>
        <p:cxnSp>
          <p:nvCxnSpPr>
            <p:cNvPr id="2274" name="Google Shape;2274;p26"/>
            <p:cNvCxnSpPr>
              <a:stCxn id="2244" idx="6"/>
              <a:endCxn id="2267" idx="2"/>
            </p:cNvCxnSpPr>
            <p:nvPr/>
          </p:nvCxnSpPr>
          <p:spPr>
            <a:xfrm>
              <a:off x="2264379" y="2750067"/>
              <a:ext cx="1390200" cy="701400"/>
            </a:xfrm>
            <a:prstGeom prst="straightConnector1">
              <a:avLst/>
            </a:prstGeom>
            <a:noFill/>
            <a:ln w="9525" cap="flat" cmpd="sng">
              <a:solidFill>
                <a:srgbClr val="868686"/>
              </a:solidFill>
              <a:prstDash val="solid"/>
              <a:round/>
              <a:headEnd type="none" w="sm" len="sm"/>
              <a:tailEnd type="none" w="sm" len="sm"/>
            </a:ln>
          </p:spPr>
        </p:cxnSp>
        <p:cxnSp>
          <p:nvCxnSpPr>
            <p:cNvPr id="2275" name="Google Shape;2275;p26"/>
            <p:cNvCxnSpPr>
              <a:stCxn id="2246" idx="6"/>
              <a:endCxn id="2267" idx="2"/>
            </p:cNvCxnSpPr>
            <p:nvPr/>
          </p:nvCxnSpPr>
          <p:spPr>
            <a:xfrm>
              <a:off x="2264378" y="2454596"/>
              <a:ext cx="1390200" cy="996900"/>
            </a:xfrm>
            <a:prstGeom prst="straightConnector1">
              <a:avLst/>
            </a:prstGeom>
            <a:noFill/>
            <a:ln w="9525" cap="flat" cmpd="sng">
              <a:solidFill>
                <a:srgbClr val="868686"/>
              </a:solidFill>
              <a:prstDash val="solid"/>
              <a:round/>
              <a:headEnd type="none" w="sm" len="sm"/>
              <a:tailEnd type="none" w="sm" len="sm"/>
            </a:ln>
          </p:spPr>
        </p:cxnSp>
        <p:cxnSp>
          <p:nvCxnSpPr>
            <p:cNvPr id="2276" name="Google Shape;2276;p26"/>
            <p:cNvCxnSpPr>
              <a:stCxn id="2248" idx="6"/>
              <a:endCxn id="2267" idx="2"/>
            </p:cNvCxnSpPr>
            <p:nvPr/>
          </p:nvCxnSpPr>
          <p:spPr>
            <a:xfrm>
              <a:off x="2264378" y="2159124"/>
              <a:ext cx="1390200" cy="1292400"/>
            </a:xfrm>
            <a:prstGeom prst="straightConnector1">
              <a:avLst/>
            </a:prstGeom>
            <a:noFill/>
            <a:ln w="9525" cap="flat" cmpd="sng">
              <a:solidFill>
                <a:srgbClr val="868686"/>
              </a:solidFill>
              <a:prstDash val="solid"/>
              <a:round/>
              <a:headEnd type="none" w="sm" len="sm"/>
              <a:tailEnd type="none" w="sm" len="sm"/>
            </a:ln>
          </p:spPr>
        </p:cxnSp>
        <p:cxnSp>
          <p:nvCxnSpPr>
            <p:cNvPr id="2277" name="Google Shape;2277;p26"/>
            <p:cNvCxnSpPr>
              <a:stCxn id="2250" idx="6"/>
              <a:endCxn id="2267" idx="2"/>
            </p:cNvCxnSpPr>
            <p:nvPr/>
          </p:nvCxnSpPr>
          <p:spPr>
            <a:xfrm>
              <a:off x="2256509" y="1863653"/>
              <a:ext cx="1398300" cy="1587900"/>
            </a:xfrm>
            <a:prstGeom prst="straightConnector1">
              <a:avLst/>
            </a:prstGeom>
            <a:noFill/>
            <a:ln w="9525" cap="flat" cmpd="sng">
              <a:solidFill>
                <a:srgbClr val="868686"/>
              </a:solidFill>
              <a:prstDash val="solid"/>
              <a:round/>
              <a:headEnd type="none" w="sm" len="sm"/>
              <a:tailEnd type="none" w="sm" len="sm"/>
            </a:ln>
          </p:spPr>
        </p:cxnSp>
        <p:cxnSp>
          <p:nvCxnSpPr>
            <p:cNvPr id="2278" name="Google Shape;2278;p26"/>
            <p:cNvCxnSpPr>
              <a:stCxn id="2252" idx="6"/>
              <a:endCxn id="2267" idx="2"/>
            </p:cNvCxnSpPr>
            <p:nvPr/>
          </p:nvCxnSpPr>
          <p:spPr>
            <a:xfrm>
              <a:off x="2256509" y="1568183"/>
              <a:ext cx="1398300" cy="1883400"/>
            </a:xfrm>
            <a:prstGeom prst="straightConnector1">
              <a:avLst/>
            </a:prstGeom>
            <a:noFill/>
            <a:ln w="9525" cap="flat" cmpd="sng">
              <a:solidFill>
                <a:srgbClr val="868686"/>
              </a:solidFill>
              <a:prstDash val="solid"/>
              <a:round/>
              <a:headEnd type="none" w="sm" len="sm"/>
              <a:tailEnd type="none" w="sm" len="sm"/>
            </a:ln>
          </p:spPr>
        </p:cxnSp>
        <p:cxnSp>
          <p:nvCxnSpPr>
            <p:cNvPr id="2279" name="Google Shape;2279;p26"/>
            <p:cNvCxnSpPr>
              <a:stCxn id="2229" idx="6"/>
              <a:endCxn id="2280" idx="2"/>
            </p:cNvCxnSpPr>
            <p:nvPr/>
          </p:nvCxnSpPr>
          <p:spPr>
            <a:xfrm rot="10800000" flipH="1">
              <a:off x="2272248" y="3037565"/>
              <a:ext cx="1382400" cy="1780800"/>
            </a:xfrm>
            <a:prstGeom prst="straightConnector1">
              <a:avLst/>
            </a:prstGeom>
            <a:noFill/>
            <a:ln w="9525" cap="flat" cmpd="sng">
              <a:solidFill>
                <a:srgbClr val="868686"/>
              </a:solidFill>
              <a:prstDash val="solid"/>
              <a:round/>
              <a:headEnd type="none" w="sm" len="sm"/>
              <a:tailEnd type="none" w="sm" len="sm"/>
            </a:ln>
          </p:spPr>
        </p:cxnSp>
        <p:cxnSp>
          <p:nvCxnSpPr>
            <p:cNvPr id="2281" name="Google Shape;2281;p26"/>
            <p:cNvCxnSpPr>
              <a:stCxn id="2232" idx="6"/>
              <a:endCxn id="2280" idx="2"/>
            </p:cNvCxnSpPr>
            <p:nvPr/>
          </p:nvCxnSpPr>
          <p:spPr>
            <a:xfrm rot="10800000" flipH="1">
              <a:off x="2272249" y="3037594"/>
              <a:ext cx="1382400" cy="1485300"/>
            </a:xfrm>
            <a:prstGeom prst="straightConnector1">
              <a:avLst/>
            </a:prstGeom>
            <a:noFill/>
            <a:ln w="9525" cap="flat" cmpd="sng">
              <a:solidFill>
                <a:srgbClr val="868686"/>
              </a:solidFill>
              <a:prstDash val="solid"/>
              <a:round/>
              <a:headEnd type="none" w="sm" len="sm"/>
              <a:tailEnd type="none" w="sm" len="sm"/>
            </a:ln>
          </p:spPr>
        </p:cxnSp>
        <p:cxnSp>
          <p:nvCxnSpPr>
            <p:cNvPr id="2282" name="Google Shape;2282;p26"/>
            <p:cNvCxnSpPr>
              <a:stCxn id="2234" idx="6"/>
              <a:endCxn id="2280" idx="2"/>
            </p:cNvCxnSpPr>
            <p:nvPr/>
          </p:nvCxnSpPr>
          <p:spPr>
            <a:xfrm rot="10800000" flipH="1">
              <a:off x="2272248" y="3037623"/>
              <a:ext cx="1382400" cy="1189800"/>
            </a:xfrm>
            <a:prstGeom prst="straightConnector1">
              <a:avLst/>
            </a:prstGeom>
            <a:noFill/>
            <a:ln w="9525" cap="flat" cmpd="sng">
              <a:solidFill>
                <a:srgbClr val="868686"/>
              </a:solidFill>
              <a:prstDash val="solid"/>
              <a:round/>
              <a:headEnd type="none" w="sm" len="sm"/>
              <a:tailEnd type="none" w="sm" len="sm"/>
            </a:ln>
          </p:spPr>
        </p:cxnSp>
        <p:cxnSp>
          <p:nvCxnSpPr>
            <p:cNvPr id="2283" name="Google Shape;2283;p26"/>
            <p:cNvCxnSpPr>
              <a:stCxn id="2236" idx="6"/>
              <a:endCxn id="2280" idx="2"/>
            </p:cNvCxnSpPr>
            <p:nvPr/>
          </p:nvCxnSpPr>
          <p:spPr>
            <a:xfrm rot="10800000" flipH="1">
              <a:off x="2272248" y="3037652"/>
              <a:ext cx="1382400" cy="894300"/>
            </a:xfrm>
            <a:prstGeom prst="straightConnector1">
              <a:avLst/>
            </a:prstGeom>
            <a:noFill/>
            <a:ln w="9525" cap="flat" cmpd="sng">
              <a:solidFill>
                <a:srgbClr val="868686"/>
              </a:solidFill>
              <a:prstDash val="solid"/>
              <a:round/>
              <a:headEnd type="none" w="sm" len="sm"/>
              <a:tailEnd type="none" w="sm" len="sm"/>
            </a:ln>
          </p:spPr>
        </p:cxnSp>
        <p:cxnSp>
          <p:nvCxnSpPr>
            <p:cNvPr id="2284" name="Google Shape;2284;p26"/>
            <p:cNvCxnSpPr>
              <a:stCxn id="2238" idx="6"/>
              <a:endCxn id="2280" idx="2"/>
            </p:cNvCxnSpPr>
            <p:nvPr/>
          </p:nvCxnSpPr>
          <p:spPr>
            <a:xfrm rot="10800000" flipH="1">
              <a:off x="2264379" y="3037681"/>
              <a:ext cx="1390200" cy="598800"/>
            </a:xfrm>
            <a:prstGeom prst="straightConnector1">
              <a:avLst/>
            </a:prstGeom>
            <a:noFill/>
            <a:ln w="9525" cap="flat" cmpd="sng">
              <a:solidFill>
                <a:srgbClr val="868686"/>
              </a:solidFill>
              <a:prstDash val="solid"/>
              <a:round/>
              <a:headEnd type="none" w="sm" len="sm"/>
              <a:tailEnd type="none" w="sm" len="sm"/>
            </a:ln>
          </p:spPr>
        </p:cxnSp>
        <p:cxnSp>
          <p:nvCxnSpPr>
            <p:cNvPr id="2285" name="Google Shape;2285;p26"/>
            <p:cNvCxnSpPr>
              <a:stCxn id="2240" idx="6"/>
              <a:endCxn id="2280" idx="2"/>
            </p:cNvCxnSpPr>
            <p:nvPr/>
          </p:nvCxnSpPr>
          <p:spPr>
            <a:xfrm rot="10800000" flipH="1">
              <a:off x="2264379" y="3037710"/>
              <a:ext cx="1390200" cy="303300"/>
            </a:xfrm>
            <a:prstGeom prst="straightConnector1">
              <a:avLst/>
            </a:prstGeom>
            <a:noFill/>
            <a:ln w="9525" cap="flat" cmpd="sng">
              <a:solidFill>
                <a:srgbClr val="868686"/>
              </a:solidFill>
              <a:prstDash val="solid"/>
              <a:round/>
              <a:headEnd type="none" w="sm" len="sm"/>
              <a:tailEnd type="none" w="sm" len="sm"/>
            </a:ln>
          </p:spPr>
        </p:cxnSp>
        <p:cxnSp>
          <p:nvCxnSpPr>
            <p:cNvPr id="2286" name="Google Shape;2286;p26"/>
            <p:cNvCxnSpPr>
              <a:stCxn id="2242" idx="6"/>
              <a:endCxn id="2280" idx="2"/>
            </p:cNvCxnSpPr>
            <p:nvPr/>
          </p:nvCxnSpPr>
          <p:spPr>
            <a:xfrm rot="10800000" flipH="1">
              <a:off x="2264378" y="3037738"/>
              <a:ext cx="1390200" cy="7800"/>
            </a:xfrm>
            <a:prstGeom prst="straightConnector1">
              <a:avLst/>
            </a:prstGeom>
            <a:noFill/>
            <a:ln w="9525" cap="flat" cmpd="sng">
              <a:solidFill>
                <a:srgbClr val="868686"/>
              </a:solidFill>
              <a:prstDash val="solid"/>
              <a:round/>
              <a:headEnd type="none" w="sm" len="sm"/>
              <a:tailEnd type="none" w="sm" len="sm"/>
            </a:ln>
          </p:spPr>
        </p:cxnSp>
        <p:cxnSp>
          <p:nvCxnSpPr>
            <p:cNvPr id="2287" name="Google Shape;2287;p26"/>
            <p:cNvCxnSpPr>
              <a:stCxn id="2244" idx="6"/>
              <a:endCxn id="2280" idx="2"/>
            </p:cNvCxnSpPr>
            <p:nvPr/>
          </p:nvCxnSpPr>
          <p:spPr>
            <a:xfrm>
              <a:off x="2264379" y="2750067"/>
              <a:ext cx="1390200" cy="287700"/>
            </a:xfrm>
            <a:prstGeom prst="straightConnector1">
              <a:avLst/>
            </a:prstGeom>
            <a:noFill/>
            <a:ln w="9525" cap="flat" cmpd="sng">
              <a:solidFill>
                <a:srgbClr val="868686"/>
              </a:solidFill>
              <a:prstDash val="solid"/>
              <a:round/>
              <a:headEnd type="none" w="sm" len="sm"/>
              <a:tailEnd type="none" w="sm" len="sm"/>
            </a:ln>
          </p:spPr>
        </p:cxnSp>
        <p:cxnSp>
          <p:nvCxnSpPr>
            <p:cNvPr id="2288" name="Google Shape;2288;p26"/>
            <p:cNvCxnSpPr>
              <a:stCxn id="2246" idx="6"/>
              <a:endCxn id="2280" idx="2"/>
            </p:cNvCxnSpPr>
            <p:nvPr/>
          </p:nvCxnSpPr>
          <p:spPr>
            <a:xfrm>
              <a:off x="2264378" y="2454596"/>
              <a:ext cx="1390200" cy="582900"/>
            </a:xfrm>
            <a:prstGeom prst="straightConnector1">
              <a:avLst/>
            </a:prstGeom>
            <a:noFill/>
            <a:ln w="9525" cap="flat" cmpd="sng">
              <a:solidFill>
                <a:srgbClr val="868686"/>
              </a:solidFill>
              <a:prstDash val="solid"/>
              <a:round/>
              <a:headEnd type="none" w="sm" len="sm"/>
              <a:tailEnd type="none" w="sm" len="sm"/>
            </a:ln>
          </p:spPr>
        </p:cxnSp>
        <p:cxnSp>
          <p:nvCxnSpPr>
            <p:cNvPr id="2289" name="Google Shape;2289;p26"/>
            <p:cNvCxnSpPr>
              <a:stCxn id="2248" idx="6"/>
              <a:endCxn id="2280" idx="2"/>
            </p:cNvCxnSpPr>
            <p:nvPr/>
          </p:nvCxnSpPr>
          <p:spPr>
            <a:xfrm>
              <a:off x="2264378" y="2159124"/>
              <a:ext cx="1390200" cy="878400"/>
            </a:xfrm>
            <a:prstGeom prst="straightConnector1">
              <a:avLst/>
            </a:prstGeom>
            <a:noFill/>
            <a:ln w="9525" cap="flat" cmpd="sng">
              <a:solidFill>
                <a:srgbClr val="868686"/>
              </a:solidFill>
              <a:prstDash val="solid"/>
              <a:round/>
              <a:headEnd type="none" w="sm" len="sm"/>
              <a:tailEnd type="none" w="sm" len="sm"/>
            </a:ln>
          </p:spPr>
        </p:cxnSp>
        <p:cxnSp>
          <p:nvCxnSpPr>
            <p:cNvPr id="2290" name="Google Shape;2290;p26"/>
            <p:cNvCxnSpPr>
              <a:stCxn id="2248" idx="6"/>
              <a:endCxn id="2280" idx="2"/>
            </p:cNvCxnSpPr>
            <p:nvPr/>
          </p:nvCxnSpPr>
          <p:spPr>
            <a:xfrm>
              <a:off x="2264378" y="2159124"/>
              <a:ext cx="1390200" cy="878400"/>
            </a:xfrm>
            <a:prstGeom prst="straightConnector1">
              <a:avLst/>
            </a:prstGeom>
            <a:noFill/>
            <a:ln w="9525" cap="flat" cmpd="sng">
              <a:solidFill>
                <a:srgbClr val="868686"/>
              </a:solidFill>
              <a:prstDash val="solid"/>
              <a:round/>
              <a:headEnd type="none" w="sm" len="sm"/>
              <a:tailEnd type="none" w="sm" len="sm"/>
            </a:ln>
          </p:spPr>
        </p:cxnSp>
        <p:cxnSp>
          <p:nvCxnSpPr>
            <p:cNvPr id="2291" name="Google Shape;2291;p26"/>
            <p:cNvCxnSpPr>
              <a:stCxn id="2250" idx="6"/>
              <a:endCxn id="2280" idx="2"/>
            </p:cNvCxnSpPr>
            <p:nvPr/>
          </p:nvCxnSpPr>
          <p:spPr>
            <a:xfrm>
              <a:off x="2256509" y="1863653"/>
              <a:ext cx="1398300" cy="1173900"/>
            </a:xfrm>
            <a:prstGeom prst="straightConnector1">
              <a:avLst/>
            </a:prstGeom>
            <a:noFill/>
            <a:ln w="9525" cap="flat" cmpd="sng">
              <a:solidFill>
                <a:srgbClr val="868686"/>
              </a:solidFill>
              <a:prstDash val="solid"/>
              <a:round/>
              <a:headEnd type="none" w="sm" len="sm"/>
              <a:tailEnd type="none" w="sm" len="sm"/>
            </a:ln>
          </p:spPr>
        </p:cxnSp>
        <p:cxnSp>
          <p:nvCxnSpPr>
            <p:cNvPr id="2292" name="Google Shape;2292;p26"/>
            <p:cNvCxnSpPr>
              <a:stCxn id="2252" idx="6"/>
              <a:endCxn id="2280" idx="2"/>
            </p:cNvCxnSpPr>
            <p:nvPr/>
          </p:nvCxnSpPr>
          <p:spPr>
            <a:xfrm>
              <a:off x="2256509" y="1568183"/>
              <a:ext cx="1398300" cy="1469400"/>
            </a:xfrm>
            <a:prstGeom prst="straightConnector1">
              <a:avLst/>
            </a:prstGeom>
            <a:noFill/>
            <a:ln w="9525" cap="flat" cmpd="sng">
              <a:solidFill>
                <a:srgbClr val="868686"/>
              </a:solidFill>
              <a:prstDash val="solid"/>
              <a:round/>
              <a:headEnd type="none" w="sm" len="sm"/>
              <a:tailEnd type="none" w="sm" len="sm"/>
            </a:ln>
          </p:spPr>
        </p:cxnSp>
        <p:cxnSp>
          <p:nvCxnSpPr>
            <p:cNvPr id="2293" name="Google Shape;2293;p26"/>
            <p:cNvCxnSpPr>
              <a:stCxn id="2229" idx="6"/>
              <a:endCxn id="2294" idx="2"/>
            </p:cNvCxnSpPr>
            <p:nvPr/>
          </p:nvCxnSpPr>
          <p:spPr>
            <a:xfrm rot="10800000" flipH="1">
              <a:off x="2272248" y="2623565"/>
              <a:ext cx="1382400" cy="2194800"/>
            </a:xfrm>
            <a:prstGeom prst="straightConnector1">
              <a:avLst/>
            </a:prstGeom>
            <a:noFill/>
            <a:ln w="9525" cap="flat" cmpd="sng">
              <a:solidFill>
                <a:srgbClr val="868686"/>
              </a:solidFill>
              <a:prstDash val="solid"/>
              <a:round/>
              <a:headEnd type="none" w="sm" len="sm"/>
              <a:tailEnd type="none" w="sm" len="sm"/>
            </a:ln>
          </p:spPr>
        </p:cxnSp>
        <p:cxnSp>
          <p:nvCxnSpPr>
            <p:cNvPr id="2295" name="Google Shape;2295;p26"/>
            <p:cNvCxnSpPr>
              <a:stCxn id="2232" idx="6"/>
              <a:endCxn id="2294" idx="2"/>
            </p:cNvCxnSpPr>
            <p:nvPr/>
          </p:nvCxnSpPr>
          <p:spPr>
            <a:xfrm rot="10800000" flipH="1">
              <a:off x="2272249" y="2623594"/>
              <a:ext cx="1382400" cy="1899300"/>
            </a:xfrm>
            <a:prstGeom prst="straightConnector1">
              <a:avLst/>
            </a:prstGeom>
            <a:noFill/>
            <a:ln w="9525" cap="flat" cmpd="sng">
              <a:solidFill>
                <a:srgbClr val="868686"/>
              </a:solidFill>
              <a:prstDash val="solid"/>
              <a:round/>
              <a:headEnd type="none" w="sm" len="sm"/>
              <a:tailEnd type="none" w="sm" len="sm"/>
            </a:ln>
          </p:spPr>
        </p:cxnSp>
        <p:cxnSp>
          <p:nvCxnSpPr>
            <p:cNvPr id="2296" name="Google Shape;2296;p26"/>
            <p:cNvCxnSpPr>
              <a:stCxn id="2234" idx="6"/>
              <a:endCxn id="2294" idx="2"/>
            </p:cNvCxnSpPr>
            <p:nvPr/>
          </p:nvCxnSpPr>
          <p:spPr>
            <a:xfrm rot="10800000" flipH="1">
              <a:off x="2272248" y="2623623"/>
              <a:ext cx="1382400" cy="1603800"/>
            </a:xfrm>
            <a:prstGeom prst="straightConnector1">
              <a:avLst/>
            </a:prstGeom>
            <a:noFill/>
            <a:ln w="9525" cap="flat" cmpd="sng">
              <a:solidFill>
                <a:srgbClr val="868686"/>
              </a:solidFill>
              <a:prstDash val="solid"/>
              <a:round/>
              <a:headEnd type="none" w="sm" len="sm"/>
              <a:tailEnd type="none" w="sm" len="sm"/>
            </a:ln>
          </p:spPr>
        </p:cxnSp>
        <p:cxnSp>
          <p:nvCxnSpPr>
            <p:cNvPr id="2297" name="Google Shape;2297;p26"/>
            <p:cNvCxnSpPr>
              <a:stCxn id="2236" idx="6"/>
              <a:endCxn id="2294" idx="2"/>
            </p:cNvCxnSpPr>
            <p:nvPr/>
          </p:nvCxnSpPr>
          <p:spPr>
            <a:xfrm rot="10800000" flipH="1">
              <a:off x="2272248" y="2623652"/>
              <a:ext cx="1382400" cy="1308300"/>
            </a:xfrm>
            <a:prstGeom prst="straightConnector1">
              <a:avLst/>
            </a:prstGeom>
            <a:noFill/>
            <a:ln w="9525" cap="flat" cmpd="sng">
              <a:solidFill>
                <a:srgbClr val="868686"/>
              </a:solidFill>
              <a:prstDash val="solid"/>
              <a:round/>
              <a:headEnd type="none" w="sm" len="sm"/>
              <a:tailEnd type="none" w="sm" len="sm"/>
            </a:ln>
          </p:spPr>
        </p:cxnSp>
        <p:cxnSp>
          <p:nvCxnSpPr>
            <p:cNvPr id="2298" name="Google Shape;2298;p26"/>
            <p:cNvCxnSpPr>
              <a:stCxn id="2238" idx="6"/>
              <a:endCxn id="2294" idx="2"/>
            </p:cNvCxnSpPr>
            <p:nvPr/>
          </p:nvCxnSpPr>
          <p:spPr>
            <a:xfrm rot="10800000" flipH="1">
              <a:off x="2264379" y="2623681"/>
              <a:ext cx="1390200" cy="1012800"/>
            </a:xfrm>
            <a:prstGeom prst="straightConnector1">
              <a:avLst/>
            </a:prstGeom>
            <a:noFill/>
            <a:ln w="9525" cap="flat" cmpd="sng">
              <a:solidFill>
                <a:srgbClr val="868686"/>
              </a:solidFill>
              <a:prstDash val="solid"/>
              <a:round/>
              <a:headEnd type="none" w="sm" len="sm"/>
              <a:tailEnd type="none" w="sm" len="sm"/>
            </a:ln>
          </p:spPr>
        </p:cxnSp>
        <p:cxnSp>
          <p:nvCxnSpPr>
            <p:cNvPr id="2299" name="Google Shape;2299;p26"/>
            <p:cNvCxnSpPr>
              <a:stCxn id="2240" idx="6"/>
              <a:endCxn id="2294" idx="2"/>
            </p:cNvCxnSpPr>
            <p:nvPr/>
          </p:nvCxnSpPr>
          <p:spPr>
            <a:xfrm rot="10800000" flipH="1">
              <a:off x="2264379" y="2623710"/>
              <a:ext cx="1390200" cy="717300"/>
            </a:xfrm>
            <a:prstGeom prst="straightConnector1">
              <a:avLst/>
            </a:prstGeom>
            <a:noFill/>
            <a:ln w="9525" cap="flat" cmpd="sng">
              <a:solidFill>
                <a:srgbClr val="868686"/>
              </a:solidFill>
              <a:prstDash val="solid"/>
              <a:round/>
              <a:headEnd type="none" w="sm" len="sm"/>
              <a:tailEnd type="none" w="sm" len="sm"/>
            </a:ln>
          </p:spPr>
        </p:cxnSp>
        <p:cxnSp>
          <p:nvCxnSpPr>
            <p:cNvPr id="2300" name="Google Shape;2300;p26"/>
            <p:cNvCxnSpPr>
              <a:stCxn id="2242" idx="6"/>
              <a:endCxn id="2294" idx="2"/>
            </p:cNvCxnSpPr>
            <p:nvPr/>
          </p:nvCxnSpPr>
          <p:spPr>
            <a:xfrm rot="10800000" flipH="1">
              <a:off x="2264378" y="2623738"/>
              <a:ext cx="1390200" cy="421800"/>
            </a:xfrm>
            <a:prstGeom prst="straightConnector1">
              <a:avLst/>
            </a:prstGeom>
            <a:noFill/>
            <a:ln w="9525" cap="flat" cmpd="sng">
              <a:solidFill>
                <a:srgbClr val="868686"/>
              </a:solidFill>
              <a:prstDash val="solid"/>
              <a:round/>
              <a:headEnd type="none" w="sm" len="sm"/>
              <a:tailEnd type="none" w="sm" len="sm"/>
            </a:ln>
          </p:spPr>
        </p:cxnSp>
        <p:cxnSp>
          <p:nvCxnSpPr>
            <p:cNvPr id="2301" name="Google Shape;2301;p26"/>
            <p:cNvCxnSpPr>
              <a:stCxn id="2244" idx="6"/>
              <a:endCxn id="2294" idx="2"/>
            </p:cNvCxnSpPr>
            <p:nvPr/>
          </p:nvCxnSpPr>
          <p:spPr>
            <a:xfrm rot="10800000" flipH="1">
              <a:off x="2264379" y="2623767"/>
              <a:ext cx="1390200" cy="126300"/>
            </a:xfrm>
            <a:prstGeom prst="straightConnector1">
              <a:avLst/>
            </a:prstGeom>
            <a:noFill/>
            <a:ln w="9525" cap="flat" cmpd="sng">
              <a:solidFill>
                <a:srgbClr val="868686"/>
              </a:solidFill>
              <a:prstDash val="solid"/>
              <a:round/>
              <a:headEnd type="none" w="sm" len="sm"/>
              <a:tailEnd type="none" w="sm" len="sm"/>
            </a:ln>
          </p:spPr>
        </p:cxnSp>
        <p:cxnSp>
          <p:nvCxnSpPr>
            <p:cNvPr id="2302" name="Google Shape;2302;p26"/>
            <p:cNvCxnSpPr>
              <a:stCxn id="2246" idx="6"/>
              <a:endCxn id="2294" idx="2"/>
            </p:cNvCxnSpPr>
            <p:nvPr/>
          </p:nvCxnSpPr>
          <p:spPr>
            <a:xfrm>
              <a:off x="2264378" y="2454596"/>
              <a:ext cx="1390200" cy="169200"/>
            </a:xfrm>
            <a:prstGeom prst="straightConnector1">
              <a:avLst/>
            </a:prstGeom>
            <a:noFill/>
            <a:ln w="9525" cap="flat" cmpd="sng">
              <a:solidFill>
                <a:srgbClr val="868686"/>
              </a:solidFill>
              <a:prstDash val="solid"/>
              <a:round/>
              <a:headEnd type="none" w="sm" len="sm"/>
              <a:tailEnd type="none" w="sm" len="sm"/>
            </a:ln>
          </p:spPr>
        </p:cxnSp>
        <p:cxnSp>
          <p:nvCxnSpPr>
            <p:cNvPr id="2303" name="Google Shape;2303;p26"/>
            <p:cNvCxnSpPr>
              <a:stCxn id="2248" idx="6"/>
              <a:endCxn id="2294" idx="2"/>
            </p:cNvCxnSpPr>
            <p:nvPr/>
          </p:nvCxnSpPr>
          <p:spPr>
            <a:xfrm>
              <a:off x="2264378" y="2159124"/>
              <a:ext cx="1390200" cy="464400"/>
            </a:xfrm>
            <a:prstGeom prst="straightConnector1">
              <a:avLst/>
            </a:prstGeom>
            <a:noFill/>
            <a:ln w="9525" cap="flat" cmpd="sng">
              <a:solidFill>
                <a:srgbClr val="868686"/>
              </a:solidFill>
              <a:prstDash val="solid"/>
              <a:round/>
              <a:headEnd type="none" w="sm" len="sm"/>
              <a:tailEnd type="none" w="sm" len="sm"/>
            </a:ln>
          </p:spPr>
        </p:cxnSp>
        <p:cxnSp>
          <p:nvCxnSpPr>
            <p:cNvPr id="2304" name="Google Shape;2304;p26"/>
            <p:cNvCxnSpPr>
              <a:stCxn id="2250" idx="6"/>
              <a:endCxn id="2294" idx="2"/>
            </p:cNvCxnSpPr>
            <p:nvPr/>
          </p:nvCxnSpPr>
          <p:spPr>
            <a:xfrm>
              <a:off x="2256509" y="1863653"/>
              <a:ext cx="1398300" cy="759900"/>
            </a:xfrm>
            <a:prstGeom prst="straightConnector1">
              <a:avLst/>
            </a:prstGeom>
            <a:noFill/>
            <a:ln w="9525" cap="flat" cmpd="sng">
              <a:solidFill>
                <a:srgbClr val="868686"/>
              </a:solidFill>
              <a:prstDash val="solid"/>
              <a:round/>
              <a:headEnd type="none" w="sm" len="sm"/>
              <a:tailEnd type="none" w="sm" len="sm"/>
            </a:ln>
          </p:spPr>
        </p:cxnSp>
        <p:cxnSp>
          <p:nvCxnSpPr>
            <p:cNvPr id="2305" name="Google Shape;2305;p26"/>
            <p:cNvCxnSpPr>
              <a:stCxn id="2252" idx="6"/>
              <a:endCxn id="2294" idx="2"/>
            </p:cNvCxnSpPr>
            <p:nvPr/>
          </p:nvCxnSpPr>
          <p:spPr>
            <a:xfrm>
              <a:off x="2256509" y="1568183"/>
              <a:ext cx="1398300" cy="1055400"/>
            </a:xfrm>
            <a:prstGeom prst="straightConnector1">
              <a:avLst/>
            </a:prstGeom>
            <a:noFill/>
            <a:ln w="9525" cap="flat" cmpd="sng">
              <a:solidFill>
                <a:srgbClr val="868686"/>
              </a:solidFill>
              <a:prstDash val="solid"/>
              <a:round/>
              <a:headEnd type="none" w="sm" len="sm"/>
              <a:tailEnd type="none" w="sm" len="sm"/>
            </a:ln>
          </p:spPr>
        </p:cxnSp>
        <p:cxnSp>
          <p:nvCxnSpPr>
            <p:cNvPr id="2306" name="Google Shape;2306;p26"/>
            <p:cNvCxnSpPr>
              <a:stCxn id="2229" idx="6"/>
              <a:endCxn id="2307" idx="2"/>
            </p:cNvCxnSpPr>
            <p:nvPr/>
          </p:nvCxnSpPr>
          <p:spPr>
            <a:xfrm rot="10800000" flipH="1">
              <a:off x="2272248" y="2209565"/>
              <a:ext cx="1382400" cy="2608800"/>
            </a:xfrm>
            <a:prstGeom prst="straightConnector1">
              <a:avLst/>
            </a:prstGeom>
            <a:noFill/>
            <a:ln w="9525" cap="flat" cmpd="sng">
              <a:solidFill>
                <a:srgbClr val="868686"/>
              </a:solidFill>
              <a:prstDash val="solid"/>
              <a:round/>
              <a:headEnd type="none" w="sm" len="sm"/>
              <a:tailEnd type="none" w="sm" len="sm"/>
            </a:ln>
          </p:spPr>
        </p:cxnSp>
        <p:cxnSp>
          <p:nvCxnSpPr>
            <p:cNvPr id="2308" name="Google Shape;2308;p26"/>
            <p:cNvCxnSpPr>
              <a:stCxn id="2232" idx="6"/>
              <a:endCxn id="2307" idx="2"/>
            </p:cNvCxnSpPr>
            <p:nvPr/>
          </p:nvCxnSpPr>
          <p:spPr>
            <a:xfrm rot="10800000" flipH="1">
              <a:off x="2272249" y="2209594"/>
              <a:ext cx="1382400" cy="2313300"/>
            </a:xfrm>
            <a:prstGeom prst="straightConnector1">
              <a:avLst/>
            </a:prstGeom>
            <a:noFill/>
            <a:ln w="9525" cap="flat" cmpd="sng">
              <a:solidFill>
                <a:srgbClr val="868686"/>
              </a:solidFill>
              <a:prstDash val="solid"/>
              <a:round/>
              <a:headEnd type="none" w="sm" len="sm"/>
              <a:tailEnd type="none" w="sm" len="sm"/>
            </a:ln>
          </p:spPr>
        </p:cxnSp>
        <p:cxnSp>
          <p:nvCxnSpPr>
            <p:cNvPr id="2309" name="Google Shape;2309;p26"/>
            <p:cNvCxnSpPr>
              <a:stCxn id="2234" idx="6"/>
              <a:endCxn id="2307" idx="2"/>
            </p:cNvCxnSpPr>
            <p:nvPr/>
          </p:nvCxnSpPr>
          <p:spPr>
            <a:xfrm rot="10800000" flipH="1">
              <a:off x="2272248" y="2209623"/>
              <a:ext cx="1382400" cy="2017800"/>
            </a:xfrm>
            <a:prstGeom prst="straightConnector1">
              <a:avLst/>
            </a:prstGeom>
            <a:noFill/>
            <a:ln w="9525" cap="flat" cmpd="sng">
              <a:solidFill>
                <a:srgbClr val="868686"/>
              </a:solidFill>
              <a:prstDash val="solid"/>
              <a:round/>
              <a:headEnd type="none" w="sm" len="sm"/>
              <a:tailEnd type="none" w="sm" len="sm"/>
            </a:ln>
          </p:spPr>
        </p:cxnSp>
        <p:cxnSp>
          <p:nvCxnSpPr>
            <p:cNvPr id="2310" name="Google Shape;2310;p26"/>
            <p:cNvCxnSpPr>
              <a:stCxn id="2236" idx="6"/>
              <a:endCxn id="2307" idx="2"/>
            </p:cNvCxnSpPr>
            <p:nvPr/>
          </p:nvCxnSpPr>
          <p:spPr>
            <a:xfrm rot="10800000" flipH="1">
              <a:off x="2272248" y="2209652"/>
              <a:ext cx="1382400" cy="1722300"/>
            </a:xfrm>
            <a:prstGeom prst="straightConnector1">
              <a:avLst/>
            </a:prstGeom>
            <a:noFill/>
            <a:ln w="9525" cap="flat" cmpd="sng">
              <a:solidFill>
                <a:srgbClr val="868686"/>
              </a:solidFill>
              <a:prstDash val="solid"/>
              <a:round/>
              <a:headEnd type="none" w="sm" len="sm"/>
              <a:tailEnd type="none" w="sm" len="sm"/>
            </a:ln>
          </p:spPr>
        </p:cxnSp>
        <p:cxnSp>
          <p:nvCxnSpPr>
            <p:cNvPr id="2311" name="Google Shape;2311;p26"/>
            <p:cNvCxnSpPr>
              <a:stCxn id="2238" idx="6"/>
              <a:endCxn id="2307" idx="2"/>
            </p:cNvCxnSpPr>
            <p:nvPr/>
          </p:nvCxnSpPr>
          <p:spPr>
            <a:xfrm rot="10800000" flipH="1">
              <a:off x="2264379" y="2209681"/>
              <a:ext cx="1390200" cy="1426800"/>
            </a:xfrm>
            <a:prstGeom prst="straightConnector1">
              <a:avLst/>
            </a:prstGeom>
            <a:noFill/>
            <a:ln w="9525" cap="flat" cmpd="sng">
              <a:solidFill>
                <a:srgbClr val="868686"/>
              </a:solidFill>
              <a:prstDash val="solid"/>
              <a:round/>
              <a:headEnd type="none" w="sm" len="sm"/>
              <a:tailEnd type="none" w="sm" len="sm"/>
            </a:ln>
          </p:spPr>
        </p:cxnSp>
        <p:cxnSp>
          <p:nvCxnSpPr>
            <p:cNvPr id="2312" name="Google Shape;2312;p26"/>
            <p:cNvCxnSpPr>
              <a:stCxn id="2240" idx="6"/>
              <a:endCxn id="2307" idx="2"/>
            </p:cNvCxnSpPr>
            <p:nvPr/>
          </p:nvCxnSpPr>
          <p:spPr>
            <a:xfrm rot="10800000" flipH="1">
              <a:off x="2264379" y="2209710"/>
              <a:ext cx="1390200" cy="1131300"/>
            </a:xfrm>
            <a:prstGeom prst="straightConnector1">
              <a:avLst/>
            </a:prstGeom>
            <a:noFill/>
            <a:ln w="9525" cap="flat" cmpd="sng">
              <a:solidFill>
                <a:srgbClr val="868686"/>
              </a:solidFill>
              <a:prstDash val="solid"/>
              <a:round/>
              <a:headEnd type="none" w="sm" len="sm"/>
              <a:tailEnd type="none" w="sm" len="sm"/>
            </a:ln>
          </p:spPr>
        </p:cxnSp>
        <p:cxnSp>
          <p:nvCxnSpPr>
            <p:cNvPr id="2313" name="Google Shape;2313;p26"/>
            <p:cNvCxnSpPr>
              <a:stCxn id="2242" idx="6"/>
              <a:endCxn id="2307" idx="2"/>
            </p:cNvCxnSpPr>
            <p:nvPr/>
          </p:nvCxnSpPr>
          <p:spPr>
            <a:xfrm rot="10800000" flipH="1">
              <a:off x="2264378" y="2209738"/>
              <a:ext cx="1390200" cy="835800"/>
            </a:xfrm>
            <a:prstGeom prst="straightConnector1">
              <a:avLst/>
            </a:prstGeom>
            <a:noFill/>
            <a:ln w="9525" cap="flat" cmpd="sng">
              <a:solidFill>
                <a:srgbClr val="868686"/>
              </a:solidFill>
              <a:prstDash val="solid"/>
              <a:round/>
              <a:headEnd type="none" w="sm" len="sm"/>
              <a:tailEnd type="none" w="sm" len="sm"/>
            </a:ln>
          </p:spPr>
        </p:cxnSp>
        <p:cxnSp>
          <p:nvCxnSpPr>
            <p:cNvPr id="2314" name="Google Shape;2314;p26"/>
            <p:cNvCxnSpPr>
              <a:stCxn id="2246" idx="6"/>
              <a:endCxn id="2307" idx="2"/>
            </p:cNvCxnSpPr>
            <p:nvPr/>
          </p:nvCxnSpPr>
          <p:spPr>
            <a:xfrm rot="10800000" flipH="1">
              <a:off x="2264378" y="2209796"/>
              <a:ext cx="1390200" cy="244800"/>
            </a:xfrm>
            <a:prstGeom prst="straightConnector1">
              <a:avLst/>
            </a:prstGeom>
            <a:noFill/>
            <a:ln w="9525" cap="flat" cmpd="sng">
              <a:solidFill>
                <a:srgbClr val="868686"/>
              </a:solidFill>
              <a:prstDash val="solid"/>
              <a:round/>
              <a:headEnd type="none" w="sm" len="sm"/>
              <a:tailEnd type="none" w="sm" len="sm"/>
            </a:ln>
          </p:spPr>
        </p:cxnSp>
        <p:cxnSp>
          <p:nvCxnSpPr>
            <p:cNvPr id="2315" name="Google Shape;2315;p26"/>
            <p:cNvCxnSpPr>
              <a:stCxn id="2248" idx="6"/>
              <a:endCxn id="2307" idx="2"/>
            </p:cNvCxnSpPr>
            <p:nvPr/>
          </p:nvCxnSpPr>
          <p:spPr>
            <a:xfrm>
              <a:off x="2264378" y="2159124"/>
              <a:ext cx="1390200" cy="50700"/>
            </a:xfrm>
            <a:prstGeom prst="straightConnector1">
              <a:avLst/>
            </a:prstGeom>
            <a:noFill/>
            <a:ln w="9525" cap="flat" cmpd="sng">
              <a:solidFill>
                <a:srgbClr val="868686"/>
              </a:solidFill>
              <a:prstDash val="solid"/>
              <a:round/>
              <a:headEnd type="none" w="sm" len="sm"/>
              <a:tailEnd type="none" w="sm" len="sm"/>
            </a:ln>
          </p:spPr>
        </p:cxnSp>
        <p:cxnSp>
          <p:nvCxnSpPr>
            <p:cNvPr id="2316" name="Google Shape;2316;p26"/>
            <p:cNvCxnSpPr>
              <a:stCxn id="2250" idx="6"/>
              <a:endCxn id="2307" idx="2"/>
            </p:cNvCxnSpPr>
            <p:nvPr/>
          </p:nvCxnSpPr>
          <p:spPr>
            <a:xfrm>
              <a:off x="2256509" y="1863653"/>
              <a:ext cx="1398300" cy="345900"/>
            </a:xfrm>
            <a:prstGeom prst="straightConnector1">
              <a:avLst/>
            </a:prstGeom>
            <a:noFill/>
            <a:ln w="9525" cap="flat" cmpd="sng">
              <a:solidFill>
                <a:srgbClr val="868686"/>
              </a:solidFill>
              <a:prstDash val="solid"/>
              <a:round/>
              <a:headEnd type="none" w="sm" len="sm"/>
              <a:tailEnd type="none" w="sm" len="sm"/>
            </a:ln>
          </p:spPr>
        </p:cxnSp>
        <p:cxnSp>
          <p:nvCxnSpPr>
            <p:cNvPr id="2317" name="Google Shape;2317;p26"/>
            <p:cNvCxnSpPr>
              <a:stCxn id="2252" idx="6"/>
              <a:endCxn id="2307" idx="2"/>
            </p:cNvCxnSpPr>
            <p:nvPr/>
          </p:nvCxnSpPr>
          <p:spPr>
            <a:xfrm>
              <a:off x="2256509" y="1568183"/>
              <a:ext cx="1398300" cy="641400"/>
            </a:xfrm>
            <a:prstGeom prst="straightConnector1">
              <a:avLst/>
            </a:prstGeom>
            <a:noFill/>
            <a:ln w="9525" cap="flat" cmpd="sng">
              <a:solidFill>
                <a:srgbClr val="868686"/>
              </a:solidFill>
              <a:prstDash val="solid"/>
              <a:round/>
              <a:headEnd type="none" w="sm" len="sm"/>
              <a:tailEnd type="none" w="sm" len="sm"/>
            </a:ln>
          </p:spPr>
        </p:cxnSp>
        <p:sp>
          <p:nvSpPr>
            <p:cNvPr id="2229" name="Google Shape;2229;p26"/>
            <p:cNvSpPr/>
            <p:nvPr/>
          </p:nvSpPr>
          <p:spPr>
            <a:xfrm>
              <a:off x="2006828" y="470349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32" name="Google Shape;2232;p26"/>
            <p:cNvSpPr/>
            <p:nvPr/>
          </p:nvSpPr>
          <p:spPr>
            <a:xfrm>
              <a:off x="2006830" y="4408025"/>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34" name="Google Shape;2234;p26"/>
            <p:cNvSpPr/>
            <p:nvPr/>
          </p:nvSpPr>
          <p:spPr>
            <a:xfrm>
              <a:off x="2006828" y="411255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36" name="Google Shape;2236;p26"/>
            <p:cNvSpPr/>
            <p:nvPr/>
          </p:nvSpPr>
          <p:spPr>
            <a:xfrm>
              <a:off x="2006828" y="381708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38" name="Google Shape;2238;p26"/>
            <p:cNvSpPr/>
            <p:nvPr/>
          </p:nvSpPr>
          <p:spPr>
            <a:xfrm>
              <a:off x="1998959" y="352161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40" name="Google Shape;2240;p26"/>
            <p:cNvSpPr/>
            <p:nvPr/>
          </p:nvSpPr>
          <p:spPr>
            <a:xfrm>
              <a:off x="1998959" y="3226140"/>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42" name="Google Shape;2242;p26"/>
            <p:cNvSpPr/>
            <p:nvPr/>
          </p:nvSpPr>
          <p:spPr>
            <a:xfrm>
              <a:off x="1998958" y="2930668"/>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44" name="Google Shape;2244;p26"/>
            <p:cNvSpPr/>
            <p:nvPr/>
          </p:nvSpPr>
          <p:spPr>
            <a:xfrm>
              <a:off x="1998960" y="2635198"/>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46" name="Google Shape;2246;p26"/>
            <p:cNvSpPr/>
            <p:nvPr/>
          </p:nvSpPr>
          <p:spPr>
            <a:xfrm>
              <a:off x="1998958" y="233972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48" name="Google Shape;2248;p26"/>
            <p:cNvSpPr/>
            <p:nvPr/>
          </p:nvSpPr>
          <p:spPr>
            <a:xfrm>
              <a:off x="1998958" y="2044254"/>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50" name="Google Shape;2250;p26"/>
            <p:cNvSpPr/>
            <p:nvPr/>
          </p:nvSpPr>
          <p:spPr>
            <a:xfrm>
              <a:off x="1991089" y="174878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52" name="Google Shape;2252;p26"/>
            <p:cNvSpPr/>
            <p:nvPr/>
          </p:nvSpPr>
          <p:spPr>
            <a:xfrm>
              <a:off x="1991089" y="1453314"/>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318" name="Google Shape;2318;p26"/>
            <p:cNvCxnSpPr>
              <a:stCxn id="2244" idx="6"/>
              <a:endCxn id="2307" idx="2"/>
            </p:cNvCxnSpPr>
            <p:nvPr/>
          </p:nvCxnSpPr>
          <p:spPr>
            <a:xfrm rot="10800000" flipH="1">
              <a:off x="2264379" y="2209767"/>
              <a:ext cx="1390200" cy="540300"/>
            </a:xfrm>
            <a:prstGeom prst="straightConnector1">
              <a:avLst/>
            </a:prstGeom>
            <a:noFill/>
            <a:ln w="9525" cap="flat" cmpd="sng">
              <a:solidFill>
                <a:srgbClr val="868686"/>
              </a:solidFill>
              <a:prstDash val="solid"/>
              <a:round/>
              <a:headEnd type="none" w="sm" len="sm"/>
              <a:tailEnd type="none" w="sm" len="sm"/>
            </a:ln>
          </p:spPr>
        </p:cxnSp>
        <p:sp>
          <p:nvSpPr>
            <p:cNvPr id="2230" name="Google Shape;2230;p26"/>
            <p:cNvSpPr/>
            <p:nvPr/>
          </p:nvSpPr>
          <p:spPr>
            <a:xfrm>
              <a:off x="3654684" y="416467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54" name="Google Shape;2254;p26"/>
            <p:cNvSpPr/>
            <p:nvPr/>
          </p:nvSpPr>
          <p:spPr>
            <a:xfrm>
              <a:off x="3654684" y="375070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67" name="Google Shape;2267;p26"/>
            <p:cNvSpPr/>
            <p:nvPr/>
          </p:nvSpPr>
          <p:spPr>
            <a:xfrm>
              <a:off x="3654684" y="333673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80" name="Google Shape;2280;p26"/>
            <p:cNvSpPr/>
            <p:nvPr/>
          </p:nvSpPr>
          <p:spPr>
            <a:xfrm>
              <a:off x="3654684" y="292276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294" name="Google Shape;2294;p26"/>
            <p:cNvSpPr/>
            <p:nvPr/>
          </p:nvSpPr>
          <p:spPr>
            <a:xfrm>
              <a:off x="3654684" y="250879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07" name="Google Shape;2307;p26"/>
            <p:cNvSpPr/>
            <p:nvPr/>
          </p:nvSpPr>
          <p:spPr>
            <a:xfrm>
              <a:off x="3654684" y="2094826"/>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19" name="Google Shape;2319;p26"/>
            <p:cNvSpPr/>
            <p:nvPr/>
          </p:nvSpPr>
          <p:spPr>
            <a:xfrm>
              <a:off x="4618048" y="329187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20" name="Google Shape;2320;p26"/>
            <p:cNvSpPr/>
            <p:nvPr/>
          </p:nvSpPr>
          <p:spPr>
            <a:xfrm>
              <a:off x="4618048" y="287790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321" name="Google Shape;2321;p26"/>
            <p:cNvCxnSpPr>
              <a:stCxn id="2307" idx="6"/>
              <a:endCxn id="2320" idx="2"/>
            </p:cNvCxnSpPr>
            <p:nvPr/>
          </p:nvCxnSpPr>
          <p:spPr>
            <a:xfrm>
              <a:off x="3920104" y="2209696"/>
              <a:ext cx="697800" cy="783000"/>
            </a:xfrm>
            <a:prstGeom prst="straightConnector1">
              <a:avLst/>
            </a:prstGeom>
            <a:noFill/>
            <a:ln w="9525" cap="flat" cmpd="sng">
              <a:solidFill>
                <a:srgbClr val="868686"/>
              </a:solidFill>
              <a:prstDash val="solid"/>
              <a:round/>
              <a:headEnd type="none" w="sm" len="sm"/>
              <a:tailEnd type="none" w="sm" len="sm"/>
            </a:ln>
          </p:spPr>
        </p:cxnSp>
        <p:cxnSp>
          <p:nvCxnSpPr>
            <p:cNvPr id="2322" name="Google Shape;2322;p26"/>
            <p:cNvCxnSpPr>
              <a:stCxn id="2294" idx="6"/>
              <a:endCxn id="2320" idx="2"/>
            </p:cNvCxnSpPr>
            <p:nvPr/>
          </p:nvCxnSpPr>
          <p:spPr>
            <a:xfrm>
              <a:off x="3920104" y="2623666"/>
              <a:ext cx="697800" cy="369000"/>
            </a:xfrm>
            <a:prstGeom prst="straightConnector1">
              <a:avLst/>
            </a:prstGeom>
            <a:noFill/>
            <a:ln w="9525" cap="flat" cmpd="sng">
              <a:solidFill>
                <a:srgbClr val="868686"/>
              </a:solidFill>
              <a:prstDash val="solid"/>
              <a:round/>
              <a:headEnd type="none" w="sm" len="sm"/>
              <a:tailEnd type="none" w="sm" len="sm"/>
            </a:ln>
          </p:spPr>
        </p:cxnSp>
        <p:cxnSp>
          <p:nvCxnSpPr>
            <p:cNvPr id="2323" name="Google Shape;2323;p26"/>
            <p:cNvCxnSpPr>
              <a:stCxn id="2280" idx="6"/>
              <a:endCxn id="2320" idx="2"/>
            </p:cNvCxnSpPr>
            <p:nvPr/>
          </p:nvCxnSpPr>
          <p:spPr>
            <a:xfrm rot="10800000" flipH="1">
              <a:off x="3920104" y="2992636"/>
              <a:ext cx="697800" cy="45000"/>
            </a:xfrm>
            <a:prstGeom prst="straightConnector1">
              <a:avLst/>
            </a:prstGeom>
            <a:noFill/>
            <a:ln w="9525" cap="flat" cmpd="sng">
              <a:solidFill>
                <a:srgbClr val="868686"/>
              </a:solidFill>
              <a:prstDash val="solid"/>
              <a:round/>
              <a:headEnd type="none" w="sm" len="sm"/>
              <a:tailEnd type="none" w="sm" len="sm"/>
            </a:ln>
          </p:spPr>
        </p:cxnSp>
        <p:cxnSp>
          <p:nvCxnSpPr>
            <p:cNvPr id="2324" name="Google Shape;2324;p26"/>
            <p:cNvCxnSpPr>
              <a:stCxn id="2267" idx="6"/>
              <a:endCxn id="2320" idx="2"/>
            </p:cNvCxnSpPr>
            <p:nvPr/>
          </p:nvCxnSpPr>
          <p:spPr>
            <a:xfrm rot="10800000" flipH="1">
              <a:off x="3920104" y="2992906"/>
              <a:ext cx="697800" cy="458700"/>
            </a:xfrm>
            <a:prstGeom prst="straightConnector1">
              <a:avLst/>
            </a:prstGeom>
            <a:noFill/>
            <a:ln w="9525" cap="flat" cmpd="sng">
              <a:solidFill>
                <a:srgbClr val="868686"/>
              </a:solidFill>
              <a:prstDash val="solid"/>
              <a:round/>
              <a:headEnd type="none" w="sm" len="sm"/>
              <a:tailEnd type="none" w="sm" len="sm"/>
            </a:ln>
          </p:spPr>
        </p:cxnSp>
        <p:cxnSp>
          <p:nvCxnSpPr>
            <p:cNvPr id="2325" name="Google Shape;2325;p26"/>
            <p:cNvCxnSpPr>
              <a:stCxn id="2254" idx="6"/>
              <a:endCxn id="2320" idx="2"/>
            </p:cNvCxnSpPr>
            <p:nvPr/>
          </p:nvCxnSpPr>
          <p:spPr>
            <a:xfrm rot="10800000" flipH="1">
              <a:off x="3920104" y="2992876"/>
              <a:ext cx="697800" cy="872700"/>
            </a:xfrm>
            <a:prstGeom prst="straightConnector1">
              <a:avLst/>
            </a:prstGeom>
            <a:noFill/>
            <a:ln w="9525" cap="flat" cmpd="sng">
              <a:solidFill>
                <a:srgbClr val="868686"/>
              </a:solidFill>
              <a:prstDash val="solid"/>
              <a:round/>
              <a:headEnd type="none" w="sm" len="sm"/>
              <a:tailEnd type="none" w="sm" len="sm"/>
            </a:ln>
          </p:spPr>
        </p:cxnSp>
        <p:cxnSp>
          <p:nvCxnSpPr>
            <p:cNvPr id="2326" name="Google Shape;2326;p26"/>
            <p:cNvCxnSpPr>
              <a:stCxn id="2230" idx="6"/>
              <a:endCxn id="2320" idx="2"/>
            </p:cNvCxnSpPr>
            <p:nvPr/>
          </p:nvCxnSpPr>
          <p:spPr>
            <a:xfrm rot="10800000" flipH="1">
              <a:off x="3920104" y="2992846"/>
              <a:ext cx="697800" cy="1286700"/>
            </a:xfrm>
            <a:prstGeom prst="straightConnector1">
              <a:avLst/>
            </a:prstGeom>
            <a:noFill/>
            <a:ln w="9525" cap="flat" cmpd="sng">
              <a:solidFill>
                <a:srgbClr val="868686"/>
              </a:solidFill>
              <a:prstDash val="solid"/>
              <a:round/>
              <a:headEnd type="none" w="sm" len="sm"/>
              <a:tailEnd type="none" w="sm" len="sm"/>
            </a:ln>
          </p:spPr>
        </p:cxnSp>
        <p:cxnSp>
          <p:nvCxnSpPr>
            <p:cNvPr id="2327" name="Google Shape;2327;p26"/>
            <p:cNvCxnSpPr>
              <a:stCxn id="2307" idx="6"/>
              <a:endCxn id="2319" idx="2"/>
            </p:cNvCxnSpPr>
            <p:nvPr/>
          </p:nvCxnSpPr>
          <p:spPr>
            <a:xfrm>
              <a:off x="3920104" y="2209696"/>
              <a:ext cx="697800" cy="1197000"/>
            </a:xfrm>
            <a:prstGeom prst="straightConnector1">
              <a:avLst/>
            </a:prstGeom>
            <a:noFill/>
            <a:ln w="9525" cap="flat" cmpd="sng">
              <a:solidFill>
                <a:srgbClr val="868686"/>
              </a:solidFill>
              <a:prstDash val="solid"/>
              <a:round/>
              <a:headEnd type="none" w="sm" len="sm"/>
              <a:tailEnd type="none" w="sm" len="sm"/>
            </a:ln>
          </p:spPr>
        </p:cxnSp>
        <p:cxnSp>
          <p:nvCxnSpPr>
            <p:cNvPr id="2328" name="Google Shape;2328;p26"/>
            <p:cNvCxnSpPr>
              <a:stCxn id="2294" idx="6"/>
              <a:endCxn id="2319" idx="2"/>
            </p:cNvCxnSpPr>
            <p:nvPr/>
          </p:nvCxnSpPr>
          <p:spPr>
            <a:xfrm>
              <a:off x="3920104" y="2623666"/>
              <a:ext cx="697800" cy="783000"/>
            </a:xfrm>
            <a:prstGeom prst="straightConnector1">
              <a:avLst/>
            </a:prstGeom>
            <a:noFill/>
            <a:ln w="9525" cap="flat" cmpd="sng">
              <a:solidFill>
                <a:srgbClr val="868686"/>
              </a:solidFill>
              <a:prstDash val="solid"/>
              <a:round/>
              <a:headEnd type="none" w="sm" len="sm"/>
              <a:tailEnd type="none" w="sm" len="sm"/>
            </a:ln>
          </p:spPr>
        </p:cxnSp>
        <p:cxnSp>
          <p:nvCxnSpPr>
            <p:cNvPr id="2329" name="Google Shape;2329;p26"/>
            <p:cNvCxnSpPr>
              <a:stCxn id="2280" idx="6"/>
              <a:endCxn id="2319" idx="2"/>
            </p:cNvCxnSpPr>
            <p:nvPr/>
          </p:nvCxnSpPr>
          <p:spPr>
            <a:xfrm>
              <a:off x="3920104" y="3037636"/>
              <a:ext cx="697800" cy="369000"/>
            </a:xfrm>
            <a:prstGeom prst="straightConnector1">
              <a:avLst/>
            </a:prstGeom>
            <a:noFill/>
            <a:ln w="9525" cap="flat" cmpd="sng">
              <a:solidFill>
                <a:srgbClr val="868686"/>
              </a:solidFill>
              <a:prstDash val="solid"/>
              <a:round/>
              <a:headEnd type="none" w="sm" len="sm"/>
              <a:tailEnd type="none" w="sm" len="sm"/>
            </a:ln>
          </p:spPr>
        </p:cxnSp>
        <p:cxnSp>
          <p:nvCxnSpPr>
            <p:cNvPr id="2330" name="Google Shape;2330;p26"/>
            <p:cNvCxnSpPr>
              <a:stCxn id="2267" idx="6"/>
              <a:endCxn id="2319" idx="2"/>
            </p:cNvCxnSpPr>
            <p:nvPr/>
          </p:nvCxnSpPr>
          <p:spPr>
            <a:xfrm rot="10800000" flipH="1">
              <a:off x="3920104" y="3406606"/>
              <a:ext cx="697800" cy="45000"/>
            </a:xfrm>
            <a:prstGeom prst="straightConnector1">
              <a:avLst/>
            </a:prstGeom>
            <a:noFill/>
            <a:ln w="9525" cap="flat" cmpd="sng">
              <a:solidFill>
                <a:srgbClr val="868686"/>
              </a:solidFill>
              <a:prstDash val="solid"/>
              <a:round/>
              <a:headEnd type="none" w="sm" len="sm"/>
              <a:tailEnd type="none" w="sm" len="sm"/>
            </a:ln>
          </p:spPr>
        </p:cxnSp>
        <p:cxnSp>
          <p:nvCxnSpPr>
            <p:cNvPr id="2331" name="Google Shape;2331;p26"/>
            <p:cNvCxnSpPr>
              <a:stCxn id="2254" idx="6"/>
              <a:endCxn id="2319" idx="2"/>
            </p:cNvCxnSpPr>
            <p:nvPr/>
          </p:nvCxnSpPr>
          <p:spPr>
            <a:xfrm rot="10800000" flipH="1">
              <a:off x="3920104" y="3406876"/>
              <a:ext cx="697800" cy="458700"/>
            </a:xfrm>
            <a:prstGeom prst="straightConnector1">
              <a:avLst/>
            </a:prstGeom>
            <a:noFill/>
            <a:ln w="9525" cap="flat" cmpd="sng">
              <a:solidFill>
                <a:srgbClr val="868686"/>
              </a:solidFill>
              <a:prstDash val="solid"/>
              <a:round/>
              <a:headEnd type="none" w="sm" len="sm"/>
              <a:tailEnd type="none" w="sm" len="sm"/>
            </a:ln>
          </p:spPr>
        </p:cxnSp>
        <p:cxnSp>
          <p:nvCxnSpPr>
            <p:cNvPr id="2332" name="Google Shape;2332;p26"/>
            <p:cNvCxnSpPr>
              <a:stCxn id="2230" idx="6"/>
              <a:endCxn id="2319" idx="2"/>
            </p:cNvCxnSpPr>
            <p:nvPr/>
          </p:nvCxnSpPr>
          <p:spPr>
            <a:xfrm rot="10800000" flipH="1">
              <a:off x="3920104" y="3406846"/>
              <a:ext cx="697800" cy="872700"/>
            </a:xfrm>
            <a:prstGeom prst="straightConnector1">
              <a:avLst/>
            </a:prstGeom>
            <a:noFill/>
            <a:ln w="9525" cap="flat" cmpd="sng">
              <a:solidFill>
                <a:srgbClr val="868686"/>
              </a:solidFill>
              <a:prstDash val="solid"/>
              <a:round/>
              <a:headEnd type="none" w="sm" len="sm"/>
              <a:tailEnd type="none" w="sm" len="sm"/>
            </a:ln>
          </p:spPr>
        </p:cxnSp>
      </p:grpSp>
      <p:graphicFrame>
        <p:nvGraphicFramePr>
          <p:cNvPr id="2333" name="Google Shape;2333;p26"/>
          <p:cNvGraphicFramePr/>
          <p:nvPr>
            <p:extLst>
              <p:ext uri="{D42A27DB-BD31-4B8C-83A1-F6EECF244321}">
                <p14:modId xmlns:p14="http://schemas.microsoft.com/office/powerpoint/2010/main" val="744374747"/>
              </p:ext>
            </p:extLst>
          </p:nvPr>
        </p:nvGraphicFramePr>
        <p:xfrm>
          <a:off x="1097264" y="1487108"/>
          <a:ext cx="470000" cy="3469500"/>
        </p:xfrm>
        <a:graphic>
          <a:graphicData uri="http://schemas.openxmlformats.org/drawingml/2006/table">
            <a:tbl>
              <a:tblPr firstRow="1" bandRow="1">
                <a:noFill/>
                <a:tableStyleId>{F5CE80F7-09E0-46E4-8B53-46681FA3A45F}</a:tableStyleId>
              </a:tblPr>
              <a:tblGrid>
                <a:gridCol w="470000">
                  <a:extLst>
                    <a:ext uri="{9D8B030D-6E8A-4147-A177-3AD203B41FA5}">
                      <a16:colId xmlns:a16="http://schemas.microsoft.com/office/drawing/2014/main" val="20000"/>
                    </a:ext>
                  </a:extLst>
                </a:gridCol>
              </a:tblGrid>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0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A5A5A5"/>
                    </a:solidFill>
                  </a:tcPr>
                </a:tc>
                <a:extLst>
                  <a:ext uri="{0D108BD9-81ED-4DB2-BD59-A6C34878D82A}">
                    <a16:rowId xmlns:a16="http://schemas.microsoft.com/office/drawing/2014/main" val="10001"/>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extLst>
                  <a:ext uri="{0D108BD9-81ED-4DB2-BD59-A6C34878D82A}">
                    <a16:rowId xmlns:a16="http://schemas.microsoft.com/office/drawing/2014/main" val="10006"/>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7"/>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0E0E0"/>
                    </a:solidFill>
                  </a:tcPr>
                </a:tc>
                <a:extLst>
                  <a:ext uri="{0D108BD9-81ED-4DB2-BD59-A6C34878D82A}">
                    <a16:rowId xmlns:a16="http://schemas.microsoft.com/office/drawing/2014/main" val="10008"/>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595959"/>
                    </a:solidFill>
                  </a:tcPr>
                </a:tc>
                <a:extLst>
                  <a:ext uri="{0D108BD9-81ED-4DB2-BD59-A6C34878D82A}">
                    <a16:rowId xmlns:a16="http://schemas.microsoft.com/office/drawing/2014/main" val="10009"/>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62626"/>
                    </a:solidFill>
                  </a:tcPr>
                </a:tc>
                <a:extLst>
                  <a:ext uri="{0D108BD9-81ED-4DB2-BD59-A6C34878D82A}">
                    <a16:rowId xmlns:a16="http://schemas.microsoft.com/office/drawing/2014/main" val="10010"/>
                  </a:ext>
                </a:extLst>
              </a:tr>
              <a:tr h="289125">
                <a:tc>
                  <a:txBody>
                    <a:bodyPr/>
                    <a:lstStyle/>
                    <a:p>
                      <a:pPr marL="0" marR="0" lvl="0" indent="0" algn="l" rtl="0">
                        <a:lnSpc>
                          <a:spcPct val="100000"/>
                        </a:lnSpc>
                        <a:spcBef>
                          <a:spcPts val="0"/>
                        </a:spcBef>
                        <a:spcAft>
                          <a:spcPts val="0"/>
                        </a:spcAft>
                        <a:buClr>
                          <a:srgbClr val="000000"/>
                        </a:buClr>
                        <a:buSzPts val="400"/>
                        <a:buFont typeface="Arial"/>
                        <a:buNone/>
                      </a:pPr>
                      <a:endParaRPr lang="zh-CN" altLang="en-US" sz="400" u="none" strike="noStrike" cap="none" dirty="0">
                        <a:latin typeface="Trebuchet MS"/>
                        <a:ea typeface="Trebuchet MS"/>
                        <a:cs typeface="Trebuchet MS"/>
                        <a:sym typeface="Trebuchet M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F3F3F"/>
                    </a:solidFill>
                  </a:tcPr>
                </a:tc>
                <a:extLst>
                  <a:ext uri="{0D108BD9-81ED-4DB2-BD59-A6C34878D82A}">
                    <a16:rowId xmlns:a16="http://schemas.microsoft.com/office/drawing/2014/main" val="10011"/>
                  </a:ext>
                </a:extLst>
              </a:tr>
            </a:tbl>
          </a:graphicData>
        </a:graphic>
      </p:graphicFrame>
      <p:grpSp>
        <p:nvGrpSpPr>
          <p:cNvPr id="2334" name="Google Shape;2334;p26"/>
          <p:cNvGrpSpPr/>
          <p:nvPr/>
        </p:nvGrpSpPr>
        <p:grpSpPr>
          <a:xfrm>
            <a:off x="5955760" y="1476410"/>
            <a:ext cx="3060476" cy="3479921"/>
            <a:chOff x="5869966" y="1406753"/>
            <a:chExt cx="3060476" cy="3479921"/>
          </a:xfrm>
        </p:grpSpPr>
        <p:cxnSp>
          <p:nvCxnSpPr>
            <p:cNvPr id="2335" name="Google Shape;2335;p26"/>
            <p:cNvCxnSpPr>
              <a:stCxn id="2336" idx="6"/>
              <a:endCxn id="2337" idx="6"/>
            </p:cNvCxnSpPr>
            <p:nvPr/>
          </p:nvCxnSpPr>
          <p:spPr>
            <a:xfrm rot="10800000">
              <a:off x="7260282" y="4233004"/>
              <a:ext cx="1389000" cy="538800"/>
            </a:xfrm>
            <a:prstGeom prst="straightConnector1">
              <a:avLst/>
            </a:prstGeom>
            <a:noFill/>
            <a:ln w="9525" cap="flat" cmpd="sng">
              <a:solidFill>
                <a:srgbClr val="868686"/>
              </a:solidFill>
              <a:prstDash val="solid"/>
              <a:round/>
              <a:headEnd type="none" w="sm" len="sm"/>
              <a:tailEnd type="none" w="sm" len="sm"/>
            </a:ln>
          </p:spPr>
        </p:cxnSp>
        <p:cxnSp>
          <p:nvCxnSpPr>
            <p:cNvPr id="2338" name="Google Shape;2338;p26"/>
            <p:cNvCxnSpPr>
              <a:stCxn id="2339" idx="6"/>
              <a:endCxn id="2337" idx="6"/>
            </p:cNvCxnSpPr>
            <p:nvPr/>
          </p:nvCxnSpPr>
          <p:spPr>
            <a:xfrm rot="10800000">
              <a:off x="7260282" y="4233033"/>
              <a:ext cx="1389000" cy="243300"/>
            </a:xfrm>
            <a:prstGeom prst="straightConnector1">
              <a:avLst/>
            </a:prstGeom>
            <a:noFill/>
            <a:ln w="9525" cap="flat" cmpd="sng">
              <a:solidFill>
                <a:srgbClr val="868686"/>
              </a:solidFill>
              <a:prstDash val="solid"/>
              <a:round/>
              <a:headEnd type="none" w="sm" len="sm"/>
              <a:tailEnd type="none" w="sm" len="sm"/>
            </a:ln>
          </p:spPr>
        </p:cxnSp>
        <p:cxnSp>
          <p:nvCxnSpPr>
            <p:cNvPr id="2340" name="Google Shape;2340;p26"/>
            <p:cNvCxnSpPr>
              <a:stCxn id="2341" idx="6"/>
              <a:endCxn id="2337" idx="6"/>
            </p:cNvCxnSpPr>
            <p:nvPr/>
          </p:nvCxnSpPr>
          <p:spPr>
            <a:xfrm flipH="1">
              <a:off x="7260282" y="4180862"/>
              <a:ext cx="1389000" cy="52200"/>
            </a:xfrm>
            <a:prstGeom prst="straightConnector1">
              <a:avLst/>
            </a:prstGeom>
            <a:noFill/>
            <a:ln w="9525" cap="flat" cmpd="sng">
              <a:solidFill>
                <a:srgbClr val="868686"/>
              </a:solidFill>
              <a:prstDash val="solid"/>
              <a:round/>
              <a:headEnd type="none" w="sm" len="sm"/>
              <a:tailEnd type="none" w="sm" len="sm"/>
            </a:ln>
          </p:spPr>
        </p:cxnSp>
        <p:cxnSp>
          <p:nvCxnSpPr>
            <p:cNvPr id="2342" name="Google Shape;2342;p26"/>
            <p:cNvCxnSpPr>
              <a:stCxn id="2343" idx="6"/>
              <a:endCxn id="2337" idx="6"/>
            </p:cNvCxnSpPr>
            <p:nvPr/>
          </p:nvCxnSpPr>
          <p:spPr>
            <a:xfrm flipH="1">
              <a:off x="7260282" y="3885391"/>
              <a:ext cx="1389000" cy="347700"/>
            </a:xfrm>
            <a:prstGeom prst="straightConnector1">
              <a:avLst/>
            </a:prstGeom>
            <a:noFill/>
            <a:ln w="9525" cap="flat" cmpd="sng">
              <a:solidFill>
                <a:srgbClr val="868686"/>
              </a:solidFill>
              <a:prstDash val="solid"/>
              <a:round/>
              <a:headEnd type="none" w="sm" len="sm"/>
              <a:tailEnd type="none" w="sm" len="sm"/>
            </a:ln>
          </p:spPr>
        </p:cxnSp>
        <p:cxnSp>
          <p:nvCxnSpPr>
            <p:cNvPr id="2344" name="Google Shape;2344;p26"/>
            <p:cNvCxnSpPr>
              <a:stCxn id="2345" idx="6"/>
              <a:endCxn id="2337" idx="6"/>
            </p:cNvCxnSpPr>
            <p:nvPr/>
          </p:nvCxnSpPr>
          <p:spPr>
            <a:xfrm flipH="1">
              <a:off x="7260352" y="3589920"/>
              <a:ext cx="1396800" cy="643200"/>
            </a:xfrm>
            <a:prstGeom prst="straightConnector1">
              <a:avLst/>
            </a:prstGeom>
            <a:noFill/>
            <a:ln w="9525" cap="flat" cmpd="sng">
              <a:solidFill>
                <a:srgbClr val="868686"/>
              </a:solidFill>
              <a:prstDash val="solid"/>
              <a:round/>
              <a:headEnd type="none" w="sm" len="sm"/>
              <a:tailEnd type="none" w="sm" len="sm"/>
            </a:ln>
          </p:spPr>
        </p:cxnSp>
        <p:cxnSp>
          <p:nvCxnSpPr>
            <p:cNvPr id="2346" name="Google Shape;2346;p26"/>
            <p:cNvCxnSpPr>
              <a:stCxn id="2347" idx="6"/>
              <a:endCxn id="2337" idx="6"/>
            </p:cNvCxnSpPr>
            <p:nvPr/>
          </p:nvCxnSpPr>
          <p:spPr>
            <a:xfrm flipH="1">
              <a:off x="7260353" y="3294448"/>
              <a:ext cx="1396800" cy="938400"/>
            </a:xfrm>
            <a:prstGeom prst="straightConnector1">
              <a:avLst/>
            </a:prstGeom>
            <a:noFill/>
            <a:ln w="9525" cap="flat" cmpd="sng">
              <a:solidFill>
                <a:srgbClr val="868686"/>
              </a:solidFill>
              <a:prstDash val="solid"/>
              <a:round/>
              <a:headEnd type="none" w="sm" len="sm"/>
              <a:tailEnd type="none" w="sm" len="sm"/>
            </a:ln>
          </p:spPr>
        </p:cxnSp>
        <p:cxnSp>
          <p:nvCxnSpPr>
            <p:cNvPr id="2348" name="Google Shape;2348;p26"/>
            <p:cNvCxnSpPr>
              <a:stCxn id="2349" idx="6"/>
              <a:endCxn id="2337" idx="6"/>
            </p:cNvCxnSpPr>
            <p:nvPr/>
          </p:nvCxnSpPr>
          <p:spPr>
            <a:xfrm flipH="1">
              <a:off x="7260353" y="2998977"/>
              <a:ext cx="1396800" cy="1233900"/>
            </a:xfrm>
            <a:prstGeom prst="straightConnector1">
              <a:avLst/>
            </a:prstGeom>
            <a:noFill/>
            <a:ln w="9525" cap="flat" cmpd="sng">
              <a:solidFill>
                <a:srgbClr val="868686"/>
              </a:solidFill>
              <a:prstDash val="solid"/>
              <a:round/>
              <a:headEnd type="none" w="sm" len="sm"/>
              <a:tailEnd type="none" w="sm" len="sm"/>
            </a:ln>
          </p:spPr>
        </p:cxnSp>
        <p:cxnSp>
          <p:nvCxnSpPr>
            <p:cNvPr id="2350" name="Google Shape;2350;p26"/>
            <p:cNvCxnSpPr>
              <a:stCxn id="2351" idx="6"/>
              <a:endCxn id="2337" idx="6"/>
            </p:cNvCxnSpPr>
            <p:nvPr/>
          </p:nvCxnSpPr>
          <p:spPr>
            <a:xfrm flipH="1">
              <a:off x="7260353" y="2703506"/>
              <a:ext cx="1396800" cy="1529400"/>
            </a:xfrm>
            <a:prstGeom prst="straightConnector1">
              <a:avLst/>
            </a:prstGeom>
            <a:noFill/>
            <a:ln w="9525" cap="flat" cmpd="sng">
              <a:solidFill>
                <a:srgbClr val="868686"/>
              </a:solidFill>
              <a:prstDash val="solid"/>
              <a:round/>
              <a:headEnd type="none" w="sm" len="sm"/>
              <a:tailEnd type="none" w="sm" len="sm"/>
            </a:ln>
          </p:spPr>
        </p:cxnSp>
        <p:cxnSp>
          <p:nvCxnSpPr>
            <p:cNvPr id="2352" name="Google Shape;2352;p26"/>
            <p:cNvCxnSpPr>
              <a:stCxn id="2353" idx="6"/>
              <a:endCxn id="2337" idx="6"/>
            </p:cNvCxnSpPr>
            <p:nvPr/>
          </p:nvCxnSpPr>
          <p:spPr>
            <a:xfrm flipH="1">
              <a:off x="7260353" y="2408035"/>
              <a:ext cx="1396800" cy="1824900"/>
            </a:xfrm>
            <a:prstGeom prst="straightConnector1">
              <a:avLst/>
            </a:prstGeom>
            <a:noFill/>
            <a:ln w="9525" cap="flat" cmpd="sng">
              <a:solidFill>
                <a:srgbClr val="868686"/>
              </a:solidFill>
              <a:prstDash val="solid"/>
              <a:round/>
              <a:headEnd type="none" w="sm" len="sm"/>
              <a:tailEnd type="none" w="sm" len="sm"/>
            </a:ln>
          </p:spPr>
        </p:cxnSp>
        <p:cxnSp>
          <p:nvCxnSpPr>
            <p:cNvPr id="2354" name="Google Shape;2354;p26"/>
            <p:cNvCxnSpPr>
              <a:stCxn id="2355" idx="6"/>
              <a:endCxn id="2337" idx="6"/>
            </p:cNvCxnSpPr>
            <p:nvPr/>
          </p:nvCxnSpPr>
          <p:spPr>
            <a:xfrm flipH="1">
              <a:off x="7260353" y="2112563"/>
              <a:ext cx="1396800" cy="2120400"/>
            </a:xfrm>
            <a:prstGeom prst="straightConnector1">
              <a:avLst/>
            </a:prstGeom>
            <a:noFill/>
            <a:ln w="9525" cap="flat" cmpd="sng">
              <a:solidFill>
                <a:srgbClr val="868686"/>
              </a:solidFill>
              <a:prstDash val="solid"/>
              <a:round/>
              <a:headEnd type="none" w="sm" len="sm"/>
              <a:tailEnd type="none" w="sm" len="sm"/>
            </a:ln>
          </p:spPr>
        </p:cxnSp>
        <p:cxnSp>
          <p:nvCxnSpPr>
            <p:cNvPr id="2356" name="Google Shape;2356;p26"/>
            <p:cNvCxnSpPr>
              <a:stCxn id="2357" idx="6"/>
              <a:endCxn id="2337" idx="6"/>
            </p:cNvCxnSpPr>
            <p:nvPr/>
          </p:nvCxnSpPr>
          <p:spPr>
            <a:xfrm flipH="1">
              <a:off x="7260422" y="1817092"/>
              <a:ext cx="1404600" cy="2415900"/>
            </a:xfrm>
            <a:prstGeom prst="straightConnector1">
              <a:avLst/>
            </a:prstGeom>
            <a:noFill/>
            <a:ln w="9525" cap="flat" cmpd="sng">
              <a:solidFill>
                <a:srgbClr val="868686"/>
              </a:solidFill>
              <a:prstDash val="solid"/>
              <a:round/>
              <a:headEnd type="none" w="sm" len="sm"/>
              <a:tailEnd type="none" w="sm" len="sm"/>
            </a:ln>
          </p:spPr>
        </p:cxnSp>
        <p:cxnSp>
          <p:nvCxnSpPr>
            <p:cNvPr id="2358" name="Google Shape;2358;p26"/>
            <p:cNvCxnSpPr>
              <a:stCxn id="2359" idx="6"/>
              <a:endCxn id="2337" idx="6"/>
            </p:cNvCxnSpPr>
            <p:nvPr/>
          </p:nvCxnSpPr>
          <p:spPr>
            <a:xfrm flipH="1">
              <a:off x="7260422" y="1521623"/>
              <a:ext cx="1404600" cy="2711400"/>
            </a:xfrm>
            <a:prstGeom prst="straightConnector1">
              <a:avLst/>
            </a:prstGeom>
            <a:noFill/>
            <a:ln w="9525" cap="flat" cmpd="sng">
              <a:solidFill>
                <a:srgbClr val="868686"/>
              </a:solidFill>
              <a:prstDash val="solid"/>
              <a:round/>
              <a:headEnd type="none" w="sm" len="sm"/>
              <a:tailEnd type="none" w="sm" len="sm"/>
            </a:ln>
          </p:spPr>
        </p:cxnSp>
        <p:cxnSp>
          <p:nvCxnSpPr>
            <p:cNvPr id="2360" name="Google Shape;2360;p26"/>
            <p:cNvCxnSpPr>
              <a:stCxn id="2336" idx="6"/>
              <a:endCxn id="2361" idx="6"/>
            </p:cNvCxnSpPr>
            <p:nvPr/>
          </p:nvCxnSpPr>
          <p:spPr>
            <a:xfrm rot="10800000">
              <a:off x="7260282" y="3819004"/>
              <a:ext cx="1389000" cy="952800"/>
            </a:xfrm>
            <a:prstGeom prst="straightConnector1">
              <a:avLst/>
            </a:prstGeom>
            <a:noFill/>
            <a:ln w="9525" cap="flat" cmpd="sng">
              <a:solidFill>
                <a:srgbClr val="868686"/>
              </a:solidFill>
              <a:prstDash val="solid"/>
              <a:round/>
              <a:headEnd type="none" w="sm" len="sm"/>
              <a:tailEnd type="none" w="sm" len="sm"/>
            </a:ln>
          </p:spPr>
        </p:cxnSp>
        <p:cxnSp>
          <p:nvCxnSpPr>
            <p:cNvPr id="2362" name="Google Shape;2362;p26"/>
            <p:cNvCxnSpPr>
              <a:stCxn id="2339" idx="6"/>
              <a:endCxn id="2361" idx="6"/>
            </p:cNvCxnSpPr>
            <p:nvPr/>
          </p:nvCxnSpPr>
          <p:spPr>
            <a:xfrm rot="10800000">
              <a:off x="7260282" y="3819033"/>
              <a:ext cx="1389000" cy="657300"/>
            </a:xfrm>
            <a:prstGeom prst="straightConnector1">
              <a:avLst/>
            </a:prstGeom>
            <a:noFill/>
            <a:ln w="9525" cap="flat" cmpd="sng">
              <a:solidFill>
                <a:srgbClr val="868686"/>
              </a:solidFill>
              <a:prstDash val="solid"/>
              <a:round/>
              <a:headEnd type="none" w="sm" len="sm"/>
              <a:tailEnd type="none" w="sm" len="sm"/>
            </a:ln>
          </p:spPr>
        </p:cxnSp>
        <p:cxnSp>
          <p:nvCxnSpPr>
            <p:cNvPr id="2363" name="Google Shape;2363;p26"/>
            <p:cNvCxnSpPr>
              <a:stCxn id="2341" idx="6"/>
              <a:endCxn id="2361" idx="6"/>
            </p:cNvCxnSpPr>
            <p:nvPr/>
          </p:nvCxnSpPr>
          <p:spPr>
            <a:xfrm rot="10800000">
              <a:off x="7260282" y="3819062"/>
              <a:ext cx="1389000" cy="361800"/>
            </a:xfrm>
            <a:prstGeom prst="straightConnector1">
              <a:avLst/>
            </a:prstGeom>
            <a:noFill/>
            <a:ln w="9525" cap="flat" cmpd="sng">
              <a:solidFill>
                <a:srgbClr val="868686"/>
              </a:solidFill>
              <a:prstDash val="solid"/>
              <a:round/>
              <a:headEnd type="none" w="sm" len="sm"/>
              <a:tailEnd type="none" w="sm" len="sm"/>
            </a:ln>
          </p:spPr>
        </p:cxnSp>
        <p:cxnSp>
          <p:nvCxnSpPr>
            <p:cNvPr id="2364" name="Google Shape;2364;p26"/>
            <p:cNvCxnSpPr>
              <a:stCxn id="2343" idx="6"/>
              <a:endCxn id="2361" idx="6"/>
            </p:cNvCxnSpPr>
            <p:nvPr/>
          </p:nvCxnSpPr>
          <p:spPr>
            <a:xfrm rot="10800000">
              <a:off x="7260282" y="3819091"/>
              <a:ext cx="1389000" cy="66300"/>
            </a:xfrm>
            <a:prstGeom prst="straightConnector1">
              <a:avLst/>
            </a:prstGeom>
            <a:noFill/>
            <a:ln w="9525" cap="flat" cmpd="sng">
              <a:solidFill>
                <a:srgbClr val="868686"/>
              </a:solidFill>
              <a:prstDash val="solid"/>
              <a:round/>
              <a:headEnd type="none" w="sm" len="sm"/>
              <a:tailEnd type="none" w="sm" len="sm"/>
            </a:ln>
          </p:spPr>
        </p:cxnSp>
        <p:cxnSp>
          <p:nvCxnSpPr>
            <p:cNvPr id="2365" name="Google Shape;2365;p26"/>
            <p:cNvCxnSpPr>
              <a:stCxn id="2345" idx="6"/>
              <a:endCxn id="2361" idx="6"/>
            </p:cNvCxnSpPr>
            <p:nvPr/>
          </p:nvCxnSpPr>
          <p:spPr>
            <a:xfrm flipH="1">
              <a:off x="7260352" y="3589920"/>
              <a:ext cx="1396800" cy="229200"/>
            </a:xfrm>
            <a:prstGeom prst="straightConnector1">
              <a:avLst/>
            </a:prstGeom>
            <a:noFill/>
            <a:ln w="9525" cap="flat" cmpd="sng">
              <a:solidFill>
                <a:srgbClr val="868686"/>
              </a:solidFill>
              <a:prstDash val="solid"/>
              <a:round/>
              <a:headEnd type="none" w="sm" len="sm"/>
              <a:tailEnd type="none" w="sm" len="sm"/>
            </a:ln>
          </p:spPr>
        </p:cxnSp>
        <p:cxnSp>
          <p:nvCxnSpPr>
            <p:cNvPr id="2366" name="Google Shape;2366;p26"/>
            <p:cNvCxnSpPr>
              <a:stCxn id="2347" idx="6"/>
              <a:endCxn id="2361" idx="6"/>
            </p:cNvCxnSpPr>
            <p:nvPr/>
          </p:nvCxnSpPr>
          <p:spPr>
            <a:xfrm flipH="1">
              <a:off x="7260353" y="3294448"/>
              <a:ext cx="1396800" cy="524700"/>
            </a:xfrm>
            <a:prstGeom prst="straightConnector1">
              <a:avLst/>
            </a:prstGeom>
            <a:noFill/>
            <a:ln w="9525" cap="flat" cmpd="sng">
              <a:solidFill>
                <a:srgbClr val="868686"/>
              </a:solidFill>
              <a:prstDash val="solid"/>
              <a:round/>
              <a:headEnd type="none" w="sm" len="sm"/>
              <a:tailEnd type="none" w="sm" len="sm"/>
            </a:ln>
          </p:spPr>
        </p:cxnSp>
        <p:cxnSp>
          <p:nvCxnSpPr>
            <p:cNvPr id="2367" name="Google Shape;2367;p26"/>
            <p:cNvCxnSpPr>
              <a:stCxn id="2349" idx="6"/>
              <a:endCxn id="2361" idx="6"/>
            </p:cNvCxnSpPr>
            <p:nvPr/>
          </p:nvCxnSpPr>
          <p:spPr>
            <a:xfrm flipH="1">
              <a:off x="7260353" y="2998977"/>
              <a:ext cx="1396800" cy="819900"/>
            </a:xfrm>
            <a:prstGeom prst="straightConnector1">
              <a:avLst/>
            </a:prstGeom>
            <a:noFill/>
            <a:ln w="9525" cap="flat" cmpd="sng">
              <a:solidFill>
                <a:srgbClr val="868686"/>
              </a:solidFill>
              <a:prstDash val="solid"/>
              <a:round/>
              <a:headEnd type="none" w="sm" len="sm"/>
              <a:tailEnd type="none" w="sm" len="sm"/>
            </a:ln>
          </p:spPr>
        </p:cxnSp>
        <p:cxnSp>
          <p:nvCxnSpPr>
            <p:cNvPr id="2368" name="Google Shape;2368;p26"/>
            <p:cNvCxnSpPr>
              <a:stCxn id="2351" idx="6"/>
              <a:endCxn id="2361" idx="6"/>
            </p:cNvCxnSpPr>
            <p:nvPr/>
          </p:nvCxnSpPr>
          <p:spPr>
            <a:xfrm flipH="1">
              <a:off x="7260353" y="2703506"/>
              <a:ext cx="1396800" cy="1115400"/>
            </a:xfrm>
            <a:prstGeom prst="straightConnector1">
              <a:avLst/>
            </a:prstGeom>
            <a:noFill/>
            <a:ln w="9525" cap="flat" cmpd="sng">
              <a:solidFill>
                <a:srgbClr val="868686"/>
              </a:solidFill>
              <a:prstDash val="solid"/>
              <a:round/>
              <a:headEnd type="none" w="sm" len="sm"/>
              <a:tailEnd type="none" w="sm" len="sm"/>
            </a:ln>
          </p:spPr>
        </p:cxnSp>
        <p:cxnSp>
          <p:nvCxnSpPr>
            <p:cNvPr id="2369" name="Google Shape;2369;p26"/>
            <p:cNvCxnSpPr>
              <a:stCxn id="2353" idx="6"/>
              <a:endCxn id="2361" idx="6"/>
            </p:cNvCxnSpPr>
            <p:nvPr/>
          </p:nvCxnSpPr>
          <p:spPr>
            <a:xfrm flipH="1">
              <a:off x="7260353" y="2408035"/>
              <a:ext cx="1396800" cy="1410900"/>
            </a:xfrm>
            <a:prstGeom prst="straightConnector1">
              <a:avLst/>
            </a:prstGeom>
            <a:noFill/>
            <a:ln w="9525" cap="flat" cmpd="sng">
              <a:solidFill>
                <a:srgbClr val="868686"/>
              </a:solidFill>
              <a:prstDash val="solid"/>
              <a:round/>
              <a:headEnd type="none" w="sm" len="sm"/>
              <a:tailEnd type="none" w="sm" len="sm"/>
            </a:ln>
          </p:spPr>
        </p:cxnSp>
        <p:cxnSp>
          <p:nvCxnSpPr>
            <p:cNvPr id="2370" name="Google Shape;2370;p26"/>
            <p:cNvCxnSpPr>
              <a:stCxn id="2355" idx="6"/>
              <a:endCxn id="2361" idx="6"/>
            </p:cNvCxnSpPr>
            <p:nvPr/>
          </p:nvCxnSpPr>
          <p:spPr>
            <a:xfrm flipH="1">
              <a:off x="7260353" y="2112563"/>
              <a:ext cx="1396800" cy="1706400"/>
            </a:xfrm>
            <a:prstGeom prst="straightConnector1">
              <a:avLst/>
            </a:prstGeom>
            <a:noFill/>
            <a:ln w="9525" cap="flat" cmpd="sng">
              <a:solidFill>
                <a:srgbClr val="868686"/>
              </a:solidFill>
              <a:prstDash val="solid"/>
              <a:round/>
              <a:headEnd type="none" w="sm" len="sm"/>
              <a:tailEnd type="none" w="sm" len="sm"/>
            </a:ln>
          </p:spPr>
        </p:cxnSp>
        <p:cxnSp>
          <p:nvCxnSpPr>
            <p:cNvPr id="2371" name="Google Shape;2371;p26"/>
            <p:cNvCxnSpPr>
              <a:stCxn id="2357" idx="6"/>
              <a:endCxn id="2361" idx="6"/>
            </p:cNvCxnSpPr>
            <p:nvPr/>
          </p:nvCxnSpPr>
          <p:spPr>
            <a:xfrm flipH="1">
              <a:off x="7260422" y="1817092"/>
              <a:ext cx="1404600" cy="2001900"/>
            </a:xfrm>
            <a:prstGeom prst="straightConnector1">
              <a:avLst/>
            </a:prstGeom>
            <a:noFill/>
            <a:ln w="9525" cap="flat" cmpd="sng">
              <a:solidFill>
                <a:srgbClr val="868686"/>
              </a:solidFill>
              <a:prstDash val="solid"/>
              <a:round/>
              <a:headEnd type="none" w="sm" len="sm"/>
              <a:tailEnd type="none" w="sm" len="sm"/>
            </a:ln>
          </p:spPr>
        </p:cxnSp>
        <p:cxnSp>
          <p:nvCxnSpPr>
            <p:cNvPr id="2372" name="Google Shape;2372;p26"/>
            <p:cNvCxnSpPr>
              <a:stCxn id="2359" idx="6"/>
              <a:endCxn id="2361" idx="6"/>
            </p:cNvCxnSpPr>
            <p:nvPr/>
          </p:nvCxnSpPr>
          <p:spPr>
            <a:xfrm flipH="1">
              <a:off x="7260422" y="1521623"/>
              <a:ext cx="1404600" cy="2297400"/>
            </a:xfrm>
            <a:prstGeom prst="straightConnector1">
              <a:avLst/>
            </a:prstGeom>
            <a:noFill/>
            <a:ln w="9525" cap="flat" cmpd="sng">
              <a:solidFill>
                <a:srgbClr val="868686"/>
              </a:solidFill>
              <a:prstDash val="solid"/>
              <a:round/>
              <a:headEnd type="none" w="sm" len="sm"/>
              <a:tailEnd type="none" w="sm" len="sm"/>
            </a:ln>
          </p:spPr>
        </p:cxnSp>
        <p:cxnSp>
          <p:nvCxnSpPr>
            <p:cNvPr id="2373" name="Google Shape;2373;p26"/>
            <p:cNvCxnSpPr>
              <a:stCxn id="2336" idx="6"/>
              <a:endCxn id="2374" idx="6"/>
            </p:cNvCxnSpPr>
            <p:nvPr/>
          </p:nvCxnSpPr>
          <p:spPr>
            <a:xfrm rot="10800000">
              <a:off x="7260282" y="3405004"/>
              <a:ext cx="1389000" cy="1366800"/>
            </a:xfrm>
            <a:prstGeom prst="straightConnector1">
              <a:avLst/>
            </a:prstGeom>
            <a:noFill/>
            <a:ln w="9525" cap="flat" cmpd="sng">
              <a:solidFill>
                <a:srgbClr val="868686"/>
              </a:solidFill>
              <a:prstDash val="solid"/>
              <a:round/>
              <a:headEnd type="none" w="sm" len="sm"/>
              <a:tailEnd type="none" w="sm" len="sm"/>
            </a:ln>
          </p:spPr>
        </p:cxnSp>
        <p:cxnSp>
          <p:nvCxnSpPr>
            <p:cNvPr id="2375" name="Google Shape;2375;p26"/>
            <p:cNvCxnSpPr>
              <a:stCxn id="2339" idx="6"/>
              <a:endCxn id="2374" idx="6"/>
            </p:cNvCxnSpPr>
            <p:nvPr/>
          </p:nvCxnSpPr>
          <p:spPr>
            <a:xfrm rot="10800000">
              <a:off x="7260282" y="3405033"/>
              <a:ext cx="1389000" cy="1071300"/>
            </a:xfrm>
            <a:prstGeom prst="straightConnector1">
              <a:avLst/>
            </a:prstGeom>
            <a:noFill/>
            <a:ln w="9525" cap="flat" cmpd="sng">
              <a:solidFill>
                <a:srgbClr val="868686"/>
              </a:solidFill>
              <a:prstDash val="solid"/>
              <a:round/>
              <a:headEnd type="none" w="sm" len="sm"/>
              <a:tailEnd type="none" w="sm" len="sm"/>
            </a:ln>
          </p:spPr>
        </p:cxnSp>
        <p:cxnSp>
          <p:nvCxnSpPr>
            <p:cNvPr id="2376" name="Google Shape;2376;p26"/>
            <p:cNvCxnSpPr>
              <a:stCxn id="2341" idx="6"/>
              <a:endCxn id="2374" idx="6"/>
            </p:cNvCxnSpPr>
            <p:nvPr/>
          </p:nvCxnSpPr>
          <p:spPr>
            <a:xfrm rot="10800000">
              <a:off x="7260282" y="3405062"/>
              <a:ext cx="1389000" cy="775800"/>
            </a:xfrm>
            <a:prstGeom prst="straightConnector1">
              <a:avLst/>
            </a:prstGeom>
            <a:noFill/>
            <a:ln w="9525" cap="flat" cmpd="sng">
              <a:solidFill>
                <a:srgbClr val="868686"/>
              </a:solidFill>
              <a:prstDash val="solid"/>
              <a:round/>
              <a:headEnd type="none" w="sm" len="sm"/>
              <a:tailEnd type="none" w="sm" len="sm"/>
            </a:ln>
          </p:spPr>
        </p:cxnSp>
        <p:cxnSp>
          <p:nvCxnSpPr>
            <p:cNvPr id="2377" name="Google Shape;2377;p26"/>
            <p:cNvCxnSpPr>
              <a:stCxn id="2343" idx="6"/>
              <a:endCxn id="2374" idx="6"/>
            </p:cNvCxnSpPr>
            <p:nvPr/>
          </p:nvCxnSpPr>
          <p:spPr>
            <a:xfrm rot="10800000">
              <a:off x="7260282" y="3405091"/>
              <a:ext cx="1389000" cy="480300"/>
            </a:xfrm>
            <a:prstGeom prst="straightConnector1">
              <a:avLst/>
            </a:prstGeom>
            <a:noFill/>
            <a:ln w="9525" cap="flat" cmpd="sng">
              <a:solidFill>
                <a:srgbClr val="868686"/>
              </a:solidFill>
              <a:prstDash val="solid"/>
              <a:round/>
              <a:headEnd type="none" w="sm" len="sm"/>
              <a:tailEnd type="none" w="sm" len="sm"/>
            </a:ln>
          </p:spPr>
        </p:cxnSp>
        <p:cxnSp>
          <p:nvCxnSpPr>
            <p:cNvPr id="2378" name="Google Shape;2378;p26"/>
            <p:cNvCxnSpPr>
              <a:stCxn id="2345" idx="6"/>
              <a:endCxn id="2374" idx="6"/>
            </p:cNvCxnSpPr>
            <p:nvPr/>
          </p:nvCxnSpPr>
          <p:spPr>
            <a:xfrm rot="10800000">
              <a:off x="7260352" y="3405120"/>
              <a:ext cx="1396800" cy="184800"/>
            </a:xfrm>
            <a:prstGeom prst="straightConnector1">
              <a:avLst/>
            </a:prstGeom>
            <a:noFill/>
            <a:ln w="9525" cap="flat" cmpd="sng">
              <a:solidFill>
                <a:srgbClr val="868686"/>
              </a:solidFill>
              <a:prstDash val="solid"/>
              <a:round/>
              <a:headEnd type="none" w="sm" len="sm"/>
              <a:tailEnd type="none" w="sm" len="sm"/>
            </a:ln>
          </p:spPr>
        </p:cxnSp>
        <p:cxnSp>
          <p:nvCxnSpPr>
            <p:cNvPr id="2379" name="Google Shape;2379;p26"/>
            <p:cNvCxnSpPr>
              <a:stCxn id="2347" idx="6"/>
              <a:endCxn id="2374" idx="6"/>
            </p:cNvCxnSpPr>
            <p:nvPr/>
          </p:nvCxnSpPr>
          <p:spPr>
            <a:xfrm flipH="1">
              <a:off x="7260353" y="3294448"/>
              <a:ext cx="1396800" cy="110700"/>
            </a:xfrm>
            <a:prstGeom prst="straightConnector1">
              <a:avLst/>
            </a:prstGeom>
            <a:noFill/>
            <a:ln w="9525" cap="flat" cmpd="sng">
              <a:solidFill>
                <a:srgbClr val="868686"/>
              </a:solidFill>
              <a:prstDash val="solid"/>
              <a:round/>
              <a:headEnd type="none" w="sm" len="sm"/>
              <a:tailEnd type="none" w="sm" len="sm"/>
            </a:ln>
          </p:spPr>
        </p:cxnSp>
        <p:cxnSp>
          <p:nvCxnSpPr>
            <p:cNvPr id="2380" name="Google Shape;2380;p26"/>
            <p:cNvCxnSpPr>
              <a:stCxn id="2349" idx="6"/>
              <a:endCxn id="2374" idx="6"/>
            </p:cNvCxnSpPr>
            <p:nvPr/>
          </p:nvCxnSpPr>
          <p:spPr>
            <a:xfrm flipH="1">
              <a:off x="7260353" y="2998977"/>
              <a:ext cx="1396800" cy="406200"/>
            </a:xfrm>
            <a:prstGeom prst="straightConnector1">
              <a:avLst/>
            </a:prstGeom>
            <a:noFill/>
            <a:ln w="9525" cap="flat" cmpd="sng">
              <a:solidFill>
                <a:srgbClr val="868686"/>
              </a:solidFill>
              <a:prstDash val="solid"/>
              <a:round/>
              <a:headEnd type="none" w="sm" len="sm"/>
              <a:tailEnd type="none" w="sm" len="sm"/>
            </a:ln>
          </p:spPr>
        </p:cxnSp>
        <p:cxnSp>
          <p:nvCxnSpPr>
            <p:cNvPr id="2381" name="Google Shape;2381;p26"/>
            <p:cNvCxnSpPr>
              <a:stCxn id="2351" idx="6"/>
              <a:endCxn id="2374" idx="6"/>
            </p:cNvCxnSpPr>
            <p:nvPr/>
          </p:nvCxnSpPr>
          <p:spPr>
            <a:xfrm flipH="1">
              <a:off x="7260353" y="2703506"/>
              <a:ext cx="1396800" cy="701400"/>
            </a:xfrm>
            <a:prstGeom prst="straightConnector1">
              <a:avLst/>
            </a:prstGeom>
            <a:noFill/>
            <a:ln w="9525" cap="flat" cmpd="sng">
              <a:solidFill>
                <a:srgbClr val="868686"/>
              </a:solidFill>
              <a:prstDash val="solid"/>
              <a:round/>
              <a:headEnd type="none" w="sm" len="sm"/>
              <a:tailEnd type="none" w="sm" len="sm"/>
            </a:ln>
          </p:spPr>
        </p:cxnSp>
        <p:cxnSp>
          <p:nvCxnSpPr>
            <p:cNvPr id="2382" name="Google Shape;2382;p26"/>
            <p:cNvCxnSpPr>
              <a:stCxn id="2353" idx="6"/>
              <a:endCxn id="2374" idx="6"/>
            </p:cNvCxnSpPr>
            <p:nvPr/>
          </p:nvCxnSpPr>
          <p:spPr>
            <a:xfrm flipH="1">
              <a:off x="7260353" y="2408035"/>
              <a:ext cx="1396800" cy="996900"/>
            </a:xfrm>
            <a:prstGeom prst="straightConnector1">
              <a:avLst/>
            </a:prstGeom>
            <a:noFill/>
            <a:ln w="9525" cap="flat" cmpd="sng">
              <a:solidFill>
                <a:srgbClr val="868686"/>
              </a:solidFill>
              <a:prstDash val="solid"/>
              <a:round/>
              <a:headEnd type="none" w="sm" len="sm"/>
              <a:tailEnd type="none" w="sm" len="sm"/>
            </a:ln>
          </p:spPr>
        </p:cxnSp>
        <p:cxnSp>
          <p:nvCxnSpPr>
            <p:cNvPr id="2383" name="Google Shape;2383;p26"/>
            <p:cNvCxnSpPr>
              <a:stCxn id="2355" idx="6"/>
              <a:endCxn id="2374" idx="6"/>
            </p:cNvCxnSpPr>
            <p:nvPr/>
          </p:nvCxnSpPr>
          <p:spPr>
            <a:xfrm flipH="1">
              <a:off x="7260353" y="2112563"/>
              <a:ext cx="1396800" cy="1292400"/>
            </a:xfrm>
            <a:prstGeom prst="straightConnector1">
              <a:avLst/>
            </a:prstGeom>
            <a:noFill/>
            <a:ln w="9525" cap="flat" cmpd="sng">
              <a:solidFill>
                <a:srgbClr val="868686"/>
              </a:solidFill>
              <a:prstDash val="solid"/>
              <a:round/>
              <a:headEnd type="none" w="sm" len="sm"/>
              <a:tailEnd type="none" w="sm" len="sm"/>
            </a:ln>
          </p:spPr>
        </p:cxnSp>
        <p:cxnSp>
          <p:nvCxnSpPr>
            <p:cNvPr id="2384" name="Google Shape;2384;p26"/>
            <p:cNvCxnSpPr>
              <a:stCxn id="2357" idx="6"/>
              <a:endCxn id="2374" idx="6"/>
            </p:cNvCxnSpPr>
            <p:nvPr/>
          </p:nvCxnSpPr>
          <p:spPr>
            <a:xfrm flipH="1">
              <a:off x="7260422" y="1817092"/>
              <a:ext cx="1404600" cy="1587900"/>
            </a:xfrm>
            <a:prstGeom prst="straightConnector1">
              <a:avLst/>
            </a:prstGeom>
            <a:noFill/>
            <a:ln w="9525" cap="flat" cmpd="sng">
              <a:solidFill>
                <a:srgbClr val="868686"/>
              </a:solidFill>
              <a:prstDash val="solid"/>
              <a:round/>
              <a:headEnd type="none" w="sm" len="sm"/>
              <a:tailEnd type="none" w="sm" len="sm"/>
            </a:ln>
          </p:spPr>
        </p:cxnSp>
        <p:cxnSp>
          <p:nvCxnSpPr>
            <p:cNvPr id="2385" name="Google Shape;2385;p26"/>
            <p:cNvCxnSpPr>
              <a:stCxn id="2359" idx="6"/>
              <a:endCxn id="2374" idx="6"/>
            </p:cNvCxnSpPr>
            <p:nvPr/>
          </p:nvCxnSpPr>
          <p:spPr>
            <a:xfrm flipH="1">
              <a:off x="7260422" y="1521623"/>
              <a:ext cx="1404600" cy="1883400"/>
            </a:xfrm>
            <a:prstGeom prst="straightConnector1">
              <a:avLst/>
            </a:prstGeom>
            <a:noFill/>
            <a:ln w="9525" cap="flat" cmpd="sng">
              <a:solidFill>
                <a:srgbClr val="868686"/>
              </a:solidFill>
              <a:prstDash val="solid"/>
              <a:round/>
              <a:headEnd type="none" w="sm" len="sm"/>
              <a:tailEnd type="none" w="sm" len="sm"/>
            </a:ln>
          </p:spPr>
        </p:cxnSp>
        <p:cxnSp>
          <p:nvCxnSpPr>
            <p:cNvPr id="2386" name="Google Shape;2386;p26"/>
            <p:cNvCxnSpPr>
              <a:stCxn id="2336" idx="6"/>
              <a:endCxn id="2387" idx="6"/>
            </p:cNvCxnSpPr>
            <p:nvPr/>
          </p:nvCxnSpPr>
          <p:spPr>
            <a:xfrm rot="10800000">
              <a:off x="7260282" y="2991004"/>
              <a:ext cx="1389000" cy="1780800"/>
            </a:xfrm>
            <a:prstGeom prst="straightConnector1">
              <a:avLst/>
            </a:prstGeom>
            <a:noFill/>
            <a:ln w="9525" cap="flat" cmpd="sng">
              <a:solidFill>
                <a:srgbClr val="868686"/>
              </a:solidFill>
              <a:prstDash val="solid"/>
              <a:round/>
              <a:headEnd type="none" w="sm" len="sm"/>
              <a:tailEnd type="none" w="sm" len="sm"/>
            </a:ln>
          </p:spPr>
        </p:cxnSp>
        <p:cxnSp>
          <p:nvCxnSpPr>
            <p:cNvPr id="2388" name="Google Shape;2388;p26"/>
            <p:cNvCxnSpPr>
              <a:stCxn id="2339" idx="6"/>
              <a:endCxn id="2387" idx="6"/>
            </p:cNvCxnSpPr>
            <p:nvPr/>
          </p:nvCxnSpPr>
          <p:spPr>
            <a:xfrm rot="10800000">
              <a:off x="7260282" y="2991033"/>
              <a:ext cx="1389000" cy="1485300"/>
            </a:xfrm>
            <a:prstGeom prst="straightConnector1">
              <a:avLst/>
            </a:prstGeom>
            <a:noFill/>
            <a:ln w="9525" cap="flat" cmpd="sng">
              <a:solidFill>
                <a:srgbClr val="868686"/>
              </a:solidFill>
              <a:prstDash val="solid"/>
              <a:round/>
              <a:headEnd type="none" w="sm" len="sm"/>
              <a:tailEnd type="none" w="sm" len="sm"/>
            </a:ln>
          </p:spPr>
        </p:cxnSp>
        <p:cxnSp>
          <p:nvCxnSpPr>
            <p:cNvPr id="2389" name="Google Shape;2389;p26"/>
            <p:cNvCxnSpPr>
              <a:stCxn id="2341" idx="6"/>
              <a:endCxn id="2387" idx="6"/>
            </p:cNvCxnSpPr>
            <p:nvPr/>
          </p:nvCxnSpPr>
          <p:spPr>
            <a:xfrm rot="10800000">
              <a:off x="7260282" y="2991062"/>
              <a:ext cx="1389000" cy="1189800"/>
            </a:xfrm>
            <a:prstGeom prst="straightConnector1">
              <a:avLst/>
            </a:prstGeom>
            <a:noFill/>
            <a:ln w="9525" cap="flat" cmpd="sng">
              <a:solidFill>
                <a:srgbClr val="868686"/>
              </a:solidFill>
              <a:prstDash val="solid"/>
              <a:round/>
              <a:headEnd type="none" w="sm" len="sm"/>
              <a:tailEnd type="none" w="sm" len="sm"/>
            </a:ln>
          </p:spPr>
        </p:cxnSp>
        <p:cxnSp>
          <p:nvCxnSpPr>
            <p:cNvPr id="2390" name="Google Shape;2390;p26"/>
            <p:cNvCxnSpPr>
              <a:stCxn id="2343" idx="6"/>
              <a:endCxn id="2387" idx="6"/>
            </p:cNvCxnSpPr>
            <p:nvPr/>
          </p:nvCxnSpPr>
          <p:spPr>
            <a:xfrm rot="10800000">
              <a:off x="7260282" y="2991091"/>
              <a:ext cx="1389000" cy="894300"/>
            </a:xfrm>
            <a:prstGeom prst="straightConnector1">
              <a:avLst/>
            </a:prstGeom>
            <a:noFill/>
            <a:ln w="9525" cap="flat" cmpd="sng">
              <a:solidFill>
                <a:srgbClr val="868686"/>
              </a:solidFill>
              <a:prstDash val="solid"/>
              <a:round/>
              <a:headEnd type="none" w="sm" len="sm"/>
              <a:tailEnd type="none" w="sm" len="sm"/>
            </a:ln>
          </p:spPr>
        </p:cxnSp>
        <p:cxnSp>
          <p:nvCxnSpPr>
            <p:cNvPr id="2391" name="Google Shape;2391;p26"/>
            <p:cNvCxnSpPr>
              <a:stCxn id="2345" idx="6"/>
              <a:endCxn id="2387" idx="6"/>
            </p:cNvCxnSpPr>
            <p:nvPr/>
          </p:nvCxnSpPr>
          <p:spPr>
            <a:xfrm rot="10800000">
              <a:off x="7260352" y="2991120"/>
              <a:ext cx="1396800" cy="598800"/>
            </a:xfrm>
            <a:prstGeom prst="straightConnector1">
              <a:avLst/>
            </a:prstGeom>
            <a:noFill/>
            <a:ln w="9525" cap="flat" cmpd="sng">
              <a:solidFill>
                <a:srgbClr val="868686"/>
              </a:solidFill>
              <a:prstDash val="solid"/>
              <a:round/>
              <a:headEnd type="none" w="sm" len="sm"/>
              <a:tailEnd type="none" w="sm" len="sm"/>
            </a:ln>
          </p:spPr>
        </p:cxnSp>
        <p:cxnSp>
          <p:nvCxnSpPr>
            <p:cNvPr id="2392" name="Google Shape;2392;p26"/>
            <p:cNvCxnSpPr>
              <a:stCxn id="2347" idx="6"/>
              <a:endCxn id="2387" idx="6"/>
            </p:cNvCxnSpPr>
            <p:nvPr/>
          </p:nvCxnSpPr>
          <p:spPr>
            <a:xfrm rot="10800000">
              <a:off x="7260353" y="2991148"/>
              <a:ext cx="1396800" cy="303300"/>
            </a:xfrm>
            <a:prstGeom prst="straightConnector1">
              <a:avLst/>
            </a:prstGeom>
            <a:noFill/>
            <a:ln w="9525" cap="flat" cmpd="sng">
              <a:solidFill>
                <a:srgbClr val="868686"/>
              </a:solidFill>
              <a:prstDash val="solid"/>
              <a:round/>
              <a:headEnd type="none" w="sm" len="sm"/>
              <a:tailEnd type="none" w="sm" len="sm"/>
            </a:ln>
          </p:spPr>
        </p:cxnSp>
        <p:cxnSp>
          <p:nvCxnSpPr>
            <p:cNvPr id="2393" name="Google Shape;2393;p26"/>
            <p:cNvCxnSpPr>
              <a:stCxn id="2349" idx="6"/>
              <a:endCxn id="2387" idx="6"/>
            </p:cNvCxnSpPr>
            <p:nvPr/>
          </p:nvCxnSpPr>
          <p:spPr>
            <a:xfrm rot="10800000">
              <a:off x="7260353" y="2991177"/>
              <a:ext cx="1396800" cy="7800"/>
            </a:xfrm>
            <a:prstGeom prst="straightConnector1">
              <a:avLst/>
            </a:prstGeom>
            <a:noFill/>
            <a:ln w="9525" cap="flat" cmpd="sng">
              <a:solidFill>
                <a:srgbClr val="868686"/>
              </a:solidFill>
              <a:prstDash val="solid"/>
              <a:round/>
              <a:headEnd type="none" w="sm" len="sm"/>
              <a:tailEnd type="none" w="sm" len="sm"/>
            </a:ln>
          </p:spPr>
        </p:cxnSp>
        <p:cxnSp>
          <p:nvCxnSpPr>
            <p:cNvPr id="2394" name="Google Shape;2394;p26"/>
            <p:cNvCxnSpPr>
              <a:stCxn id="2351" idx="6"/>
              <a:endCxn id="2387" idx="6"/>
            </p:cNvCxnSpPr>
            <p:nvPr/>
          </p:nvCxnSpPr>
          <p:spPr>
            <a:xfrm flipH="1">
              <a:off x="7260353" y="2703506"/>
              <a:ext cx="1396800" cy="287700"/>
            </a:xfrm>
            <a:prstGeom prst="straightConnector1">
              <a:avLst/>
            </a:prstGeom>
            <a:noFill/>
            <a:ln w="9525" cap="flat" cmpd="sng">
              <a:solidFill>
                <a:srgbClr val="868686"/>
              </a:solidFill>
              <a:prstDash val="solid"/>
              <a:round/>
              <a:headEnd type="none" w="sm" len="sm"/>
              <a:tailEnd type="none" w="sm" len="sm"/>
            </a:ln>
          </p:spPr>
        </p:cxnSp>
        <p:cxnSp>
          <p:nvCxnSpPr>
            <p:cNvPr id="2395" name="Google Shape;2395;p26"/>
            <p:cNvCxnSpPr>
              <a:stCxn id="2353" idx="6"/>
              <a:endCxn id="2387" idx="6"/>
            </p:cNvCxnSpPr>
            <p:nvPr/>
          </p:nvCxnSpPr>
          <p:spPr>
            <a:xfrm flipH="1">
              <a:off x="7260353" y="2408035"/>
              <a:ext cx="1396800" cy="582900"/>
            </a:xfrm>
            <a:prstGeom prst="straightConnector1">
              <a:avLst/>
            </a:prstGeom>
            <a:noFill/>
            <a:ln w="9525" cap="flat" cmpd="sng">
              <a:solidFill>
                <a:srgbClr val="868686"/>
              </a:solidFill>
              <a:prstDash val="solid"/>
              <a:round/>
              <a:headEnd type="none" w="sm" len="sm"/>
              <a:tailEnd type="none" w="sm" len="sm"/>
            </a:ln>
          </p:spPr>
        </p:cxnSp>
        <p:cxnSp>
          <p:nvCxnSpPr>
            <p:cNvPr id="2396" name="Google Shape;2396;p26"/>
            <p:cNvCxnSpPr>
              <a:stCxn id="2355" idx="6"/>
              <a:endCxn id="2387" idx="6"/>
            </p:cNvCxnSpPr>
            <p:nvPr/>
          </p:nvCxnSpPr>
          <p:spPr>
            <a:xfrm flipH="1">
              <a:off x="7260353" y="2112563"/>
              <a:ext cx="1396800" cy="878400"/>
            </a:xfrm>
            <a:prstGeom prst="straightConnector1">
              <a:avLst/>
            </a:prstGeom>
            <a:noFill/>
            <a:ln w="9525" cap="flat" cmpd="sng">
              <a:solidFill>
                <a:srgbClr val="868686"/>
              </a:solidFill>
              <a:prstDash val="solid"/>
              <a:round/>
              <a:headEnd type="none" w="sm" len="sm"/>
              <a:tailEnd type="none" w="sm" len="sm"/>
            </a:ln>
          </p:spPr>
        </p:cxnSp>
        <p:cxnSp>
          <p:nvCxnSpPr>
            <p:cNvPr id="2397" name="Google Shape;2397;p26"/>
            <p:cNvCxnSpPr>
              <a:stCxn id="2355" idx="6"/>
              <a:endCxn id="2387" idx="6"/>
            </p:cNvCxnSpPr>
            <p:nvPr/>
          </p:nvCxnSpPr>
          <p:spPr>
            <a:xfrm flipH="1">
              <a:off x="7260353" y="2112563"/>
              <a:ext cx="1396800" cy="878400"/>
            </a:xfrm>
            <a:prstGeom prst="straightConnector1">
              <a:avLst/>
            </a:prstGeom>
            <a:noFill/>
            <a:ln w="9525" cap="flat" cmpd="sng">
              <a:solidFill>
                <a:srgbClr val="868686"/>
              </a:solidFill>
              <a:prstDash val="solid"/>
              <a:round/>
              <a:headEnd type="none" w="sm" len="sm"/>
              <a:tailEnd type="none" w="sm" len="sm"/>
            </a:ln>
          </p:spPr>
        </p:cxnSp>
        <p:cxnSp>
          <p:nvCxnSpPr>
            <p:cNvPr id="2398" name="Google Shape;2398;p26"/>
            <p:cNvCxnSpPr>
              <a:stCxn id="2357" idx="6"/>
              <a:endCxn id="2387" idx="6"/>
            </p:cNvCxnSpPr>
            <p:nvPr/>
          </p:nvCxnSpPr>
          <p:spPr>
            <a:xfrm flipH="1">
              <a:off x="7260422" y="1817092"/>
              <a:ext cx="1404600" cy="1173900"/>
            </a:xfrm>
            <a:prstGeom prst="straightConnector1">
              <a:avLst/>
            </a:prstGeom>
            <a:noFill/>
            <a:ln w="9525" cap="flat" cmpd="sng">
              <a:solidFill>
                <a:srgbClr val="868686"/>
              </a:solidFill>
              <a:prstDash val="solid"/>
              <a:round/>
              <a:headEnd type="none" w="sm" len="sm"/>
              <a:tailEnd type="none" w="sm" len="sm"/>
            </a:ln>
          </p:spPr>
        </p:cxnSp>
        <p:cxnSp>
          <p:nvCxnSpPr>
            <p:cNvPr id="2399" name="Google Shape;2399;p26"/>
            <p:cNvCxnSpPr>
              <a:stCxn id="2359" idx="6"/>
              <a:endCxn id="2387" idx="6"/>
            </p:cNvCxnSpPr>
            <p:nvPr/>
          </p:nvCxnSpPr>
          <p:spPr>
            <a:xfrm flipH="1">
              <a:off x="7260422" y="1521623"/>
              <a:ext cx="1404600" cy="1469400"/>
            </a:xfrm>
            <a:prstGeom prst="straightConnector1">
              <a:avLst/>
            </a:prstGeom>
            <a:noFill/>
            <a:ln w="9525" cap="flat" cmpd="sng">
              <a:solidFill>
                <a:srgbClr val="868686"/>
              </a:solidFill>
              <a:prstDash val="solid"/>
              <a:round/>
              <a:headEnd type="none" w="sm" len="sm"/>
              <a:tailEnd type="none" w="sm" len="sm"/>
            </a:ln>
          </p:spPr>
        </p:cxnSp>
        <p:cxnSp>
          <p:nvCxnSpPr>
            <p:cNvPr id="2400" name="Google Shape;2400;p26"/>
            <p:cNvCxnSpPr>
              <a:stCxn id="2336" idx="6"/>
              <a:endCxn id="2401" idx="6"/>
            </p:cNvCxnSpPr>
            <p:nvPr/>
          </p:nvCxnSpPr>
          <p:spPr>
            <a:xfrm rot="10800000">
              <a:off x="7260282" y="2577004"/>
              <a:ext cx="1389000" cy="2194800"/>
            </a:xfrm>
            <a:prstGeom prst="straightConnector1">
              <a:avLst/>
            </a:prstGeom>
            <a:noFill/>
            <a:ln w="9525" cap="flat" cmpd="sng">
              <a:solidFill>
                <a:srgbClr val="868686"/>
              </a:solidFill>
              <a:prstDash val="solid"/>
              <a:round/>
              <a:headEnd type="none" w="sm" len="sm"/>
              <a:tailEnd type="none" w="sm" len="sm"/>
            </a:ln>
          </p:spPr>
        </p:cxnSp>
        <p:cxnSp>
          <p:nvCxnSpPr>
            <p:cNvPr id="2402" name="Google Shape;2402;p26"/>
            <p:cNvCxnSpPr>
              <a:stCxn id="2339" idx="6"/>
              <a:endCxn id="2401" idx="6"/>
            </p:cNvCxnSpPr>
            <p:nvPr/>
          </p:nvCxnSpPr>
          <p:spPr>
            <a:xfrm rot="10800000">
              <a:off x="7260282" y="2577033"/>
              <a:ext cx="1389000" cy="1899300"/>
            </a:xfrm>
            <a:prstGeom prst="straightConnector1">
              <a:avLst/>
            </a:prstGeom>
            <a:noFill/>
            <a:ln w="9525" cap="flat" cmpd="sng">
              <a:solidFill>
                <a:srgbClr val="868686"/>
              </a:solidFill>
              <a:prstDash val="solid"/>
              <a:round/>
              <a:headEnd type="none" w="sm" len="sm"/>
              <a:tailEnd type="none" w="sm" len="sm"/>
            </a:ln>
          </p:spPr>
        </p:cxnSp>
        <p:cxnSp>
          <p:nvCxnSpPr>
            <p:cNvPr id="2403" name="Google Shape;2403;p26"/>
            <p:cNvCxnSpPr>
              <a:endCxn id="2401" idx="6"/>
            </p:cNvCxnSpPr>
            <p:nvPr/>
          </p:nvCxnSpPr>
          <p:spPr>
            <a:xfrm rot="10800000">
              <a:off x="7260272" y="2577105"/>
              <a:ext cx="1415400" cy="1597800"/>
            </a:xfrm>
            <a:prstGeom prst="straightConnector1">
              <a:avLst/>
            </a:prstGeom>
            <a:noFill/>
            <a:ln w="9525" cap="flat" cmpd="sng">
              <a:solidFill>
                <a:srgbClr val="868686"/>
              </a:solidFill>
              <a:prstDash val="solid"/>
              <a:round/>
              <a:headEnd type="none" w="sm" len="sm"/>
              <a:tailEnd type="none" w="sm" len="sm"/>
            </a:ln>
          </p:spPr>
        </p:cxnSp>
        <p:cxnSp>
          <p:nvCxnSpPr>
            <p:cNvPr id="2404" name="Google Shape;2404;p26"/>
            <p:cNvCxnSpPr>
              <a:stCxn id="2343" idx="6"/>
              <a:endCxn id="2401" idx="6"/>
            </p:cNvCxnSpPr>
            <p:nvPr/>
          </p:nvCxnSpPr>
          <p:spPr>
            <a:xfrm rot="10800000">
              <a:off x="7260282" y="2577091"/>
              <a:ext cx="1389000" cy="1308300"/>
            </a:xfrm>
            <a:prstGeom prst="straightConnector1">
              <a:avLst/>
            </a:prstGeom>
            <a:noFill/>
            <a:ln w="9525" cap="flat" cmpd="sng">
              <a:solidFill>
                <a:srgbClr val="868686"/>
              </a:solidFill>
              <a:prstDash val="solid"/>
              <a:round/>
              <a:headEnd type="none" w="sm" len="sm"/>
              <a:tailEnd type="none" w="sm" len="sm"/>
            </a:ln>
          </p:spPr>
        </p:cxnSp>
        <p:cxnSp>
          <p:nvCxnSpPr>
            <p:cNvPr id="2405" name="Google Shape;2405;p26"/>
            <p:cNvCxnSpPr>
              <a:stCxn id="2345" idx="6"/>
              <a:endCxn id="2401" idx="6"/>
            </p:cNvCxnSpPr>
            <p:nvPr/>
          </p:nvCxnSpPr>
          <p:spPr>
            <a:xfrm rot="10800000">
              <a:off x="7260352" y="2577120"/>
              <a:ext cx="1396800" cy="1012800"/>
            </a:xfrm>
            <a:prstGeom prst="straightConnector1">
              <a:avLst/>
            </a:prstGeom>
            <a:noFill/>
            <a:ln w="9525" cap="flat" cmpd="sng">
              <a:solidFill>
                <a:srgbClr val="868686"/>
              </a:solidFill>
              <a:prstDash val="solid"/>
              <a:round/>
              <a:headEnd type="none" w="sm" len="sm"/>
              <a:tailEnd type="none" w="sm" len="sm"/>
            </a:ln>
          </p:spPr>
        </p:cxnSp>
        <p:cxnSp>
          <p:nvCxnSpPr>
            <p:cNvPr id="2406" name="Google Shape;2406;p26"/>
            <p:cNvCxnSpPr>
              <a:stCxn id="2347" idx="6"/>
              <a:endCxn id="2401" idx="6"/>
            </p:cNvCxnSpPr>
            <p:nvPr/>
          </p:nvCxnSpPr>
          <p:spPr>
            <a:xfrm rot="10800000">
              <a:off x="7260353" y="2577148"/>
              <a:ext cx="1396800" cy="717300"/>
            </a:xfrm>
            <a:prstGeom prst="straightConnector1">
              <a:avLst/>
            </a:prstGeom>
            <a:noFill/>
            <a:ln w="9525" cap="flat" cmpd="sng">
              <a:solidFill>
                <a:srgbClr val="868686"/>
              </a:solidFill>
              <a:prstDash val="solid"/>
              <a:round/>
              <a:headEnd type="none" w="sm" len="sm"/>
              <a:tailEnd type="none" w="sm" len="sm"/>
            </a:ln>
          </p:spPr>
        </p:cxnSp>
        <p:cxnSp>
          <p:nvCxnSpPr>
            <p:cNvPr id="2407" name="Google Shape;2407;p26"/>
            <p:cNvCxnSpPr>
              <a:stCxn id="2349" idx="6"/>
              <a:endCxn id="2401" idx="6"/>
            </p:cNvCxnSpPr>
            <p:nvPr/>
          </p:nvCxnSpPr>
          <p:spPr>
            <a:xfrm rot="10800000">
              <a:off x="7260353" y="2577177"/>
              <a:ext cx="1396800" cy="421800"/>
            </a:xfrm>
            <a:prstGeom prst="straightConnector1">
              <a:avLst/>
            </a:prstGeom>
            <a:noFill/>
            <a:ln w="9525" cap="flat" cmpd="sng">
              <a:solidFill>
                <a:srgbClr val="868686"/>
              </a:solidFill>
              <a:prstDash val="solid"/>
              <a:round/>
              <a:headEnd type="none" w="sm" len="sm"/>
              <a:tailEnd type="none" w="sm" len="sm"/>
            </a:ln>
          </p:spPr>
        </p:cxnSp>
        <p:cxnSp>
          <p:nvCxnSpPr>
            <p:cNvPr id="2408" name="Google Shape;2408;p26"/>
            <p:cNvCxnSpPr>
              <a:stCxn id="2351" idx="6"/>
              <a:endCxn id="2401" idx="6"/>
            </p:cNvCxnSpPr>
            <p:nvPr/>
          </p:nvCxnSpPr>
          <p:spPr>
            <a:xfrm rot="10800000">
              <a:off x="7260353" y="2577206"/>
              <a:ext cx="1396800" cy="126300"/>
            </a:xfrm>
            <a:prstGeom prst="straightConnector1">
              <a:avLst/>
            </a:prstGeom>
            <a:noFill/>
            <a:ln w="9525" cap="flat" cmpd="sng">
              <a:solidFill>
                <a:srgbClr val="868686"/>
              </a:solidFill>
              <a:prstDash val="solid"/>
              <a:round/>
              <a:headEnd type="none" w="sm" len="sm"/>
              <a:tailEnd type="none" w="sm" len="sm"/>
            </a:ln>
          </p:spPr>
        </p:cxnSp>
        <p:cxnSp>
          <p:nvCxnSpPr>
            <p:cNvPr id="2409" name="Google Shape;2409;p26"/>
            <p:cNvCxnSpPr>
              <a:stCxn id="2353" idx="6"/>
              <a:endCxn id="2401" idx="6"/>
            </p:cNvCxnSpPr>
            <p:nvPr/>
          </p:nvCxnSpPr>
          <p:spPr>
            <a:xfrm flipH="1">
              <a:off x="7260353" y="2408035"/>
              <a:ext cx="1396800" cy="169200"/>
            </a:xfrm>
            <a:prstGeom prst="straightConnector1">
              <a:avLst/>
            </a:prstGeom>
            <a:noFill/>
            <a:ln w="9525" cap="flat" cmpd="sng">
              <a:solidFill>
                <a:srgbClr val="868686"/>
              </a:solidFill>
              <a:prstDash val="solid"/>
              <a:round/>
              <a:headEnd type="none" w="sm" len="sm"/>
              <a:tailEnd type="none" w="sm" len="sm"/>
            </a:ln>
          </p:spPr>
        </p:cxnSp>
        <p:cxnSp>
          <p:nvCxnSpPr>
            <p:cNvPr id="2410" name="Google Shape;2410;p26"/>
            <p:cNvCxnSpPr>
              <a:stCxn id="2355" idx="6"/>
              <a:endCxn id="2401" idx="6"/>
            </p:cNvCxnSpPr>
            <p:nvPr/>
          </p:nvCxnSpPr>
          <p:spPr>
            <a:xfrm flipH="1">
              <a:off x="7260353" y="2112563"/>
              <a:ext cx="1396800" cy="464400"/>
            </a:xfrm>
            <a:prstGeom prst="straightConnector1">
              <a:avLst/>
            </a:prstGeom>
            <a:noFill/>
            <a:ln w="9525" cap="flat" cmpd="sng">
              <a:solidFill>
                <a:srgbClr val="868686"/>
              </a:solidFill>
              <a:prstDash val="solid"/>
              <a:round/>
              <a:headEnd type="none" w="sm" len="sm"/>
              <a:tailEnd type="none" w="sm" len="sm"/>
            </a:ln>
          </p:spPr>
        </p:cxnSp>
        <p:cxnSp>
          <p:nvCxnSpPr>
            <p:cNvPr id="2411" name="Google Shape;2411;p26"/>
            <p:cNvCxnSpPr>
              <a:stCxn id="2357" idx="6"/>
              <a:endCxn id="2401" idx="6"/>
            </p:cNvCxnSpPr>
            <p:nvPr/>
          </p:nvCxnSpPr>
          <p:spPr>
            <a:xfrm flipH="1">
              <a:off x="7260422" y="1817092"/>
              <a:ext cx="1404600" cy="759900"/>
            </a:xfrm>
            <a:prstGeom prst="straightConnector1">
              <a:avLst/>
            </a:prstGeom>
            <a:noFill/>
            <a:ln w="9525" cap="flat" cmpd="sng">
              <a:solidFill>
                <a:srgbClr val="868686"/>
              </a:solidFill>
              <a:prstDash val="solid"/>
              <a:round/>
              <a:headEnd type="none" w="sm" len="sm"/>
              <a:tailEnd type="none" w="sm" len="sm"/>
            </a:ln>
          </p:spPr>
        </p:cxnSp>
        <p:cxnSp>
          <p:nvCxnSpPr>
            <p:cNvPr id="2412" name="Google Shape;2412;p26"/>
            <p:cNvCxnSpPr>
              <a:stCxn id="2359" idx="6"/>
              <a:endCxn id="2401" idx="6"/>
            </p:cNvCxnSpPr>
            <p:nvPr/>
          </p:nvCxnSpPr>
          <p:spPr>
            <a:xfrm flipH="1">
              <a:off x="7260422" y="1521623"/>
              <a:ext cx="1404600" cy="1055400"/>
            </a:xfrm>
            <a:prstGeom prst="straightConnector1">
              <a:avLst/>
            </a:prstGeom>
            <a:noFill/>
            <a:ln w="9525" cap="flat" cmpd="sng">
              <a:solidFill>
                <a:srgbClr val="868686"/>
              </a:solidFill>
              <a:prstDash val="solid"/>
              <a:round/>
              <a:headEnd type="none" w="sm" len="sm"/>
              <a:tailEnd type="none" w="sm" len="sm"/>
            </a:ln>
          </p:spPr>
        </p:cxnSp>
        <p:cxnSp>
          <p:nvCxnSpPr>
            <p:cNvPr id="2413" name="Google Shape;2413;p26"/>
            <p:cNvCxnSpPr>
              <a:stCxn id="2336" idx="6"/>
              <a:endCxn id="2414" idx="6"/>
            </p:cNvCxnSpPr>
            <p:nvPr/>
          </p:nvCxnSpPr>
          <p:spPr>
            <a:xfrm rot="10800000">
              <a:off x="7260282" y="2163004"/>
              <a:ext cx="1389000" cy="2608800"/>
            </a:xfrm>
            <a:prstGeom prst="straightConnector1">
              <a:avLst/>
            </a:prstGeom>
            <a:noFill/>
            <a:ln w="9525" cap="flat" cmpd="sng">
              <a:solidFill>
                <a:srgbClr val="868686"/>
              </a:solidFill>
              <a:prstDash val="solid"/>
              <a:round/>
              <a:headEnd type="none" w="sm" len="sm"/>
              <a:tailEnd type="none" w="sm" len="sm"/>
            </a:ln>
          </p:spPr>
        </p:cxnSp>
        <p:cxnSp>
          <p:nvCxnSpPr>
            <p:cNvPr id="2415" name="Google Shape;2415;p26"/>
            <p:cNvCxnSpPr>
              <a:stCxn id="2339" idx="6"/>
              <a:endCxn id="2414" idx="6"/>
            </p:cNvCxnSpPr>
            <p:nvPr/>
          </p:nvCxnSpPr>
          <p:spPr>
            <a:xfrm rot="10800000">
              <a:off x="7260282" y="2163033"/>
              <a:ext cx="1389000" cy="2313300"/>
            </a:xfrm>
            <a:prstGeom prst="straightConnector1">
              <a:avLst/>
            </a:prstGeom>
            <a:noFill/>
            <a:ln w="9525" cap="flat" cmpd="sng">
              <a:solidFill>
                <a:srgbClr val="868686"/>
              </a:solidFill>
              <a:prstDash val="solid"/>
              <a:round/>
              <a:headEnd type="none" w="sm" len="sm"/>
              <a:tailEnd type="none" w="sm" len="sm"/>
            </a:ln>
          </p:spPr>
        </p:cxnSp>
        <p:cxnSp>
          <p:nvCxnSpPr>
            <p:cNvPr id="2416" name="Google Shape;2416;p26"/>
            <p:cNvCxnSpPr>
              <a:stCxn id="2341" idx="6"/>
              <a:endCxn id="2414" idx="6"/>
            </p:cNvCxnSpPr>
            <p:nvPr/>
          </p:nvCxnSpPr>
          <p:spPr>
            <a:xfrm rot="10800000">
              <a:off x="7260282" y="2163062"/>
              <a:ext cx="1389000" cy="2017800"/>
            </a:xfrm>
            <a:prstGeom prst="straightConnector1">
              <a:avLst/>
            </a:prstGeom>
            <a:noFill/>
            <a:ln w="9525" cap="flat" cmpd="sng">
              <a:solidFill>
                <a:srgbClr val="868686"/>
              </a:solidFill>
              <a:prstDash val="solid"/>
              <a:round/>
              <a:headEnd type="none" w="sm" len="sm"/>
              <a:tailEnd type="none" w="sm" len="sm"/>
            </a:ln>
          </p:spPr>
        </p:cxnSp>
        <p:cxnSp>
          <p:nvCxnSpPr>
            <p:cNvPr id="2417" name="Google Shape;2417;p26"/>
            <p:cNvCxnSpPr>
              <a:stCxn id="2343" idx="6"/>
              <a:endCxn id="2414" idx="6"/>
            </p:cNvCxnSpPr>
            <p:nvPr/>
          </p:nvCxnSpPr>
          <p:spPr>
            <a:xfrm rot="10800000">
              <a:off x="7260282" y="2163091"/>
              <a:ext cx="1389000" cy="1722300"/>
            </a:xfrm>
            <a:prstGeom prst="straightConnector1">
              <a:avLst/>
            </a:prstGeom>
            <a:noFill/>
            <a:ln w="9525" cap="flat" cmpd="sng">
              <a:solidFill>
                <a:srgbClr val="868686"/>
              </a:solidFill>
              <a:prstDash val="solid"/>
              <a:round/>
              <a:headEnd type="none" w="sm" len="sm"/>
              <a:tailEnd type="none" w="sm" len="sm"/>
            </a:ln>
          </p:spPr>
        </p:cxnSp>
        <p:cxnSp>
          <p:nvCxnSpPr>
            <p:cNvPr id="2418" name="Google Shape;2418;p26"/>
            <p:cNvCxnSpPr>
              <a:stCxn id="2345" idx="6"/>
              <a:endCxn id="2414" idx="6"/>
            </p:cNvCxnSpPr>
            <p:nvPr/>
          </p:nvCxnSpPr>
          <p:spPr>
            <a:xfrm rot="10800000">
              <a:off x="7260352" y="2163120"/>
              <a:ext cx="1396800" cy="1426800"/>
            </a:xfrm>
            <a:prstGeom prst="straightConnector1">
              <a:avLst/>
            </a:prstGeom>
            <a:noFill/>
            <a:ln w="9525" cap="flat" cmpd="sng">
              <a:solidFill>
                <a:srgbClr val="868686"/>
              </a:solidFill>
              <a:prstDash val="solid"/>
              <a:round/>
              <a:headEnd type="none" w="sm" len="sm"/>
              <a:tailEnd type="none" w="sm" len="sm"/>
            </a:ln>
          </p:spPr>
        </p:cxnSp>
        <p:cxnSp>
          <p:nvCxnSpPr>
            <p:cNvPr id="2419" name="Google Shape;2419;p26"/>
            <p:cNvCxnSpPr>
              <a:stCxn id="2347" idx="6"/>
              <a:endCxn id="2414" idx="6"/>
            </p:cNvCxnSpPr>
            <p:nvPr/>
          </p:nvCxnSpPr>
          <p:spPr>
            <a:xfrm rot="10800000">
              <a:off x="7260353" y="2163148"/>
              <a:ext cx="1396800" cy="1131300"/>
            </a:xfrm>
            <a:prstGeom prst="straightConnector1">
              <a:avLst/>
            </a:prstGeom>
            <a:noFill/>
            <a:ln w="9525" cap="flat" cmpd="sng">
              <a:solidFill>
                <a:srgbClr val="868686"/>
              </a:solidFill>
              <a:prstDash val="solid"/>
              <a:round/>
              <a:headEnd type="none" w="sm" len="sm"/>
              <a:tailEnd type="none" w="sm" len="sm"/>
            </a:ln>
          </p:spPr>
        </p:cxnSp>
        <p:cxnSp>
          <p:nvCxnSpPr>
            <p:cNvPr id="2420" name="Google Shape;2420;p26"/>
            <p:cNvCxnSpPr>
              <a:stCxn id="2349" idx="6"/>
              <a:endCxn id="2414" idx="6"/>
            </p:cNvCxnSpPr>
            <p:nvPr/>
          </p:nvCxnSpPr>
          <p:spPr>
            <a:xfrm rot="10800000">
              <a:off x="7260353" y="2163177"/>
              <a:ext cx="1396800" cy="835800"/>
            </a:xfrm>
            <a:prstGeom prst="straightConnector1">
              <a:avLst/>
            </a:prstGeom>
            <a:noFill/>
            <a:ln w="9525" cap="flat" cmpd="sng">
              <a:solidFill>
                <a:srgbClr val="868686"/>
              </a:solidFill>
              <a:prstDash val="solid"/>
              <a:round/>
              <a:headEnd type="none" w="sm" len="sm"/>
              <a:tailEnd type="none" w="sm" len="sm"/>
            </a:ln>
          </p:spPr>
        </p:cxnSp>
        <p:cxnSp>
          <p:nvCxnSpPr>
            <p:cNvPr id="2421" name="Google Shape;2421;p26"/>
            <p:cNvCxnSpPr>
              <a:stCxn id="2353" idx="6"/>
              <a:endCxn id="2414" idx="6"/>
            </p:cNvCxnSpPr>
            <p:nvPr/>
          </p:nvCxnSpPr>
          <p:spPr>
            <a:xfrm rot="10800000">
              <a:off x="7260353" y="2163235"/>
              <a:ext cx="1396800" cy="244800"/>
            </a:xfrm>
            <a:prstGeom prst="straightConnector1">
              <a:avLst/>
            </a:prstGeom>
            <a:noFill/>
            <a:ln w="9525" cap="flat" cmpd="sng">
              <a:solidFill>
                <a:srgbClr val="868686"/>
              </a:solidFill>
              <a:prstDash val="solid"/>
              <a:round/>
              <a:headEnd type="none" w="sm" len="sm"/>
              <a:tailEnd type="none" w="sm" len="sm"/>
            </a:ln>
          </p:spPr>
        </p:cxnSp>
        <p:cxnSp>
          <p:nvCxnSpPr>
            <p:cNvPr id="2422" name="Google Shape;2422;p26"/>
            <p:cNvCxnSpPr>
              <a:stCxn id="2355" idx="6"/>
              <a:endCxn id="2414" idx="6"/>
            </p:cNvCxnSpPr>
            <p:nvPr/>
          </p:nvCxnSpPr>
          <p:spPr>
            <a:xfrm flipH="1">
              <a:off x="7260353" y="2112563"/>
              <a:ext cx="1396800" cy="50700"/>
            </a:xfrm>
            <a:prstGeom prst="straightConnector1">
              <a:avLst/>
            </a:prstGeom>
            <a:noFill/>
            <a:ln w="9525" cap="flat" cmpd="sng">
              <a:solidFill>
                <a:srgbClr val="868686"/>
              </a:solidFill>
              <a:prstDash val="solid"/>
              <a:round/>
              <a:headEnd type="none" w="sm" len="sm"/>
              <a:tailEnd type="none" w="sm" len="sm"/>
            </a:ln>
          </p:spPr>
        </p:cxnSp>
        <p:cxnSp>
          <p:nvCxnSpPr>
            <p:cNvPr id="2423" name="Google Shape;2423;p26"/>
            <p:cNvCxnSpPr>
              <a:stCxn id="2357" idx="6"/>
              <a:endCxn id="2414" idx="6"/>
            </p:cNvCxnSpPr>
            <p:nvPr/>
          </p:nvCxnSpPr>
          <p:spPr>
            <a:xfrm flipH="1">
              <a:off x="7260422" y="1817092"/>
              <a:ext cx="1404600" cy="345900"/>
            </a:xfrm>
            <a:prstGeom prst="straightConnector1">
              <a:avLst/>
            </a:prstGeom>
            <a:noFill/>
            <a:ln w="9525" cap="flat" cmpd="sng">
              <a:solidFill>
                <a:srgbClr val="868686"/>
              </a:solidFill>
              <a:prstDash val="solid"/>
              <a:round/>
              <a:headEnd type="none" w="sm" len="sm"/>
              <a:tailEnd type="none" w="sm" len="sm"/>
            </a:ln>
          </p:spPr>
        </p:cxnSp>
        <p:cxnSp>
          <p:nvCxnSpPr>
            <p:cNvPr id="2424" name="Google Shape;2424;p26"/>
            <p:cNvCxnSpPr>
              <a:stCxn id="2359" idx="6"/>
              <a:endCxn id="2414" idx="6"/>
            </p:cNvCxnSpPr>
            <p:nvPr/>
          </p:nvCxnSpPr>
          <p:spPr>
            <a:xfrm flipH="1">
              <a:off x="7260422" y="1521623"/>
              <a:ext cx="1404600" cy="641400"/>
            </a:xfrm>
            <a:prstGeom prst="straightConnector1">
              <a:avLst/>
            </a:prstGeom>
            <a:noFill/>
            <a:ln w="9525" cap="flat" cmpd="sng">
              <a:solidFill>
                <a:srgbClr val="868686"/>
              </a:solidFill>
              <a:prstDash val="solid"/>
              <a:round/>
              <a:headEnd type="none" w="sm" len="sm"/>
              <a:tailEnd type="none" w="sm" len="sm"/>
            </a:ln>
          </p:spPr>
        </p:cxnSp>
        <p:sp>
          <p:nvSpPr>
            <p:cNvPr id="2336" name="Google Shape;2336;p26"/>
            <p:cNvSpPr/>
            <p:nvPr/>
          </p:nvSpPr>
          <p:spPr>
            <a:xfrm flipH="1">
              <a:off x="8649282" y="4656934"/>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39" name="Google Shape;2339;p26"/>
            <p:cNvSpPr/>
            <p:nvPr/>
          </p:nvSpPr>
          <p:spPr>
            <a:xfrm flipH="1">
              <a:off x="8649282" y="4361464"/>
              <a:ext cx="265419" cy="229738"/>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41" name="Google Shape;2341;p26"/>
            <p:cNvSpPr/>
            <p:nvPr/>
          </p:nvSpPr>
          <p:spPr>
            <a:xfrm flipH="1">
              <a:off x="8649282" y="406599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43" name="Google Shape;2343;p26"/>
            <p:cNvSpPr/>
            <p:nvPr/>
          </p:nvSpPr>
          <p:spPr>
            <a:xfrm flipH="1">
              <a:off x="8649282" y="3770521"/>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45" name="Google Shape;2345;p26"/>
            <p:cNvSpPr/>
            <p:nvPr/>
          </p:nvSpPr>
          <p:spPr>
            <a:xfrm flipH="1">
              <a:off x="8657152" y="3475050"/>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47" name="Google Shape;2347;p26"/>
            <p:cNvSpPr/>
            <p:nvPr/>
          </p:nvSpPr>
          <p:spPr>
            <a:xfrm flipH="1">
              <a:off x="8657153" y="3179579"/>
              <a:ext cx="265420" cy="229739"/>
            </a:xfrm>
            <a:prstGeom prst="ellipse">
              <a:avLst/>
            </a:prstGeom>
            <a:solidFill>
              <a:srgbClr val="E7FFBE"/>
            </a:solidFill>
            <a:ln w="9525"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49" name="Google Shape;2349;p26"/>
            <p:cNvSpPr/>
            <p:nvPr/>
          </p:nvSpPr>
          <p:spPr>
            <a:xfrm flipH="1">
              <a:off x="8657153" y="2884107"/>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51" name="Google Shape;2351;p26"/>
            <p:cNvSpPr/>
            <p:nvPr/>
          </p:nvSpPr>
          <p:spPr>
            <a:xfrm flipH="1">
              <a:off x="8657153" y="2588637"/>
              <a:ext cx="265419" cy="229738"/>
            </a:xfrm>
            <a:prstGeom prst="ellipse">
              <a:avLst/>
            </a:prstGeom>
            <a:solidFill>
              <a:srgbClr val="E7FFBE"/>
            </a:solidFill>
            <a:ln w="12700" cap="flat" cmpd="sng">
              <a:solidFill>
                <a:srgbClr val="7F7F7F"/>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53" name="Google Shape;2353;p26"/>
            <p:cNvSpPr/>
            <p:nvPr/>
          </p:nvSpPr>
          <p:spPr>
            <a:xfrm flipH="1">
              <a:off x="8657153" y="229316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55" name="Google Shape;2355;p26"/>
            <p:cNvSpPr/>
            <p:nvPr/>
          </p:nvSpPr>
          <p:spPr>
            <a:xfrm flipH="1">
              <a:off x="8657153" y="1997693"/>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57" name="Google Shape;2357;p26"/>
            <p:cNvSpPr/>
            <p:nvPr/>
          </p:nvSpPr>
          <p:spPr>
            <a:xfrm flipH="1">
              <a:off x="8665022" y="1702222"/>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59" name="Google Shape;2359;p26"/>
            <p:cNvSpPr/>
            <p:nvPr/>
          </p:nvSpPr>
          <p:spPr>
            <a:xfrm flipH="1">
              <a:off x="8665022" y="1406753"/>
              <a:ext cx="265420" cy="229739"/>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425" name="Google Shape;2425;p26"/>
            <p:cNvCxnSpPr>
              <a:stCxn id="2351" idx="6"/>
              <a:endCxn id="2414" idx="6"/>
            </p:cNvCxnSpPr>
            <p:nvPr/>
          </p:nvCxnSpPr>
          <p:spPr>
            <a:xfrm rot="10800000">
              <a:off x="7260353" y="2163206"/>
              <a:ext cx="1396800" cy="540300"/>
            </a:xfrm>
            <a:prstGeom prst="straightConnector1">
              <a:avLst/>
            </a:prstGeom>
            <a:noFill/>
            <a:ln w="9525" cap="flat" cmpd="sng">
              <a:solidFill>
                <a:srgbClr val="868686"/>
              </a:solidFill>
              <a:prstDash val="solid"/>
              <a:round/>
              <a:headEnd type="none" w="sm" len="sm"/>
              <a:tailEnd type="none" w="sm" len="sm"/>
            </a:ln>
          </p:spPr>
        </p:cxnSp>
        <p:sp>
          <p:nvSpPr>
            <p:cNvPr id="2337" name="Google Shape;2337;p26"/>
            <p:cNvSpPr/>
            <p:nvPr/>
          </p:nvSpPr>
          <p:spPr>
            <a:xfrm>
              <a:off x="6994852" y="411811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61" name="Google Shape;2361;p26"/>
            <p:cNvSpPr/>
            <p:nvPr/>
          </p:nvSpPr>
          <p:spPr>
            <a:xfrm>
              <a:off x="6994852" y="370414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74" name="Google Shape;2374;p26"/>
            <p:cNvSpPr/>
            <p:nvPr/>
          </p:nvSpPr>
          <p:spPr>
            <a:xfrm>
              <a:off x="6994852" y="329017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387" name="Google Shape;2387;p26"/>
            <p:cNvSpPr/>
            <p:nvPr/>
          </p:nvSpPr>
          <p:spPr>
            <a:xfrm>
              <a:off x="6994852" y="287620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01" name="Google Shape;2401;p26"/>
            <p:cNvSpPr/>
            <p:nvPr/>
          </p:nvSpPr>
          <p:spPr>
            <a:xfrm>
              <a:off x="6994852" y="246223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14" name="Google Shape;2414;p26"/>
            <p:cNvSpPr/>
            <p:nvPr/>
          </p:nvSpPr>
          <p:spPr>
            <a:xfrm>
              <a:off x="6994852" y="2048265"/>
              <a:ext cx="265420" cy="229740"/>
            </a:xfrm>
            <a:prstGeom prst="ellipse">
              <a:avLst/>
            </a:prstGeom>
            <a:solidFill>
              <a:srgbClr val="E7FFBE"/>
            </a:solidFill>
            <a:ln w="12700" cap="flat" cmpd="sng">
              <a:solidFill>
                <a:srgbClr val="868686"/>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426" name="Google Shape;2426;p26"/>
            <p:cNvCxnSpPr>
              <a:endCxn id="2414" idx="2"/>
            </p:cNvCxnSpPr>
            <p:nvPr/>
          </p:nvCxnSpPr>
          <p:spPr>
            <a:xfrm rot="10800000" flipH="1">
              <a:off x="6297052" y="2163135"/>
              <a:ext cx="697800" cy="787200"/>
            </a:xfrm>
            <a:prstGeom prst="straightConnector1">
              <a:avLst/>
            </a:prstGeom>
            <a:noFill/>
            <a:ln w="9525" cap="flat" cmpd="sng">
              <a:solidFill>
                <a:srgbClr val="868686"/>
              </a:solidFill>
              <a:prstDash val="solid"/>
              <a:round/>
              <a:headEnd type="none" w="sm" len="sm"/>
              <a:tailEnd type="none" w="sm" len="sm"/>
            </a:ln>
          </p:spPr>
        </p:cxnSp>
        <p:cxnSp>
          <p:nvCxnSpPr>
            <p:cNvPr id="2427" name="Google Shape;2427;p26"/>
            <p:cNvCxnSpPr>
              <a:endCxn id="2401" idx="2"/>
            </p:cNvCxnSpPr>
            <p:nvPr/>
          </p:nvCxnSpPr>
          <p:spPr>
            <a:xfrm rot="10800000" flipH="1">
              <a:off x="6297052" y="2577105"/>
              <a:ext cx="697800" cy="373500"/>
            </a:xfrm>
            <a:prstGeom prst="straightConnector1">
              <a:avLst/>
            </a:prstGeom>
            <a:noFill/>
            <a:ln w="9525" cap="flat" cmpd="sng">
              <a:solidFill>
                <a:srgbClr val="868686"/>
              </a:solidFill>
              <a:prstDash val="solid"/>
              <a:round/>
              <a:headEnd type="none" w="sm" len="sm"/>
              <a:tailEnd type="none" w="sm" len="sm"/>
            </a:ln>
          </p:spPr>
        </p:cxnSp>
        <p:cxnSp>
          <p:nvCxnSpPr>
            <p:cNvPr id="2428" name="Google Shape;2428;p26"/>
            <p:cNvCxnSpPr>
              <a:endCxn id="2387" idx="2"/>
            </p:cNvCxnSpPr>
            <p:nvPr/>
          </p:nvCxnSpPr>
          <p:spPr>
            <a:xfrm>
              <a:off x="6297052" y="2950575"/>
              <a:ext cx="697800" cy="40500"/>
            </a:xfrm>
            <a:prstGeom prst="straightConnector1">
              <a:avLst/>
            </a:prstGeom>
            <a:noFill/>
            <a:ln w="9525" cap="flat" cmpd="sng">
              <a:solidFill>
                <a:srgbClr val="868686"/>
              </a:solidFill>
              <a:prstDash val="solid"/>
              <a:round/>
              <a:headEnd type="none" w="sm" len="sm"/>
              <a:tailEnd type="none" w="sm" len="sm"/>
            </a:ln>
          </p:spPr>
        </p:cxnSp>
        <p:cxnSp>
          <p:nvCxnSpPr>
            <p:cNvPr id="2429" name="Google Shape;2429;p26"/>
            <p:cNvCxnSpPr>
              <a:endCxn id="2374" idx="2"/>
            </p:cNvCxnSpPr>
            <p:nvPr/>
          </p:nvCxnSpPr>
          <p:spPr>
            <a:xfrm>
              <a:off x="6297052" y="2950545"/>
              <a:ext cx="697800" cy="454500"/>
            </a:xfrm>
            <a:prstGeom prst="straightConnector1">
              <a:avLst/>
            </a:prstGeom>
            <a:noFill/>
            <a:ln w="9525" cap="flat" cmpd="sng">
              <a:solidFill>
                <a:srgbClr val="868686"/>
              </a:solidFill>
              <a:prstDash val="solid"/>
              <a:round/>
              <a:headEnd type="none" w="sm" len="sm"/>
              <a:tailEnd type="none" w="sm" len="sm"/>
            </a:ln>
          </p:spPr>
        </p:cxnSp>
        <p:cxnSp>
          <p:nvCxnSpPr>
            <p:cNvPr id="2430" name="Google Shape;2430;p26"/>
            <p:cNvCxnSpPr>
              <a:endCxn id="2361" idx="2"/>
            </p:cNvCxnSpPr>
            <p:nvPr/>
          </p:nvCxnSpPr>
          <p:spPr>
            <a:xfrm>
              <a:off x="6297052" y="2950515"/>
              <a:ext cx="697800" cy="868500"/>
            </a:xfrm>
            <a:prstGeom prst="straightConnector1">
              <a:avLst/>
            </a:prstGeom>
            <a:noFill/>
            <a:ln w="9525" cap="flat" cmpd="sng">
              <a:solidFill>
                <a:srgbClr val="868686"/>
              </a:solidFill>
              <a:prstDash val="solid"/>
              <a:round/>
              <a:headEnd type="none" w="sm" len="sm"/>
              <a:tailEnd type="none" w="sm" len="sm"/>
            </a:ln>
          </p:spPr>
        </p:cxnSp>
        <p:cxnSp>
          <p:nvCxnSpPr>
            <p:cNvPr id="2431" name="Google Shape;2431;p26"/>
            <p:cNvCxnSpPr>
              <a:endCxn id="2337" idx="2"/>
            </p:cNvCxnSpPr>
            <p:nvPr/>
          </p:nvCxnSpPr>
          <p:spPr>
            <a:xfrm>
              <a:off x="6297052" y="2950485"/>
              <a:ext cx="697800" cy="1282500"/>
            </a:xfrm>
            <a:prstGeom prst="straightConnector1">
              <a:avLst/>
            </a:prstGeom>
            <a:noFill/>
            <a:ln w="9525" cap="flat" cmpd="sng">
              <a:solidFill>
                <a:srgbClr val="868686"/>
              </a:solidFill>
              <a:prstDash val="solid"/>
              <a:round/>
              <a:headEnd type="none" w="sm" len="sm"/>
              <a:tailEnd type="none" w="sm" len="sm"/>
            </a:ln>
          </p:spPr>
        </p:cxnSp>
        <p:cxnSp>
          <p:nvCxnSpPr>
            <p:cNvPr id="2432" name="Google Shape;2432;p26"/>
            <p:cNvCxnSpPr>
              <a:endCxn id="2414" idx="2"/>
            </p:cNvCxnSpPr>
            <p:nvPr/>
          </p:nvCxnSpPr>
          <p:spPr>
            <a:xfrm rot="10800000" flipH="1">
              <a:off x="6297052" y="2163135"/>
              <a:ext cx="697800" cy="1201200"/>
            </a:xfrm>
            <a:prstGeom prst="straightConnector1">
              <a:avLst/>
            </a:prstGeom>
            <a:noFill/>
            <a:ln w="9525" cap="flat" cmpd="sng">
              <a:solidFill>
                <a:srgbClr val="868686"/>
              </a:solidFill>
              <a:prstDash val="solid"/>
              <a:round/>
              <a:headEnd type="none" w="sm" len="sm"/>
              <a:tailEnd type="none" w="sm" len="sm"/>
            </a:ln>
          </p:spPr>
        </p:cxnSp>
        <p:cxnSp>
          <p:nvCxnSpPr>
            <p:cNvPr id="2433" name="Google Shape;2433;p26"/>
            <p:cNvCxnSpPr>
              <a:endCxn id="2401" idx="2"/>
            </p:cNvCxnSpPr>
            <p:nvPr/>
          </p:nvCxnSpPr>
          <p:spPr>
            <a:xfrm rot="10800000" flipH="1">
              <a:off x="6297052" y="2577105"/>
              <a:ext cx="697800" cy="787200"/>
            </a:xfrm>
            <a:prstGeom prst="straightConnector1">
              <a:avLst/>
            </a:prstGeom>
            <a:noFill/>
            <a:ln w="9525" cap="flat" cmpd="sng">
              <a:solidFill>
                <a:srgbClr val="868686"/>
              </a:solidFill>
              <a:prstDash val="solid"/>
              <a:round/>
              <a:headEnd type="none" w="sm" len="sm"/>
              <a:tailEnd type="none" w="sm" len="sm"/>
            </a:ln>
          </p:spPr>
        </p:cxnSp>
        <p:cxnSp>
          <p:nvCxnSpPr>
            <p:cNvPr id="2434" name="Google Shape;2434;p26"/>
            <p:cNvCxnSpPr>
              <a:endCxn id="2387" idx="2"/>
            </p:cNvCxnSpPr>
            <p:nvPr/>
          </p:nvCxnSpPr>
          <p:spPr>
            <a:xfrm rot="10800000" flipH="1">
              <a:off x="6297052" y="2991075"/>
              <a:ext cx="697800" cy="373500"/>
            </a:xfrm>
            <a:prstGeom prst="straightConnector1">
              <a:avLst/>
            </a:prstGeom>
            <a:noFill/>
            <a:ln w="9525" cap="flat" cmpd="sng">
              <a:solidFill>
                <a:srgbClr val="868686"/>
              </a:solidFill>
              <a:prstDash val="solid"/>
              <a:round/>
              <a:headEnd type="none" w="sm" len="sm"/>
              <a:tailEnd type="none" w="sm" len="sm"/>
            </a:ln>
          </p:spPr>
        </p:cxnSp>
        <p:cxnSp>
          <p:nvCxnSpPr>
            <p:cNvPr id="2435" name="Google Shape;2435;p26"/>
            <p:cNvCxnSpPr>
              <a:endCxn id="2374" idx="2"/>
            </p:cNvCxnSpPr>
            <p:nvPr/>
          </p:nvCxnSpPr>
          <p:spPr>
            <a:xfrm>
              <a:off x="6297052" y="3364545"/>
              <a:ext cx="697800" cy="40500"/>
            </a:xfrm>
            <a:prstGeom prst="straightConnector1">
              <a:avLst/>
            </a:prstGeom>
            <a:noFill/>
            <a:ln w="9525" cap="flat" cmpd="sng">
              <a:solidFill>
                <a:srgbClr val="868686"/>
              </a:solidFill>
              <a:prstDash val="solid"/>
              <a:round/>
              <a:headEnd type="none" w="sm" len="sm"/>
              <a:tailEnd type="none" w="sm" len="sm"/>
            </a:ln>
          </p:spPr>
        </p:cxnSp>
        <p:cxnSp>
          <p:nvCxnSpPr>
            <p:cNvPr id="2436" name="Google Shape;2436;p26"/>
            <p:cNvCxnSpPr>
              <a:endCxn id="2361" idx="2"/>
            </p:cNvCxnSpPr>
            <p:nvPr/>
          </p:nvCxnSpPr>
          <p:spPr>
            <a:xfrm>
              <a:off x="6297052" y="3364515"/>
              <a:ext cx="697800" cy="454500"/>
            </a:xfrm>
            <a:prstGeom prst="straightConnector1">
              <a:avLst/>
            </a:prstGeom>
            <a:noFill/>
            <a:ln w="9525" cap="flat" cmpd="sng">
              <a:solidFill>
                <a:srgbClr val="868686"/>
              </a:solidFill>
              <a:prstDash val="solid"/>
              <a:round/>
              <a:headEnd type="none" w="sm" len="sm"/>
              <a:tailEnd type="none" w="sm" len="sm"/>
            </a:ln>
          </p:spPr>
        </p:cxnSp>
        <p:cxnSp>
          <p:nvCxnSpPr>
            <p:cNvPr id="2437" name="Google Shape;2437;p26"/>
            <p:cNvCxnSpPr>
              <a:endCxn id="2337" idx="2"/>
            </p:cNvCxnSpPr>
            <p:nvPr/>
          </p:nvCxnSpPr>
          <p:spPr>
            <a:xfrm>
              <a:off x="6297052" y="3364485"/>
              <a:ext cx="697800" cy="868500"/>
            </a:xfrm>
            <a:prstGeom prst="straightConnector1">
              <a:avLst/>
            </a:prstGeom>
            <a:noFill/>
            <a:ln w="9525" cap="flat" cmpd="sng">
              <a:solidFill>
                <a:srgbClr val="868686"/>
              </a:solidFill>
              <a:prstDash val="solid"/>
              <a:round/>
              <a:headEnd type="none" w="sm" len="sm"/>
              <a:tailEnd type="none" w="sm" len="sm"/>
            </a:ln>
          </p:spPr>
        </p:cxnSp>
        <p:sp>
          <p:nvSpPr>
            <p:cNvPr id="2438" name="Google Shape;2438;p26"/>
            <p:cNvSpPr txBox="1"/>
            <p:nvPr/>
          </p:nvSpPr>
          <p:spPr>
            <a:xfrm>
              <a:off x="5869966" y="2813497"/>
              <a:ext cx="420530" cy="286232"/>
            </a:xfrm>
            <a:prstGeom prst="rect">
              <a:avLst/>
            </a:prstGeom>
            <a:solidFill>
              <a:schemeClr val="lt1"/>
            </a:solidFill>
            <a:ln w="38100" cap="flat" cmpd="sng">
              <a:solidFill>
                <a:srgbClr val="0C0C0C"/>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-.3</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2439" name="Google Shape;2439;p26"/>
            <p:cNvSpPr txBox="1"/>
            <p:nvPr/>
          </p:nvSpPr>
          <p:spPr>
            <a:xfrm>
              <a:off x="5876377" y="3249558"/>
              <a:ext cx="420530" cy="286232"/>
            </a:xfrm>
            <a:prstGeom prst="rect">
              <a:avLst/>
            </a:prstGeom>
            <a:solidFill>
              <a:schemeClr val="lt1"/>
            </a:solidFill>
            <a:ln w="38100" cap="flat" cmpd="sng">
              <a:solidFill>
                <a:srgbClr val="0C0C0C"/>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.6</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grpSp>
      <p:sp>
        <p:nvSpPr>
          <p:cNvPr id="2440" name="Google Shape;2440;p26"/>
          <p:cNvSpPr txBox="1"/>
          <p:nvPr/>
        </p:nvSpPr>
        <p:spPr>
          <a:xfrm>
            <a:off x="4805159" y="2876096"/>
            <a:ext cx="420530" cy="286232"/>
          </a:xfrm>
          <a:prstGeom prst="rect">
            <a:avLst/>
          </a:prstGeom>
          <a:solidFill>
            <a:schemeClr val="lt1"/>
          </a:solidFill>
          <a:ln w="38100" cap="flat" cmpd="sng">
            <a:solidFill>
              <a:srgbClr val="0C0C0C"/>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-.3</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2441" name="Google Shape;2441;p26"/>
          <p:cNvSpPr txBox="1"/>
          <p:nvPr/>
        </p:nvSpPr>
        <p:spPr>
          <a:xfrm>
            <a:off x="4805159" y="3290991"/>
            <a:ext cx="420530" cy="286232"/>
          </a:xfrm>
          <a:prstGeom prst="rect">
            <a:avLst/>
          </a:prstGeom>
          <a:solidFill>
            <a:schemeClr val="lt1"/>
          </a:solidFill>
          <a:ln w="38100" cap="flat" cmpd="sng">
            <a:solidFill>
              <a:srgbClr val="0C0C0C"/>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Arial"/>
              <a:buNone/>
            </a:pPr>
            <a:r>
              <a:rPr lang="en-US" altLang="zh-CN" sz="14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.6</a:t>
            </a:r>
            <a:endParaRPr lang="zh-CN" altLang="en-US" sz="14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2442" name="Google Shape;2442;p26"/>
          <p:cNvCxnSpPr>
            <a:stCxn id="2320" idx="6"/>
            <a:endCxn id="2440" idx="1"/>
          </p:cNvCxnSpPr>
          <p:nvPr/>
        </p:nvCxnSpPr>
        <p:spPr>
          <a:xfrm rot="10800000" flipH="1">
            <a:off x="4675894" y="3019263"/>
            <a:ext cx="129300" cy="1200"/>
          </a:xfrm>
          <a:prstGeom prst="straightConnector1">
            <a:avLst/>
          </a:prstGeom>
          <a:noFill/>
          <a:ln w="9525" cap="flat" cmpd="sng">
            <a:solidFill>
              <a:schemeClr val="accent4"/>
            </a:solidFill>
            <a:prstDash val="solid"/>
            <a:round/>
            <a:headEnd type="none" w="sm" len="sm"/>
            <a:tailEnd type="triangle" w="med" len="med"/>
          </a:ln>
        </p:spPr>
      </p:cxnSp>
      <p:cxnSp>
        <p:nvCxnSpPr>
          <p:cNvPr id="2443" name="Google Shape;2443;p26"/>
          <p:cNvCxnSpPr>
            <a:stCxn id="2319" idx="6"/>
            <a:endCxn id="2441" idx="1"/>
          </p:cNvCxnSpPr>
          <p:nvPr/>
        </p:nvCxnSpPr>
        <p:spPr>
          <a:xfrm rot="10800000" flipH="1">
            <a:off x="4675894" y="3434133"/>
            <a:ext cx="129300" cy="300"/>
          </a:xfrm>
          <a:prstGeom prst="straightConnector1">
            <a:avLst/>
          </a:prstGeom>
          <a:noFill/>
          <a:ln w="9525" cap="flat" cmpd="sng">
            <a:solidFill>
              <a:schemeClr val="accent4"/>
            </a:solidFill>
            <a:prstDash val="solid"/>
            <a:round/>
            <a:headEnd type="none" w="sm" len="sm"/>
            <a:tailEnd type="triangle" w="med" len="med"/>
          </a:ln>
        </p:spPr>
      </p:cxnSp>
      <p:cxnSp>
        <p:nvCxnSpPr>
          <p:cNvPr id="2444" name="Google Shape;2444;p26"/>
          <p:cNvCxnSpPr/>
          <p:nvPr/>
        </p:nvCxnSpPr>
        <p:spPr>
          <a:xfrm>
            <a:off x="5627722" y="1566710"/>
            <a:ext cx="0" cy="3365051"/>
          </a:xfrm>
          <a:prstGeom prst="straightConnector1">
            <a:avLst/>
          </a:prstGeom>
          <a:noFill/>
          <a:ln w="76200" cap="flat" cmpd="sng">
            <a:solidFill>
              <a:schemeClr val="dk2"/>
            </a:solidFill>
            <a:prstDash val="dash"/>
            <a:round/>
            <a:headEnd type="none" w="sm" len="sm"/>
            <a:tailEnd type="none" w="sm" len="sm"/>
          </a:ln>
        </p:spPr>
      </p:cxnSp>
      <p:sp>
        <p:nvSpPr>
          <p:cNvPr id="2445" name="Google Shape;2445;p26"/>
          <p:cNvSpPr/>
          <p:nvPr/>
        </p:nvSpPr>
        <p:spPr>
          <a:xfrm>
            <a:off x="2809587" y="5196758"/>
            <a:ext cx="1275046"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编码器</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446" name="Google Shape;2446;p26"/>
          <p:cNvSpPr/>
          <p:nvPr/>
        </p:nvSpPr>
        <p:spPr>
          <a:xfrm>
            <a:off x="6765525" y="5200586"/>
            <a:ext cx="1275046" cy="48261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解码器</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51"/>
        <p:cNvGrpSpPr/>
        <p:nvPr/>
      </p:nvGrpSpPr>
      <p:grpSpPr>
        <a:xfrm>
          <a:off x="0" y="0"/>
          <a:ext cx="0" cy="0"/>
          <a:chOff x="0" y="0"/>
          <a:chExt cx="0" cy="0"/>
        </a:xfrm>
      </p:grpSpPr>
      <p:sp>
        <p:nvSpPr>
          <p:cNvPr id="2452" name="Google Shape;2452;p2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生成式对抗网络 </a:t>
            </a:r>
            <a:r>
              <a:rPr lang="en-US" altLang="zh-CN">
                <a:latin typeface="Trebuchet MS" panose="020B0603020202020204" pitchFamily="34" charset="0"/>
                <a:ea typeface="黑体" panose="02010609060101010101" pitchFamily="49" charset="-122"/>
                <a:cs typeface="Trebuchet MS"/>
                <a:sym typeface="Trebuchet MS"/>
              </a:rPr>
              <a:t>(GAN)</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2453" name="Google Shape;2453;p27"/>
          <p:cNvGrpSpPr/>
          <p:nvPr/>
        </p:nvGrpSpPr>
        <p:grpSpPr>
          <a:xfrm>
            <a:off x="7391924" y="2574703"/>
            <a:ext cx="1675011" cy="1793102"/>
            <a:chOff x="6242862" y="1955578"/>
            <a:chExt cx="2036417" cy="2013750"/>
          </a:xfrm>
        </p:grpSpPr>
        <p:sp>
          <p:nvSpPr>
            <p:cNvPr id="2454" name="Google Shape;2454;p27"/>
            <p:cNvSpPr/>
            <p:nvPr/>
          </p:nvSpPr>
          <p:spPr>
            <a:xfrm>
              <a:off x="6242862" y="1955578"/>
              <a:ext cx="2036417" cy="2013750"/>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endParaRPr lang="zh-CN" altLang="en-US" sz="9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判别器</a:t>
              </a:r>
              <a:endParaRPr lang="zh-CN" altLang="en-US" sz="1800" b="1"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2455" name="Google Shape;2455;p27"/>
            <p:cNvSpPr/>
            <p:nvPr/>
          </p:nvSpPr>
          <p:spPr>
            <a:xfrm>
              <a:off x="6543839" y="2521048"/>
              <a:ext cx="361395" cy="359193"/>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56" name="Google Shape;2456;p27"/>
            <p:cNvSpPr/>
            <p:nvPr/>
          </p:nvSpPr>
          <p:spPr>
            <a:xfrm>
              <a:off x="6543839" y="2962853"/>
              <a:ext cx="361395" cy="359193"/>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57" name="Google Shape;2457;p27"/>
            <p:cNvSpPr/>
            <p:nvPr/>
          </p:nvSpPr>
          <p:spPr>
            <a:xfrm>
              <a:off x="6543839" y="3396290"/>
              <a:ext cx="361395" cy="359193"/>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58" name="Google Shape;2458;p27"/>
            <p:cNvSpPr/>
            <p:nvPr/>
          </p:nvSpPr>
          <p:spPr>
            <a:xfrm>
              <a:off x="7608062" y="2521048"/>
              <a:ext cx="361395" cy="359193"/>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59" name="Google Shape;2459;p27"/>
            <p:cNvSpPr/>
            <p:nvPr/>
          </p:nvSpPr>
          <p:spPr>
            <a:xfrm>
              <a:off x="7608062" y="2962853"/>
              <a:ext cx="361395" cy="359193"/>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60" name="Google Shape;2460;p27"/>
            <p:cNvSpPr/>
            <p:nvPr/>
          </p:nvSpPr>
          <p:spPr>
            <a:xfrm>
              <a:off x="7608062" y="3396290"/>
              <a:ext cx="361395" cy="359193"/>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461" name="Google Shape;2461;p27"/>
            <p:cNvCxnSpPr>
              <a:stCxn id="2457" idx="6"/>
              <a:endCxn id="2458" idx="2"/>
            </p:cNvCxnSpPr>
            <p:nvPr/>
          </p:nvCxnSpPr>
          <p:spPr>
            <a:xfrm rot="10800000" flipH="1">
              <a:off x="6905234" y="2700786"/>
              <a:ext cx="702900" cy="875100"/>
            </a:xfrm>
            <a:prstGeom prst="straightConnector1">
              <a:avLst/>
            </a:prstGeom>
            <a:noFill/>
            <a:ln w="28575" cap="flat" cmpd="sng">
              <a:solidFill>
                <a:srgbClr val="3B5C00"/>
              </a:solidFill>
              <a:prstDash val="solid"/>
              <a:round/>
              <a:headEnd type="none" w="sm" len="sm"/>
              <a:tailEnd type="none" w="sm" len="sm"/>
            </a:ln>
          </p:spPr>
        </p:cxnSp>
        <p:cxnSp>
          <p:nvCxnSpPr>
            <p:cNvPr id="2462" name="Google Shape;2462;p27"/>
            <p:cNvCxnSpPr>
              <a:stCxn id="2457" idx="6"/>
              <a:endCxn id="2459" idx="2"/>
            </p:cNvCxnSpPr>
            <p:nvPr/>
          </p:nvCxnSpPr>
          <p:spPr>
            <a:xfrm rot="10800000" flipH="1">
              <a:off x="6905234" y="3142386"/>
              <a:ext cx="702900" cy="433500"/>
            </a:xfrm>
            <a:prstGeom prst="straightConnector1">
              <a:avLst/>
            </a:prstGeom>
            <a:noFill/>
            <a:ln w="28575" cap="flat" cmpd="sng">
              <a:solidFill>
                <a:srgbClr val="3B5C00"/>
              </a:solidFill>
              <a:prstDash val="solid"/>
              <a:round/>
              <a:headEnd type="none" w="sm" len="sm"/>
              <a:tailEnd type="none" w="sm" len="sm"/>
            </a:ln>
          </p:spPr>
        </p:cxnSp>
        <p:cxnSp>
          <p:nvCxnSpPr>
            <p:cNvPr id="2463" name="Google Shape;2463;p27"/>
            <p:cNvCxnSpPr>
              <a:stCxn id="2457" idx="6"/>
              <a:endCxn id="2460" idx="2"/>
            </p:cNvCxnSpPr>
            <p:nvPr/>
          </p:nvCxnSpPr>
          <p:spPr>
            <a:xfrm>
              <a:off x="6905234" y="3575886"/>
              <a:ext cx="702900" cy="0"/>
            </a:xfrm>
            <a:prstGeom prst="straightConnector1">
              <a:avLst/>
            </a:prstGeom>
            <a:noFill/>
            <a:ln w="28575" cap="flat" cmpd="sng">
              <a:solidFill>
                <a:srgbClr val="3B5C00"/>
              </a:solidFill>
              <a:prstDash val="solid"/>
              <a:round/>
              <a:headEnd type="none" w="sm" len="sm"/>
              <a:tailEnd type="none" w="sm" len="sm"/>
            </a:ln>
          </p:spPr>
        </p:cxnSp>
        <p:cxnSp>
          <p:nvCxnSpPr>
            <p:cNvPr id="2464" name="Google Shape;2464;p27"/>
            <p:cNvCxnSpPr>
              <a:stCxn id="2455" idx="6"/>
              <a:endCxn id="2458" idx="2"/>
            </p:cNvCxnSpPr>
            <p:nvPr/>
          </p:nvCxnSpPr>
          <p:spPr>
            <a:xfrm>
              <a:off x="6905234" y="2700645"/>
              <a:ext cx="702900" cy="0"/>
            </a:xfrm>
            <a:prstGeom prst="straightConnector1">
              <a:avLst/>
            </a:prstGeom>
            <a:noFill/>
            <a:ln w="28575" cap="flat" cmpd="sng">
              <a:solidFill>
                <a:srgbClr val="3B5C00"/>
              </a:solidFill>
              <a:prstDash val="solid"/>
              <a:round/>
              <a:headEnd type="none" w="sm" len="sm"/>
              <a:tailEnd type="none" w="sm" len="sm"/>
            </a:ln>
          </p:spPr>
        </p:cxnSp>
        <p:cxnSp>
          <p:nvCxnSpPr>
            <p:cNvPr id="2465" name="Google Shape;2465;p27"/>
            <p:cNvCxnSpPr>
              <a:stCxn id="2455" idx="6"/>
              <a:endCxn id="2459" idx="2"/>
            </p:cNvCxnSpPr>
            <p:nvPr/>
          </p:nvCxnSpPr>
          <p:spPr>
            <a:xfrm>
              <a:off x="6905234" y="2700645"/>
              <a:ext cx="702900" cy="441900"/>
            </a:xfrm>
            <a:prstGeom prst="straightConnector1">
              <a:avLst/>
            </a:prstGeom>
            <a:noFill/>
            <a:ln w="28575" cap="flat" cmpd="sng">
              <a:solidFill>
                <a:srgbClr val="3B5C00"/>
              </a:solidFill>
              <a:prstDash val="solid"/>
              <a:round/>
              <a:headEnd type="none" w="sm" len="sm"/>
              <a:tailEnd type="none" w="sm" len="sm"/>
            </a:ln>
          </p:spPr>
        </p:cxnSp>
        <p:cxnSp>
          <p:nvCxnSpPr>
            <p:cNvPr id="2466" name="Google Shape;2466;p27"/>
            <p:cNvCxnSpPr>
              <a:stCxn id="2455" idx="6"/>
              <a:endCxn id="2460" idx="2"/>
            </p:cNvCxnSpPr>
            <p:nvPr/>
          </p:nvCxnSpPr>
          <p:spPr>
            <a:xfrm>
              <a:off x="6905234" y="2700645"/>
              <a:ext cx="702900" cy="875100"/>
            </a:xfrm>
            <a:prstGeom prst="straightConnector1">
              <a:avLst/>
            </a:prstGeom>
            <a:noFill/>
            <a:ln w="28575" cap="flat" cmpd="sng">
              <a:solidFill>
                <a:srgbClr val="3B5C00"/>
              </a:solidFill>
              <a:prstDash val="solid"/>
              <a:round/>
              <a:headEnd type="none" w="sm" len="sm"/>
              <a:tailEnd type="none" w="sm" len="sm"/>
            </a:ln>
          </p:spPr>
        </p:cxnSp>
        <p:cxnSp>
          <p:nvCxnSpPr>
            <p:cNvPr id="2467" name="Google Shape;2467;p27"/>
            <p:cNvCxnSpPr>
              <a:stCxn id="2456" idx="6"/>
              <a:endCxn id="2458" idx="2"/>
            </p:cNvCxnSpPr>
            <p:nvPr/>
          </p:nvCxnSpPr>
          <p:spPr>
            <a:xfrm rot="10800000" flipH="1">
              <a:off x="6905234" y="2700549"/>
              <a:ext cx="702900" cy="441900"/>
            </a:xfrm>
            <a:prstGeom prst="straightConnector1">
              <a:avLst/>
            </a:prstGeom>
            <a:noFill/>
            <a:ln w="28575" cap="flat" cmpd="sng">
              <a:solidFill>
                <a:srgbClr val="3B5C00"/>
              </a:solidFill>
              <a:prstDash val="solid"/>
              <a:round/>
              <a:headEnd type="none" w="sm" len="sm"/>
              <a:tailEnd type="none" w="sm" len="sm"/>
            </a:ln>
          </p:spPr>
        </p:cxnSp>
        <p:cxnSp>
          <p:nvCxnSpPr>
            <p:cNvPr id="2468" name="Google Shape;2468;p27"/>
            <p:cNvCxnSpPr>
              <a:stCxn id="2456" idx="6"/>
              <a:endCxn id="2459" idx="2"/>
            </p:cNvCxnSpPr>
            <p:nvPr/>
          </p:nvCxnSpPr>
          <p:spPr>
            <a:xfrm>
              <a:off x="6905234" y="3142449"/>
              <a:ext cx="702900" cy="0"/>
            </a:xfrm>
            <a:prstGeom prst="straightConnector1">
              <a:avLst/>
            </a:prstGeom>
            <a:noFill/>
            <a:ln w="28575" cap="flat" cmpd="sng">
              <a:solidFill>
                <a:srgbClr val="3B5C00"/>
              </a:solidFill>
              <a:prstDash val="solid"/>
              <a:round/>
              <a:headEnd type="none" w="sm" len="sm"/>
              <a:tailEnd type="none" w="sm" len="sm"/>
            </a:ln>
          </p:spPr>
        </p:cxnSp>
        <p:cxnSp>
          <p:nvCxnSpPr>
            <p:cNvPr id="2469" name="Google Shape;2469;p27"/>
            <p:cNvCxnSpPr>
              <a:stCxn id="2456" idx="6"/>
              <a:endCxn id="2460" idx="2"/>
            </p:cNvCxnSpPr>
            <p:nvPr/>
          </p:nvCxnSpPr>
          <p:spPr>
            <a:xfrm>
              <a:off x="6905234" y="3142449"/>
              <a:ext cx="702900" cy="433500"/>
            </a:xfrm>
            <a:prstGeom prst="straightConnector1">
              <a:avLst/>
            </a:prstGeom>
            <a:noFill/>
            <a:ln w="28575" cap="flat" cmpd="sng">
              <a:solidFill>
                <a:srgbClr val="3B5C00"/>
              </a:solidFill>
              <a:prstDash val="solid"/>
              <a:round/>
              <a:headEnd type="none" w="sm" len="sm"/>
              <a:tailEnd type="none" w="sm" len="sm"/>
            </a:ln>
          </p:spPr>
        </p:cxnSp>
      </p:grpSp>
      <p:pic>
        <p:nvPicPr>
          <p:cNvPr id="2470" name="Google Shape;2470;p27" descr="Abstract green background with triangles"/>
          <p:cNvPicPr preferRelativeResize="0"/>
          <p:nvPr/>
        </p:nvPicPr>
        <p:blipFill rotWithShape="1">
          <a:blip r:embed="rId3">
            <a:alphaModFix/>
          </a:blip>
          <a:srcRect/>
          <a:stretch/>
        </p:blipFill>
        <p:spPr>
          <a:xfrm>
            <a:off x="4749915" y="1518688"/>
            <a:ext cx="1536192" cy="1062869"/>
          </a:xfrm>
          <a:prstGeom prst="rect">
            <a:avLst/>
          </a:prstGeom>
          <a:noFill/>
          <a:ln>
            <a:noFill/>
          </a:ln>
        </p:spPr>
      </p:pic>
      <p:pic>
        <p:nvPicPr>
          <p:cNvPr id="2471" name="Google Shape;2471;p27" descr="Textured wall orange and red abstract background"/>
          <p:cNvPicPr preferRelativeResize="0"/>
          <p:nvPr/>
        </p:nvPicPr>
        <p:blipFill rotWithShape="1">
          <a:blip r:embed="rId4">
            <a:alphaModFix/>
          </a:blip>
          <a:srcRect/>
          <a:stretch/>
        </p:blipFill>
        <p:spPr>
          <a:xfrm>
            <a:off x="4899208" y="1692383"/>
            <a:ext cx="1536192" cy="1023876"/>
          </a:xfrm>
          <a:prstGeom prst="rect">
            <a:avLst/>
          </a:prstGeom>
          <a:noFill/>
          <a:ln>
            <a:noFill/>
          </a:ln>
        </p:spPr>
      </p:pic>
      <p:pic>
        <p:nvPicPr>
          <p:cNvPr id="2472" name="Google Shape;2472;p27" descr="Abstract watercolor background"/>
          <p:cNvPicPr preferRelativeResize="0"/>
          <p:nvPr/>
        </p:nvPicPr>
        <p:blipFill rotWithShape="1">
          <a:blip r:embed="rId5">
            <a:alphaModFix/>
          </a:blip>
          <a:srcRect/>
          <a:stretch/>
        </p:blipFill>
        <p:spPr>
          <a:xfrm>
            <a:off x="5048501" y="1827085"/>
            <a:ext cx="1536192" cy="1143140"/>
          </a:xfrm>
          <a:prstGeom prst="rect">
            <a:avLst/>
          </a:prstGeom>
          <a:noFill/>
          <a:ln>
            <a:noFill/>
          </a:ln>
        </p:spPr>
      </p:pic>
      <p:pic>
        <p:nvPicPr>
          <p:cNvPr id="2473" name="Google Shape;2473;p27" descr="Colorful paper stripes"/>
          <p:cNvPicPr preferRelativeResize="0"/>
          <p:nvPr/>
        </p:nvPicPr>
        <p:blipFill rotWithShape="1">
          <a:blip r:embed="rId6">
            <a:alphaModFix/>
          </a:blip>
          <a:srcRect/>
          <a:stretch/>
        </p:blipFill>
        <p:spPr>
          <a:xfrm>
            <a:off x="5197794" y="2081051"/>
            <a:ext cx="1536192" cy="1023876"/>
          </a:xfrm>
          <a:prstGeom prst="rect">
            <a:avLst/>
          </a:prstGeom>
          <a:noFill/>
          <a:ln>
            <a:noFill/>
          </a:ln>
        </p:spPr>
      </p:pic>
      <p:pic>
        <p:nvPicPr>
          <p:cNvPr id="2474" name="Google Shape;2474;p27" descr="Orange and yellow paper stripes in a wave shape"/>
          <p:cNvPicPr preferRelativeResize="0"/>
          <p:nvPr/>
        </p:nvPicPr>
        <p:blipFill rotWithShape="1">
          <a:blip r:embed="rId7">
            <a:alphaModFix/>
          </a:blip>
          <a:srcRect/>
          <a:stretch/>
        </p:blipFill>
        <p:spPr>
          <a:xfrm>
            <a:off x="5347089" y="2215752"/>
            <a:ext cx="1536192" cy="1022380"/>
          </a:xfrm>
          <a:prstGeom prst="rect">
            <a:avLst/>
          </a:prstGeom>
          <a:noFill/>
          <a:ln>
            <a:noFill/>
          </a:ln>
        </p:spPr>
      </p:pic>
      <p:grpSp>
        <p:nvGrpSpPr>
          <p:cNvPr id="2475" name="Google Shape;2475;p27"/>
          <p:cNvGrpSpPr/>
          <p:nvPr/>
        </p:nvGrpSpPr>
        <p:grpSpPr>
          <a:xfrm>
            <a:off x="2703714" y="3765497"/>
            <a:ext cx="1675011" cy="1793102"/>
            <a:chOff x="6242862" y="1955578"/>
            <a:chExt cx="2036417" cy="2013750"/>
          </a:xfrm>
        </p:grpSpPr>
        <p:sp>
          <p:nvSpPr>
            <p:cNvPr id="2476" name="Google Shape;2476;p27"/>
            <p:cNvSpPr/>
            <p:nvPr/>
          </p:nvSpPr>
          <p:spPr>
            <a:xfrm>
              <a:off x="6242862" y="1955578"/>
              <a:ext cx="2036417" cy="2013750"/>
            </a:xfrm>
            <a:prstGeom prst="rect">
              <a:avLst/>
            </a:prstGeom>
            <a:solidFill>
              <a:srgbClr val="789FF1"/>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endParaRPr lang="zh-CN" altLang="en-US" sz="9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800"/>
                <a:buFont typeface="Arial"/>
                <a:buNone/>
              </a:pPr>
              <a:r>
                <a:rPr lang="zh-CN" altLang="en-US" sz="1800" b="1"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生成器</a:t>
              </a:r>
              <a:endParaRPr lang="zh-CN" altLang="en-US" sz="1800" b="1"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2477" name="Google Shape;2477;p27"/>
            <p:cNvSpPr/>
            <p:nvPr/>
          </p:nvSpPr>
          <p:spPr>
            <a:xfrm>
              <a:off x="6543839" y="2521048"/>
              <a:ext cx="361395" cy="359193"/>
            </a:xfrm>
            <a:prstGeom prst="ellipse">
              <a:avLst/>
            </a:prstGeom>
            <a:solidFill>
              <a:srgbClr val="B9CFF9"/>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78" name="Google Shape;2478;p27"/>
            <p:cNvSpPr/>
            <p:nvPr/>
          </p:nvSpPr>
          <p:spPr>
            <a:xfrm>
              <a:off x="6543839" y="2962853"/>
              <a:ext cx="361395" cy="359193"/>
            </a:xfrm>
            <a:prstGeom prst="ellipse">
              <a:avLst/>
            </a:prstGeom>
            <a:solidFill>
              <a:srgbClr val="B9CFF9"/>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79" name="Google Shape;2479;p27"/>
            <p:cNvSpPr/>
            <p:nvPr/>
          </p:nvSpPr>
          <p:spPr>
            <a:xfrm>
              <a:off x="6543839" y="3396290"/>
              <a:ext cx="361395" cy="359193"/>
            </a:xfrm>
            <a:prstGeom prst="ellipse">
              <a:avLst/>
            </a:prstGeom>
            <a:solidFill>
              <a:srgbClr val="B9CFF9"/>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80" name="Google Shape;2480;p27"/>
            <p:cNvSpPr/>
            <p:nvPr/>
          </p:nvSpPr>
          <p:spPr>
            <a:xfrm>
              <a:off x="7608062" y="2521048"/>
              <a:ext cx="361395" cy="359193"/>
            </a:xfrm>
            <a:prstGeom prst="ellipse">
              <a:avLst/>
            </a:prstGeom>
            <a:solidFill>
              <a:srgbClr val="B9CFF9"/>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81" name="Google Shape;2481;p27"/>
            <p:cNvSpPr/>
            <p:nvPr/>
          </p:nvSpPr>
          <p:spPr>
            <a:xfrm>
              <a:off x="7608062" y="2962853"/>
              <a:ext cx="361395" cy="359193"/>
            </a:xfrm>
            <a:prstGeom prst="ellipse">
              <a:avLst/>
            </a:prstGeom>
            <a:solidFill>
              <a:srgbClr val="B9CFF9"/>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sp>
          <p:nvSpPr>
            <p:cNvPr id="2482" name="Google Shape;2482;p27"/>
            <p:cNvSpPr/>
            <p:nvPr/>
          </p:nvSpPr>
          <p:spPr>
            <a:xfrm>
              <a:off x="7608062" y="3396290"/>
              <a:ext cx="361395" cy="359193"/>
            </a:xfrm>
            <a:prstGeom prst="ellipse">
              <a:avLst/>
            </a:prstGeom>
            <a:solidFill>
              <a:srgbClr val="B9CFF9"/>
            </a:solidFill>
            <a:ln w="38100" cap="flat" cmpd="sng">
              <a:solidFill>
                <a:srgbClr val="3B5C00"/>
              </a:solidFill>
              <a:prstDash val="solid"/>
              <a:round/>
              <a:headEnd type="none" w="sm" len="sm"/>
              <a:tailEnd type="none" w="sm" len="sm"/>
            </a:ln>
            <a:effectLst>
              <a:outerShdw blurRad="39999" dist="23000" dir="5400000" rotWithShape="0">
                <a:srgbClr val="000000">
                  <a:alpha val="33725"/>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黑体" panose="02010609060101010101" pitchFamily="49" charset="-122"/>
                <a:ea typeface="黑体" panose="02010609060101010101" pitchFamily="49" charset="-122"/>
                <a:cs typeface="Microsoft Yahei"/>
                <a:sym typeface="Microsoft Yahei"/>
              </a:endParaRPr>
            </a:p>
          </p:txBody>
        </p:sp>
        <p:cxnSp>
          <p:nvCxnSpPr>
            <p:cNvPr id="2483" name="Google Shape;2483;p27"/>
            <p:cNvCxnSpPr>
              <a:stCxn id="2479" idx="6"/>
              <a:endCxn id="2480" idx="2"/>
            </p:cNvCxnSpPr>
            <p:nvPr/>
          </p:nvCxnSpPr>
          <p:spPr>
            <a:xfrm rot="10800000" flipH="1">
              <a:off x="6905234" y="2700786"/>
              <a:ext cx="702900" cy="875100"/>
            </a:xfrm>
            <a:prstGeom prst="straightConnector1">
              <a:avLst/>
            </a:prstGeom>
            <a:noFill/>
            <a:ln w="28575" cap="flat" cmpd="sng">
              <a:solidFill>
                <a:srgbClr val="3B5C00"/>
              </a:solidFill>
              <a:prstDash val="solid"/>
              <a:round/>
              <a:headEnd type="none" w="sm" len="sm"/>
              <a:tailEnd type="none" w="sm" len="sm"/>
            </a:ln>
          </p:spPr>
        </p:cxnSp>
        <p:cxnSp>
          <p:nvCxnSpPr>
            <p:cNvPr id="2484" name="Google Shape;2484;p27"/>
            <p:cNvCxnSpPr>
              <a:stCxn id="2479" idx="6"/>
              <a:endCxn id="2481" idx="2"/>
            </p:cNvCxnSpPr>
            <p:nvPr/>
          </p:nvCxnSpPr>
          <p:spPr>
            <a:xfrm rot="10800000" flipH="1">
              <a:off x="6905234" y="3142386"/>
              <a:ext cx="702900" cy="433500"/>
            </a:xfrm>
            <a:prstGeom prst="straightConnector1">
              <a:avLst/>
            </a:prstGeom>
            <a:noFill/>
            <a:ln w="28575" cap="flat" cmpd="sng">
              <a:solidFill>
                <a:srgbClr val="3B5C00"/>
              </a:solidFill>
              <a:prstDash val="solid"/>
              <a:round/>
              <a:headEnd type="none" w="sm" len="sm"/>
              <a:tailEnd type="none" w="sm" len="sm"/>
            </a:ln>
          </p:spPr>
        </p:cxnSp>
        <p:cxnSp>
          <p:nvCxnSpPr>
            <p:cNvPr id="2485" name="Google Shape;2485;p27"/>
            <p:cNvCxnSpPr>
              <a:stCxn id="2479" idx="6"/>
              <a:endCxn id="2482" idx="2"/>
            </p:cNvCxnSpPr>
            <p:nvPr/>
          </p:nvCxnSpPr>
          <p:spPr>
            <a:xfrm>
              <a:off x="6905234" y="3575886"/>
              <a:ext cx="702900" cy="0"/>
            </a:xfrm>
            <a:prstGeom prst="straightConnector1">
              <a:avLst/>
            </a:prstGeom>
            <a:noFill/>
            <a:ln w="28575" cap="flat" cmpd="sng">
              <a:solidFill>
                <a:srgbClr val="3B5C00"/>
              </a:solidFill>
              <a:prstDash val="solid"/>
              <a:round/>
              <a:headEnd type="none" w="sm" len="sm"/>
              <a:tailEnd type="none" w="sm" len="sm"/>
            </a:ln>
          </p:spPr>
        </p:cxnSp>
        <p:cxnSp>
          <p:nvCxnSpPr>
            <p:cNvPr id="2486" name="Google Shape;2486;p27"/>
            <p:cNvCxnSpPr>
              <a:stCxn id="2477" idx="6"/>
              <a:endCxn id="2480" idx="2"/>
            </p:cNvCxnSpPr>
            <p:nvPr/>
          </p:nvCxnSpPr>
          <p:spPr>
            <a:xfrm>
              <a:off x="6905234" y="2700645"/>
              <a:ext cx="702900" cy="0"/>
            </a:xfrm>
            <a:prstGeom prst="straightConnector1">
              <a:avLst/>
            </a:prstGeom>
            <a:noFill/>
            <a:ln w="28575" cap="flat" cmpd="sng">
              <a:solidFill>
                <a:srgbClr val="3B5C00"/>
              </a:solidFill>
              <a:prstDash val="solid"/>
              <a:round/>
              <a:headEnd type="none" w="sm" len="sm"/>
              <a:tailEnd type="none" w="sm" len="sm"/>
            </a:ln>
          </p:spPr>
        </p:cxnSp>
        <p:cxnSp>
          <p:nvCxnSpPr>
            <p:cNvPr id="2487" name="Google Shape;2487;p27"/>
            <p:cNvCxnSpPr>
              <a:stCxn id="2477" idx="6"/>
              <a:endCxn id="2481" idx="2"/>
            </p:cNvCxnSpPr>
            <p:nvPr/>
          </p:nvCxnSpPr>
          <p:spPr>
            <a:xfrm>
              <a:off x="6905234" y="2700645"/>
              <a:ext cx="702900" cy="441900"/>
            </a:xfrm>
            <a:prstGeom prst="straightConnector1">
              <a:avLst/>
            </a:prstGeom>
            <a:noFill/>
            <a:ln w="28575" cap="flat" cmpd="sng">
              <a:solidFill>
                <a:srgbClr val="3B5C00"/>
              </a:solidFill>
              <a:prstDash val="solid"/>
              <a:round/>
              <a:headEnd type="none" w="sm" len="sm"/>
              <a:tailEnd type="none" w="sm" len="sm"/>
            </a:ln>
          </p:spPr>
        </p:cxnSp>
        <p:cxnSp>
          <p:nvCxnSpPr>
            <p:cNvPr id="2488" name="Google Shape;2488;p27"/>
            <p:cNvCxnSpPr>
              <a:stCxn id="2477" idx="6"/>
              <a:endCxn id="2482" idx="2"/>
            </p:cNvCxnSpPr>
            <p:nvPr/>
          </p:nvCxnSpPr>
          <p:spPr>
            <a:xfrm>
              <a:off x="6905234" y="2700645"/>
              <a:ext cx="702900" cy="875100"/>
            </a:xfrm>
            <a:prstGeom prst="straightConnector1">
              <a:avLst/>
            </a:prstGeom>
            <a:noFill/>
            <a:ln w="28575" cap="flat" cmpd="sng">
              <a:solidFill>
                <a:srgbClr val="3B5C00"/>
              </a:solidFill>
              <a:prstDash val="solid"/>
              <a:round/>
              <a:headEnd type="none" w="sm" len="sm"/>
              <a:tailEnd type="none" w="sm" len="sm"/>
            </a:ln>
          </p:spPr>
        </p:cxnSp>
        <p:cxnSp>
          <p:nvCxnSpPr>
            <p:cNvPr id="2489" name="Google Shape;2489;p27"/>
            <p:cNvCxnSpPr>
              <a:stCxn id="2478" idx="6"/>
              <a:endCxn id="2480" idx="2"/>
            </p:cNvCxnSpPr>
            <p:nvPr/>
          </p:nvCxnSpPr>
          <p:spPr>
            <a:xfrm rot="10800000" flipH="1">
              <a:off x="6905234" y="2700549"/>
              <a:ext cx="702900" cy="441900"/>
            </a:xfrm>
            <a:prstGeom prst="straightConnector1">
              <a:avLst/>
            </a:prstGeom>
            <a:noFill/>
            <a:ln w="28575" cap="flat" cmpd="sng">
              <a:solidFill>
                <a:srgbClr val="3B5C00"/>
              </a:solidFill>
              <a:prstDash val="solid"/>
              <a:round/>
              <a:headEnd type="none" w="sm" len="sm"/>
              <a:tailEnd type="none" w="sm" len="sm"/>
            </a:ln>
          </p:spPr>
        </p:cxnSp>
        <p:cxnSp>
          <p:nvCxnSpPr>
            <p:cNvPr id="2490" name="Google Shape;2490;p27"/>
            <p:cNvCxnSpPr>
              <a:stCxn id="2478" idx="6"/>
              <a:endCxn id="2481" idx="2"/>
            </p:cNvCxnSpPr>
            <p:nvPr/>
          </p:nvCxnSpPr>
          <p:spPr>
            <a:xfrm>
              <a:off x="6905234" y="3142449"/>
              <a:ext cx="702900" cy="0"/>
            </a:xfrm>
            <a:prstGeom prst="straightConnector1">
              <a:avLst/>
            </a:prstGeom>
            <a:noFill/>
            <a:ln w="28575" cap="flat" cmpd="sng">
              <a:solidFill>
                <a:srgbClr val="3B5C00"/>
              </a:solidFill>
              <a:prstDash val="solid"/>
              <a:round/>
              <a:headEnd type="none" w="sm" len="sm"/>
              <a:tailEnd type="none" w="sm" len="sm"/>
            </a:ln>
          </p:spPr>
        </p:cxnSp>
        <p:cxnSp>
          <p:nvCxnSpPr>
            <p:cNvPr id="2491" name="Google Shape;2491;p27"/>
            <p:cNvCxnSpPr>
              <a:stCxn id="2478" idx="6"/>
              <a:endCxn id="2482" idx="2"/>
            </p:cNvCxnSpPr>
            <p:nvPr/>
          </p:nvCxnSpPr>
          <p:spPr>
            <a:xfrm>
              <a:off x="6905234" y="3142449"/>
              <a:ext cx="702900" cy="433500"/>
            </a:xfrm>
            <a:prstGeom prst="straightConnector1">
              <a:avLst/>
            </a:prstGeom>
            <a:noFill/>
            <a:ln w="28575" cap="flat" cmpd="sng">
              <a:solidFill>
                <a:srgbClr val="3B5C00"/>
              </a:solidFill>
              <a:prstDash val="solid"/>
              <a:round/>
              <a:headEnd type="none" w="sm" len="sm"/>
              <a:tailEnd type="none" w="sm" len="sm"/>
            </a:ln>
          </p:spPr>
        </p:cxnSp>
      </p:grpSp>
      <p:sp>
        <p:nvSpPr>
          <p:cNvPr id="2492" name="Google Shape;2492;p27"/>
          <p:cNvSpPr/>
          <p:nvPr/>
        </p:nvSpPr>
        <p:spPr>
          <a:xfrm>
            <a:off x="5769839" y="2574703"/>
            <a:ext cx="1153506" cy="773022"/>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真实图像</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pic>
        <p:nvPicPr>
          <p:cNvPr id="2493" name="Google Shape;2493;p27" descr="Sheets of blue paper in a circle  close up"/>
          <p:cNvPicPr preferRelativeResize="0"/>
          <p:nvPr/>
        </p:nvPicPr>
        <p:blipFill rotWithShape="1">
          <a:blip r:embed="rId8">
            <a:alphaModFix/>
          </a:blip>
          <a:srcRect/>
          <a:stretch/>
        </p:blipFill>
        <p:spPr>
          <a:xfrm>
            <a:off x="4751815" y="3872074"/>
            <a:ext cx="1536192" cy="1024128"/>
          </a:xfrm>
          <a:prstGeom prst="rect">
            <a:avLst/>
          </a:prstGeom>
          <a:noFill/>
          <a:ln>
            <a:noFill/>
          </a:ln>
        </p:spPr>
      </p:pic>
      <p:pic>
        <p:nvPicPr>
          <p:cNvPr id="2494" name="Google Shape;2494;p27" descr="Close-up blur of colorful street lights"/>
          <p:cNvPicPr preferRelativeResize="0"/>
          <p:nvPr/>
        </p:nvPicPr>
        <p:blipFill rotWithShape="1">
          <a:blip r:embed="rId9">
            <a:alphaModFix/>
          </a:blip>
          <a:srcRect/>
          <a:stretch/>
        </p:blipFill>
        <p:spPr>
          <a:xfrm>
            <a:off x="4900634" y="4022074"/>
            <a:ext cx="1536192" cy="1024128"/>
          </a:xfrm>
          <a:prstGeom prst="rect">
            <a:avLst/>
          </a:prstGeom>
          <a:noFill/>
          <a:ln>
            <a:noFill/>
          </a:ln>
        </p:spPr>
      </p:pic>
      <p:pic>
        <p:nvPicPr>
          <p:cNvPr id="2495" name="Google Shape;2495;p27" descr="Abstract smoke background"/>
          <p:cNvPicPr preferRelativeResize="0"/>
          <p:nvPr/>
        </p:nvPicPr>
        <p:blipFill rotWithShape="1">
          <a:blip r:embed="rId10">
            <a:alphaModFix/>
          </a:blip>
          <a:srcRect/>
          <a:stretch/>
        </p:blipFill>
        <p:spPr>
          <a:xfrm>
            <a:off x="5049453" y="4172074"/>
            <a:ext cx="1536192" cy="1024128"/>
          </a:xfrm>
          <a:prstGeom prst="rect">
            <a:avLst/>
          </a:prstGeom>
          <a:noFill/>
          <a:ln>
            <a:noFill/>
          </a:ln>
        </p:spPr>
      </p:pic>
      <p:pic>
        <p:nvPicPr>
          <p:cNvPr id="2496" name="Google Shape;2496;p27" descr="Paint splash on a white background"/>
          <p:cNvPicPr preferRelativeResize="0"/>
          <p:nvPr/>
        </p:nvPicPr>
        <p:blipFill rotWithShape="1">
          <a:blip r:embed="rId11">
            <a:alphaModFix/>
          </a:blip>
          <a:srcRect/>
          <a:stretch/>
        </p:blipFill>
        <p:spPr>
          <a:xfrm>
            <a:off x="5198271" y="4322074"/>
            <a:ext cx="1536192" cy="1024128"/>
          </a:xfrm>
          <a:prstGeom prst="rect">
            <a:avLst/>
          </a:prstGeom>
          <a:noFill/>
          <a:ln>
            <a:noFill/>
          </a:ln>
        </p:spPr>
      </p:pic>
      <p:pic>
        <p:nvPicPr>
          <p:cNvPr id="2497" name="Google Shape;2497;p27" descr="Abstract seamless pattern of white lines on a red background"/>
          <p:cNvPicPr preferRelativeResize="0"/>
          <p:nvPr/>
        </p:nvPicPr>
        <p:blipFill rotWithShape="1">
          <a:blip r:embed="rId12">
            <a:alphaModFix/>
          </a:blip>
          <a:srcRect/>
          <a:stretch/>
        </p:blipFill>
        <p:spPr>
          <a:xfrm>
            <a:off x="5347089" y="4472074"/>
            <a:ext cx="1536192" cy="1024128"/>
          </a:xfrm>
          <a:prstGeom prst="rect">
            <a:avLst/>
          </a:prstGeom>
          <a:noFill/>
          <a:ln>
            <a:noFill/>
          </a:ln>
        </p:spPr>
      </p:pic>
      <p:sp>
        <p:nvSpPr>
          <p:cNvPr id="2498" name="Google Shape;2498;p27"/>
          <p:cNvSpPr/>
          <p:nvPr/>
        </p:nvSpPr>
        <p:spPr>
          <a:xfrm>
            <a:off x="7013496" y="1518689"/>
            <a:ext cx="264095" cy="3977514"/>
          </a:xfrm>
          <a:prstGeom prst="rightBrace">
            <a:avLst>
              <a:gd name="adj1" fmla="val 0"/>
              <a:gd name="adj2" fmla="val 50000"/>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499" name="Google Shape;2499;p27"/>
          <p:cNvSpPr/>
          <p:nvPr/>
        </p:nvSpPr>
        <p:spPr>
          <a:xfrm>
            <a:off x="5785663" y="4834274"/>
            <a:ext cx="1153506" cy="773022"/>
          </a:xfrm>
          <a:prstGeom prst="rect">
            <a:avLst/>
          </a:prstGeom>
          <a:solidFill>
            <a:srgbClr val="CEDDFA"/>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虚假图像</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cxnSp>
        <p:nvCxnSpPr>
          <p:cNvPr id="2500" name="Google Shape;2500;p27"/>
          <p:cNvCxnSpPr>
            <a:stCxn id="2476" idx="3"/>
          </p:cNvCxnSpPr>
          <p:nvPr/>
        </p:nvCxnSpPr>
        <p:spPr>
          <a:xfrm>
            <a:off x="4378725" y="4662048"/>
            <a:ext cx="291300" cy="300"/>
          </a:xfrm>
          <a:prstGeom prst="straightConnector1">
            <a:avLst/>
          </a:prstGeom>
          <a:noFill/>
          <a:ln w="38100" cap="flat" cmpd="sng">
            <a:solidFill>
              <a:srgbClr val="595959"/>
            </a:solidFill>
            <a:prstDash val="solid"/>
            <a:round/>
            <a:headEnd type="none" w="sm" len="sm"/>
            <a:tailEnd type="triangle" w="med" len="med"/>
          </a:ln>
        </p:spPr>
      </p:cxnSp>
      <p:cxnSp>
        <p:nvCxnSpPr>
          <p:cNvPr id="2501" name="Google Shape;2501;p27"/>
          <p:cNvCxnSpPr>
            <a:stCxn id="2454" idx="3"/>
            <a:endCxn id="2502" idx="1"/>
          </p:cNvCxnSpPr>
          <p:nvPr/>
        </p:nvCxnSpPr>
        <p:spPr>
          <a:xfrm>
            <a:off x="9066935" y="3471254"/>
            <a:ext cx="355800" cy="0"/>
          </a:xfrm>
          <a:prstGeom prst="straightConnector1">
            <a:avLst/>
          </a:prstGeom>
          <a:noFill/>
          <a:ln w="38100" cap="flat" cmpd="sng">
            <a:solidFill>
              <a:srgbClr val="595959"/>
            </a:solidFill>
            <a:prstDash val="solid"/>
            <a:round/>
            <a:headEnd type="none" w="sm" len="sm"/>
            <a:tailEnd type="triangle" w="med" len="med"/>
          </a:ln>
        </p:spPr>
      </p:cxnSp>
      <p:grpSp>
        <p:nvGrpSpPr>
          <p:cNvPr id="2503" name="Google Shape;2503;p27"/>
          <p:cNvGrpSpPr/>
          <p:nvPr/>
        </p:nvGrpSpPr>
        <p:grpSpPr>
          <a:xfrm>
            <a:off x="9422824" y="2196520"/>
            <a:ext cx="1153506" cy="2549467"/>
            <a:chOff x="9260899" y="1941226"/>
            <a:chExt cx="1153506" cy="2549467"/>
          </a:xfrm>
        </p:grpSpPr>
        <p:sp>
          <p:nvSpPr>
            <p:cNvPr id="2502" name="Google Shape;2502;p27"/>
            <p:cNvSpPr/>
            <p:nvPr/>
          </p:nvSpPr>
          <p:spPr>
            <a:xfrm>
              <a:off x="9260899" y="1941226"/>
              <a:ext cx="1153506" cy="2549467"/>
            </a:xfrm>
            <a:prstGeom prst="rect">
              <a:avLst/>
            </a:prstGeom>
            <a:solidFill>
              <a:srgbClr val="EFEFEF"/>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Trebuchet MS"/>
                <a:buNone/>
              </a:pPr>
              <a:r>
                <a:rPr lang="zh-CN" altLang="en-US" sz="14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预测</a:t>
              </a:r>
              <a:endParaRPr lang="zh-CN" altLang="en-US" sz="14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504" name="Google Shape;2504;p27"/>
            <p:cNvSpPr/>
            <p:nvPr/>
          </p:nvSpPr>
          <p:spPr>
            <a:xfrm>
              <a:off x="9354660" y="2269012"/>
              <a:ext cx="965984" cy="965984"/>
            </a:xfrm>
            <a:prstGeom prst="ellipse">
              <a:avLst/>
            </a:prstGeom>
            <a:solidFill>
              <a:schemeClr val="lt2"/>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zh-CN" altLang="en-US" sz="14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真实</a:t>
              </a:r>
              <a:endParaRPr lang="zh-CN" altLang="en-US" sz="18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2505" name="Google Shape;2505;p27"/>
            <p:cNvSpPr/>
            <p:nvPr/>
          </p:nvSpPr>
          <p:spPr>
            <a:xfrm>
              <a:off x="9357000" y="3350425"/>
              <a:ext cx="965984" cy="965984"/>
            </a:xfrm>
            <a:prstGeom prst="ellipse">
              <a:avLst/>
            </a:prstGeom>
            <a:solidFill>
              <a:schemeClr val="accent5"/>
            </a:solidFill>
            <a:ln w="2540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800"/>
                <a:buFont typeface="Arial"/>
                <a:buNone/>
              </a:pPr>
              <a:endParaRPr lang="zh-CN" altLang="en-US" sz="1800" b="0" i="0" u="none" strike="noStrike" cap="none">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lnSpc>
                  <a:spcPct val="100000"/>
                </a:lnSpc>
                <a:spcBef>
                  <a:spcPts val="0"/>
                </a:spcBef>
                <a:spcAft>
                  <a:spcPts val="0"/>
                </a:spcAft>
                <a:buClr>
                  <a:srgbClr val="000000"/>
                </a:buClr>
                <a:buSzPts val="1400"/>
                <a:buFont typeface="Arial"/>
                <a:buNone/>
              </a:pPr>
              <a:r>
                <a:rPr lang="zh-CN" altLang="en-US" sz="14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虚假</a:t>
              </a:r>
              <a:endParaRPr lang="zh-CN" altLang="en-US" sz="14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p:txBody>
        </p:sp>
        <p:pic>
          <p:nvPicPr>
            <p:cNvPr id="2506" name="Google Shape;2506;p27" descr="Checkmark"/>
            <p:cNvPicPr preferRelativeResize="0"/>
            <p:nvPr/>
          </p:nvPicPr>
          <p:blipFill rotWithShape="1">
            <a:blip r:embed="rId13">
              <a:alphaModFix/>
            </a:blip>
            <a:srcRect/>
            <a:stretch/>
          </p:blipFill>
          <p:spPr>
            <a:xfrm>
              <a:off x="9516547" y="2302394"/>
              <a:ext cx="642209" cy="642209"/>
            </a:xfrm>
            <a:prstGeom prst="rect">
              <a:avLst/>
            </a:prstGeom>
            <a:noFill/>
            <a:ln>
              <a:noFill/>
            </a:ln>
          </p:spPr>
        </p:pic>
        <p:pic>
          <p:nvPicPr>
            <p:cNvPr id="2507" name="Google Shape;2507;p27" descr="Close"/>
            <p:cNvPicPr preferRelativeResize="0"/>
            <p:nvPr/>
          </p:nvPicPr>
          <p:blipFill rotWithShape="1">
            <a:blip r:embed="rId14">
              <a:alphaModFix/>
            </a:blip>
            <a:srcRect/>
            <a:stretch/>
          </p:blipFill>
          <p:spPr>
            <a:xfrm>
              <a:off x="9480742" y="3369190"/>
              <a:ext cx="713819" cy="713819"/>
            </a:xfrm>
            <a:prstGeom prst="rect">
              <a:avLst/>
            </a:prstGeom>
            <a:noFill/>
            <a:ln>
              <a:noFill/>
            </a:ln>
          </p:spPr>
        </p:pic>
      </p:grpSp>
      <p:pic>
        <p:nvPicPr>
          <p:cNvPr id="2508" name="Google Shape;2508;p27"/>
          <p:cNvPicPr preferRelativeResize="0"/>
          <p:nvPr/>
        </p:nvPicPr>
        <p:blipFill rotWithShape="1">
          <a:blip r:embed="rId15">
            <a:alphaModFix/>
          </a:blip>
          <a:srcRect/>
          <a:stretch/>
        </p:blipFill>
        <p:spPr>
          <a:xfrm rot="-5400000">
            <a:off x="599426" y="3547737"/>
            <a:ext cx="1066800" cy="1600200"/>
          </a:xfrm>
          <a:prstGeom prst="rect">
            <a:avLst/>
          </a:prstGeom>
          <a:noFill/>
          <a:ln>
            <a:noFill/>
          </a:ln>
        </p:spPr>
      </p:pic>
      <p:pic>
        <p:nvPicPr>
          <p:cNvPr id="2509" name="Google Shape;2509;p27"/>
          <p:cNvPicPr preferRelativeResize="0"/>
          <p:nvPr/>
        </p:nvPicPr>
        <p:blipFill rotWithShape="1">
          <a:blip r:embed="rId15">
            <a:alphaModFix/>
          </a:blip>
          <a:srcRect/>
          <a:stretch/>
        </p:blipFill>
        <p:spPr>
          <a:xfrm rot="-5400000">
            <a:off x="762011" y="3704022"/>
            <a:ext cx="1066800" cy="1600200"/>
          </a:xfrm>
          <a:prstGeom prst="rect">
            <a:avLst/>
          </a:prstGeom>
          <a:noFill/>
          <a:ln>
            <a:noFill/>
          </a:ln>
        </p:spPr>
      </p:pic>
      <p:pic>
        <p:nvPicPr>
          <p:cNvPr id="2510" name="Google Shape;2510;p27"/>
          <p:cNvPicPr preferRelativeResize="0"/>
          <p:nvPr/>
        </p:nvPicPr>
        <p:blipFill rotWithShape="1">
          <a:blip r:embed="rId15">
            <a:alphaModFix/>
          </a:blip>
          <a:srcRect/>
          <a:stretch/>
        </p:blipFill>
        <p:spPr>
          <a:xfrm rot="-5400000">
            <a:off x="916518" y="3951782"/>
            <a:ext cx="1066800" cy="1600200"/>
          </a:xfrm>
          <a:prstGeom prst="rect">
            <a:avLst/>
          </a:prstGeom>
          <a:noFill/>
          <a:ln>
            <a:noFill/>
          </a:ln>
        </p:spPr>
      </p:pic>
      <p:cxnSp>
        <p:nvCxnSpPr>
          <p:cNvPr id="2511" name="Google Shape;2511;p27"/>
          <p:cNvCxnSpPr/>
          <p:nvPr/>
        </p:nvCxnSpPr>
        <p:spPr>
          <a:xfrm>
            <a:off x="2247648" y="4661692"/>
            <a:ext cx="291418" cy="356"/>
          </a:xfrm>
          <a:prstGeom prst="straightConnector1">
            <a:avLst/>
          </a:prstGeom>
          <a:noFill/>
          <a:ln w="38100" cap="flat" cmpd="sng">
            <a:solidFill>
              <a:srgbClr val="595959"/>
            </a:solidFill>
            <a:prstDash val="solid"/>
            <a:round/>
            <a:headEnd type="none" w="sm" len="sm"/>
            <a:tailEnd type="triangle" w="med" len="med"/>
          </a:ln>
        </p:spPr>
      </p:cxnSp>
      <p:sp>
        <p:nvSpPr>
          <p:cNvPr id="2512" name="Google Shape;2512;p27"/>
          <p:cNvSpPr/>
          <p:nvPr/>
        </p:nvSpPr>
        <p:spPr>
          <a:xfrm>
            <a:off x="958049" y="4794126"/>
            <a:ext cx="1153506" cy="773022"/>
          </a:xfrm>
          <a:prstGeom prst="rect">
            <a:avLst/>
          </a:prstGeom>
          <a:solidFill>
            <a:srgbClr val="EFEFEF"/>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噪音</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17"/>
        <p:cNvGrpSpPr/>
        <p:nvPr/>
      </p:nvGrpSpPr>
      <p:grpSpPr>
        <a:xfrm>
          <a:off x="0" y="0"/>
          <a:ext cx="0" cy="0"/>
          <a:chOff x="0" y="0"/>
          <a:chExt cx="0" cy="0"/>
        </a:xfrm>
      </p:grpSpPr>
      <p:sp>
        <p:nvSpPr>
          <p:cNvPr id="2518" name="Google Shape;2518;p2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强化学习</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2519" name="Google Shape;2519;p28" descr="A close up of a dog  Description automatically generated"/>
          <p:cNvPicPr preferRelativeResize="0"/>
          <p:nvPr/>
        </p:nvPicPr>
        <p:blipFill rotWithShape="1">
          <a:blip r:embed="rId3">
            <a:alphaModFix/>
          </a:blip>
          <a:srcRect l="8661" t="8852" r="8881"/>
          <a:stretch/>
        </p:blipFill>
        <p:spPr>
          <a:xfrm>
            <a:off x="1200150" y="2066925"/>
            <a:ext cx="2390776" cy="2647949"/>
          </a:xfrm>
          <a:prstGeom prst="rect">
            <a:avLst/>
          </a:prstGeom>
          <a:noFill/>
          <a:ln w="228600" cap="sq" cmpd="thickThin">
            <a:solidFill>
              <a:srgbClr val="000000"/>
            </a:solidFill>
            <a:prstDash val="solid"/>
            <a:miter lim="800000"/>
            <a:headEnd type="none" w="sm" len="sm"/>
            <a:tailEnd type="none" w="sm" len="sm"/>
          </a:ln>
          <a:effectLst>
            <a:outerShdw blurRad="50800" dist="38100" dir="8100000" algn="tr" rotWithShape="0">
              <a:srgbClr val="000000">
                <a:alpha val="40000"/>
              </a:srgbClr>
            </a:outerShdw>
          </a:effectLst>
        </p:spPr>
      </p:pic>
      <p:pic>
        <p:nvPicPr>
          <p:cNvPr id="2520" name="Google Shape;2520;p28" descr="Dog"/>
          <p:cNvPicPr preferRelativeResize="0"/>
          <p:nvPr/>
        </p:nvPicPr>
        <p:blipFill rotWithShape="1">
          <a:blip r:embed="rId4">
            <a:alphaModFix/>
          </a:blip>
          <a:srcRect/>
          <a:stretch/>
        </p:blipFill>
        <p:spPr>
          <a:xfrm>
            <a:off x="4962525" y="2466975"/>
            <a:ext cx="1238250" cy="1238250"/>
          </a:xfrm>
          <a:prstGeom prst="rect">
            <a:avLst/>
          </a:prstGeom>
          <a:noFill/>
          <a:ln>
            <a:noFill/>
          </a:ln>
        </p:spPr>
      </p:pic>
      <p:sp>
        <p:nvSpPr>
          <p:cNvPr id="2521" name="Google Shape;2521;p28"/>
          <p:cNvSpPr/>
          <p:nvPr/>
        </p:nvSpPr>
        <p:spPr>
          <a:xfrm>
            <a:off x="4616698" y="3612928"/>
            <a:ext cx="1929905" cy="422719"/>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智能体 </a:t>
            </a:r>
            <a:r>
              <a:rPr lang="en-US" altLang="zh-CN"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(Agent)</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pic>
        <p:nvPicPr>
          <p:cNvPr id="2522" name="Google Shape;2522;p28" descr="Forest scene"/>
          <p:cNvPicPr preferRelativeResize="0"/>
          <p:nvPr/>
        </p:nvPicPr>
        <p:blipFill rotWithShape="1">
          <a:blip r:embed="rId5">
            <a:alphaModFix/>
          </a:blip>
          <a:srcRect/>
          <a:stretch/>
        </p:blipFill>
        <p:spPr>
          <a:xfrm>
            <a:off x="8420100" y="2519743"/>
            <a:ext cx="1076325" cy="1076325"/>
          </a:xfrm>
          <a:prstGeom prst="rect">
            <a:avLst/>
          </a:prstGeom>
          <a:noFill/>
          <a:ln>
            <a:noFill/>
          </a:ln>
        </p:spPr>
      </p:pic>
      <p:sp>
        <p:nvSpPr>
          <p:cNvPr id="2523" name="Google Shape;2523;p28"/>
          <p:cNvSpPr/>
          <p:nvPr/>
        </p:nvSpPr>
        <p:spPr>
          <a:xfrm>
            <a:off x="8191500" y="3615881"/>
            <a:ext cx="1638300" cy="422719"/>
          </a:xfrm>
          <a:prstGeom prst="rect">
            <a:avLst/>
          </a:prstGeom>
          <a:solidFill>
            <a:srgbClr val="E7FFBE"/>
          </a:solid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Trebuchet MS"/>
              <a:buNone/>
            </a:pPr>
            <a:r>
              <a:rPr lang="zh-CN" altLang="en-US" sz="1800" b="1"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环境</a:t>
            </a:r>
            <a:endParaRPr lang="zh-CN" altLang="en-US" sz="1800" b="1"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524" name="Google Shape;2524;p28"/>
          <p:cNvSpPr/>
          <p:nvPr/>
        </p:nvSpPr>
        <p:spPr>
          <a:xfrm>
            <a:off x="5486399" y="1880807"/>
            <a:ext cx="3752851" cy="638936"/>
          </a:xfrm>
          <a:prstGeom prst="uturnArrow">
            <a:avLst>
              <a:gd name="adj1" fmla="val 25000"/>
              <a:gd name="adj2" fmla="val 25000"/>
              <a:gd name="adj3" fmla="val 32454"/>
              <a:gd name="adj4" fmla="val 43750"/>
              <a:gd name="adj5" fmla="val 100000"/>
            </a:avLst>
          </a:prstGeom>
          <a:solidFill>
            <a:schemeClr val="lt2"/>
          </a:solidFill>
          <a:ln w="127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525" name="Google Shape;2525;p28"/>
          <p:cNvSpPr/>
          <p:nvPr/>
        </p:nvSpPr>
        <p:spPr>
          <a:xfrm rot="10800000">
            <a:off x="5353050" y="4209384"/>
            <a:ext cx="3762375" cy="638936"/>
          </a:xfrm>
          <a:prstGeom prst="uturnArrow">
            <a:avLst>
              <a:gd name="adj1" fmla="val 25000"/>
              <a:gd name="adj2" fmla="val 25000"/>
              <a:gd name="adj3" fmla="val 32454"/>
              <a:gd name="adj4" fmla="val 43750"/>
              <a:gd name="adj5" fmla="val 100000"/>
            </a:avLst>
          </a:prstGeom>
          <a:solidFill>
            <a:schemeClr val="lt2"/>
          </a:solidFill>
          <a:ln w="127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0"/>
        <p:cNvGrpSpPr/>
        <p:nvPr/>
      </p:nvGrpSpPr>
      <p:grpSpPr>
        <a:xfrm>
          <a:off x="0" y="0"/>
          <a:ext cx="0" cy="0"/>
          <a:chOff x="0" y="0"/>
          <a:chExt cx="0" cy="0"/>
        </a:xfrm>
      </p:grpSpPr>
      <p:sp>
        <p:nvSpPr>
          <p:cNvPr id="2531" name="Google Shape;2531;p80"/>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a:latin typeface="黑体" panose="02010609060101010101" pitchFamily="49" charset="-122"/>
                <a:ea typeface="黑体" panose="02010609060101010101" pitchFamily="49" charset="-122"/>
              </a:rPr>
              <a:t>下一步</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6"/>
        <p:cNvGrpSpPr/>
        <p:nvPr/>
      </p:nvGrpSpPr>
      <p:grpSpPr>
        <a:xfrm>
          <a:off x="0" y="0"/>
          <a:ext cx="0" cy="0"/>
          <a:chOff x="0" y="0"/>
          <a:chExt cx="0" cy="0"/>
        </a:xfrm>
      </p:grpSpPr>
      <p:sp>
        <p:nvSpPr>
          <p:cNvPr id="2537" name="Google Shape;2537;p81"/>
          <p:cNvSpPr txBox="1">
            <a:spLocks noGrp="1"/>
          </p:cNvSpPr>
          <p:nvPr>
            <p:ph type="title"/>
          </p:nvPr>
        </p:nvSpPr>
        <p:spPr>
          <a:xfrm>
            <a:off x="498348" y="475173"/>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sz="3200">
                <a:latin typeface="Trebuchet MS" panose="020B0603020202020204" pitchFamily="34" charset="0"/>
                <a:ea typeface="黑体" panose="02010609060101010101" pitchFamily="49" charset="-122"/>
                <a:cs typeface="Trebuchet MS"/>
                <a:sym typeface="Trebuchet MS"/>
              </a:rPr>
              <a:t>利用</a:t>
            </a:r>
            <a:r>
              <a:rPr lang="en-US" altLang="zh-CN" sz="3200">
                <a:latin typeface="Trebuchet MS" panose="020B0603020202020204" pitchFamily="34" charset="0"/>
                <a:ea typeface="黑体" panose="02010609060101010101" pitchFamily="49" charset="-122"/>
                <a:cs typeface="Trebuchet MS"/>
                <a:sym typeface="Trebuchet MS"/>
              </a:rPr>
              <a:t>NGC</a:t>
            </a:r>
            <a:r>
              <a:rPr lang="zh-CN" altLang="en-US" sz="3200">
                <a:latin typeface="Trebuchet MS" panose="020B0603020202020204" pitchFamily="34" charset="0"/>
                <a:ea typeface="黑体" panose="02010609060101010101" pitchFamily="49" charset="-122"/>
                <a:cs typeface="Trebuchet MS"/>
                <a:sym typeface="Trebuchet MS"/>
              </a:rPr>
              <a:t>容器实现可移植</a:t>
            </a:r>
            <a:endParaRPr lang="zh-CN" altLang="en-US" sz="3200" dirty="0">
              <a:latin typeface="Trebuchet MS" panose="020B0603020202020204" pitchFamily="34" charset="0"/>
              <a:ea typeface="黑体" panose="02010609060101010101" pitchFamily="49" charset="-122"/>
              <a:cs typeface="Trebuchet MS"/>
              <a:sym typeface="Trebuchet MS"/>
            </a:endParaRPr>
          </a:p>
        </p:txBody>
      </p:sp>
      <p:sp>
        <p:nvSpPr>
          <p:cNvPr id="2538" name="Google Shape;2538;p81"/>
          <p:cNvSpPr txBox="1">
            <a:spLocks noGrp="1"/>
          </p:cNvSpPr>
          <p:nvPr>
            <p:ph type="body" idx="1"/>
          </p:nvPr>
        </p:nvSpPr>
        <p:spPr>
          <a:xfrm>
            <a:off x="516750" y="1153901"/>
            <a:ext cx="4969800" cy="4629300"/>
          </a:xfrm>
          <a:prstGeom prst="rect">
            <a:avLst/>
          </a:prstGeom>
          <a:noFill/>
          <a:ln>
            <a:noFill/>
          </a:ln>
        </p:spPr>
        <p:txBody>
          <a:bodyPr spcFirstLastPara="1" wrap="square" lIns="91425" tIns="45700" rIns="91425" bIns="45700" anchor="t" anchorCtr="0">
            <a:noAutofit/>
          </a:bodyPr>
          <a:lstStyle/>
          <a:p>
            <a:pPr marL="457200" lvl="0" indent="-228600" algn="l" rtl="0">
              <a:lnSpc>
                <a:spcPct val="90000"/>
              </a:lnSpc>
              <a:spcBef>
                <a:spcPts val="900"/>
              </a:spcBef>
              <a:spcAft>
                <a:spcPts val="0"/>
              </a:spcAft>
              <a:buClr>
                <a:srgbClr val="000000"/>
              </a:buClr>
              <a:buSzPts val="2000"/>
              <a:buNone/>
            </a:pPr>
            <a:r>
              <a:rPr lang="zh-CN" altLang="en-US" sz="1400">
                <a:solidFill>
                  <a:srgbClr val="76B900"/>
                </a:solidFill>
                <a:latin typeface="Trebuchet MS" panose="020B0603020202020204" pitchFamily="34" charset="0"/>
                <a:ea typeface="黑体" panose="02010609060101010101" pitchFamily="49" charset="-122"/>
                <a:cs typeface="Trebuchet MS"/>
                <a:sym typeface="Trebuchet MS"/>
              </a:rPr>
              <a:t>范围广</a:t>
            </a: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多种类型的工作负载和针对不同行业的应用</a:t>
            </a:r>
            <a:endParaRPr lang="zh-CN" altLang="en-US">
              <a:latin typeface="Trebuchet MS" panose="020B0603020202020204" pitchFamily="34" charset="0"/>
              <a:ea typeface="黑体" panose="02010609060101010101" pitchFamily="49" charset="-122"/>
            </a:endParaRPr>
          </a:p>
          <a:p>
            <a:pPr marL="457200" lvl="0" indent="-228600" algn="l" rtl="0">
              <a:lnSpc>
                <a:spcPct val="90000"/>
              </a:lnSpc>
              <a:spcBef>
                <a:spcPts val="900"/>
              </a:spcBef>
              <a:spcAft>
                <a:spcPts val="0"/>
              </a:spcAft>
              <a:buClr>
                <a:srgbClr val="000000"/>
              </a:buClr>
              <a:buSzPts val="2000"/>
              <a:buNone/>
            </a:pPr>
            <a:r>
              <a:rPr lang="zh-CN" altLang="en-US" sz="1400">
                <a:solidFill>
                  <a:srgbClr val="76B900"/>
                </a:solidFill>
                <a:latin typeface="Trebuchet MS" panose="020B0603020202020204" pitchFamily="34" charset="0"/>
                <a:ea typeface="黑体" panose="02010609060101010101" pitchFamily="49" charset="-122"/>
                <a:cs typeface="Trebuchet MS"/>
                <a:sym typeface="Trebuchet MS"/>
              </a:rPr>
              <a:t>优化</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DL</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容器每月更新一次</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具备最新功能和卓越性能</a:t>
            </a:r>
            <a:endParaRPr lang="zh-CN" altLang="en-US">
              <a:latin typeface="Trebuchet MS" panose="020B0603020202020204" pitchFamily="34" charset="0"/>
              <a:ea typeface="黑体" panose="02010609060101010101" pitchFamily="49" charset="-122"/>
            </a:endParaRPr>
          </a:p>
          <a:p>
            <a:pPr marL="457200" lvl="0" indent="-228600" algn="l" rtl="0">
              <a:lnSpc>
                <a:spcPct val="90000"/>
              </a:lnSpc>
              <a:spcBef>
                <a:spcPts val="900"/>
              </a:spcBef>
              <a:spcAft>
                <a:spcPts val="0"/>
              </a:spcAft>
              <a:buClr>
                <a:srgbClr val="000000"/>
              </a:buClr>
              <a:buSzPts val="2000"/>
              <a:buNone/>
            </a:pPr>
            <a:r>
              <a:rPr lang="zh-CN" altLang="en-US" sz="1400">
                <a:solidFill>
                  <a:srgbClr val="76B900"/>
                </a:solidFill>
                <a:latin typeface="Trebuchet MS" panose="020B0603020202020204" pitchFamily="34" charset="0"/>
                <a:ea typeface="黑体" panose="02010609060101010101" pitchFamily="49" charset="-122"/>
                <a:cs typeface="Trebuchet MS"/>
                <a:sym typeface="Trebuchet MS"/>
              </a:rPr>
              <a:t>安全可靠</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漏洞扫描和加密</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在工作站，服务器和云实例上进行了测试</a:t>
            </a:r>
            <a:endParaRPr lang="zh-CN" altLang="en-US">
              <a:latin typeface="Trebuchet MS" panose="020B0603020202020204" pitchFamily="34" charset="0"/>
              <a:ea typeface="黑体" panose="02010609060101010101" pitchFamily="49" charset="-122"/>
            </a:endParaRPr>
          </a:p>
          <a:p>
            <a:pPr marL="457200" lvl="0" indent="-228600" algn="l" rtl="0">
              <a:lnSpc>
                <a:spcPct val="90000"/>
              </a:lnSpc>
              <a:spcBef>
                <a:spcPts val="900"/>
              </a:spcBef>
              <a:spcAft>
                <a:spcPts val="0"/>
              </a:spcAft>
              <a:buClr>
                <a:srgbClr val="000000"/>
              </a:buClr>
              <a:buSzPts val="2000"/>
              <a:buNone/>
            </a:pPr>
            <a:r>
              <a:rPr lang="zh-CN" altLang="en-US" sz="1400">
                <a:solidFill>
                  <a:srgbClr val="76B900"/>
                </a:solidFill>
                <a:latin typeface="Trebuchet MS" panose="020B0603020202020204" pitchFamily="34" charset="0"/>
                <a:ea typeface="黑体" panose="02010609060101010101" pitchFamily="49" charset="-122"/>
                <a:cs typeface="Trebuchet MS"/>
                <a:sym typeface="Trebuchet MS"/>
              </a:rPr>
              <a:t>可扩展</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支持多</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GPU</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和多节点系统</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专为企业和</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HPC</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设计</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支持</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Docker</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Singularity</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和其他运行库</a:t>
            </a:r>
            <a:endParaRPr lang="zh-CN" altLang="en-US">
              <a:latin typeface="Trebuchet MS" panose="020B0603020202020204" pitchFamily="34" charset="0"/>
              <a:ea typeface="黑体" panose="02010609060101010101" pitchFamily="49" charset="-122"/>
            </a:endParaRPr>
          </a:p>
          <a:p>
            <a:pPr marL="457200" lvl="0" indent="-228600" algn="l" rtl="0">
              <a:lnSpc>
                <a:spcPct val="90000"/>
              </a:lnSpc>
              <a:spcBef>
                <a:spcPts val="900"/>
              </a:spcBef>
              <a:spcAft>
                <a:spcPts val="0"/>
              </a:spcAft>
              <a:buClr>
                <a:srgbClr val="000000"/>
              </a:buClr>
              <a:buSzPts val="2000"/>
              <a:buNone/>
            </a:pPr>
            <a:r>
              <a:rPr lang="zh-CN" altLang="en-US" sz="1400">
                <a:solidFill>
                  <a:srgbClr val="76B900"/>
                </a:solidFill>
                <a:latin typeface="Trebuchet MS" panose="020B0603020202020204" pitchFamily="34" charset="0"/>
                <a:ea typeface="黑体" panose="02010609060101010101" pitchFamily="49" charset="-122"/>
                <a:cs typeface="Trebuchet MS"/>
                <a:sym typeface="Trebuchet MS"/>
              </a:rPr>
              <a:t>在任何地方运行</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裸机，虚拟机，</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Kubernetes</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x86</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ARM</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a:t>
            </a:r>
            <a:r>
              <a:rPr lang="en-US" altLang="zh-CN" sz="1200">
                <a:solidFill>
                  <a:schemeClr val="dk2"/>
                </a:solidFill>
                <a:latin typeface="Trebuchet MS" panose="020B0603020202020204" pitchFamily="34" charset="0"/>
                <a:ea typeface="黑体" panose="02010609060101010101" pitchFamily="49" charset="-122"/>
                <a:cs typeface="Trebuchet MS"/>
                <a:sym typeface="Trebuchet MS"/>
              </a:rPr>
              <a:t>Power</a:t>
            </a: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系统</a:t>
            </a:r>
            <a:endParaRPr lang="zh-CN" altLang="en-US">
              <a:latin typeface="Trebuchet MS" panose="020B0603020202020204" pitchFamily="34" charset="0"/>
              <a:ea typeface="黑体" panose="02010609060101010101" pitchFamily="49" charset="-122"/>
            </a:endParaRPr>
          </a:p>
          <a:p>
            <a:pPr marL="857250" lvl="1" indent="-285750" algn="l" rtl="0">
              <a:lnSpc>
                <a:spcPct val="90000"/>
              </a:lnSpc>
              <a:spcBef>
                <a:spcPts val="900"/>
              </a:spcBef>
              <a:spcAft>
                <a:spcPts val="0"/>
              </a:spcAft>
              <a:buClr>
                <a:srgbClr val="000000"/>
              </a:buClr>
              <a:buSzPts val="1800"/>
              <a:buFont typeface="Trebuchet MS"/>
              <a:buChar char="―"/>
            </a:pPr>
            <a:r>
              <a:rPr lang="zh-CN" altLang="en-US" sz="1200">
                <a:solidFill>
                  <a:schemeClr val="dk2"/>
                </a:solidFill>
                <a:latin typeface="Trebuchet MS" panose="020B0603020202020204" pitchFamily="34" charset="0"/>
                <a:ea typeface="黑体" panose="02010609060101010101" pitchFamily="49" charset="-122"/>
                <a:cs typeface="Trebuchet MS"/>
                <a:sym typeface="Trebuchet MS"/>
              </a:rPr>
              <a:t>多云，本地，混合，边缘</a:t>
            </a:r>
            <a:endParaRPr lang="zh-CN" altLang="en-US" sz="1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2539" name="Google Shape;2539;p81"/>
          <p:cNvSpPr txBox="1"/>
          <p:nvPr/>
        </p:nvSpPr>
        <p:spPr>
          <a:xfrm>
            <a:off x="6474388" y="1163008"/>
            <a:ext cx="214674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zh-CN" sz="1800" b="0" i="0" u="none" strike="noStrike" cap="none">
                <a:solidFill>
                  <a:srgbClr val="76B900"/>
                </a:solidFill>
                <a:latin typeface="Trebuchet MS" panose="020B0603020202020204" pitchFamily="34" charset="0"/>
                <a:ea typeface="黑体" panose="02010609060101010101" pitchFamily="49" charset="-122"/>
                <a:cs typeface="Trebuchet MS"/>
                <a:sym typeface="Trebuchet MS"/>
              </a:rPr>
              <a:t>NGC </a:t>
            </a:r>
            <a:r>
              <a:rPr lang="zh-CN" altLang="en-US" sz="1800" b="0" i="0" u="none" strike="noStrike" cap="none">
                <a:solidFill>
                  <a:srgbClr val="76B900"/>
                </a:solidFill>
                <a:latin typeface="Trebuchet MS" panose="020B0603020202020204" pitchFamily="34" charset="0"/>
                <a:ea typeface="黑体" panose="02010609060101010101" pitchFamily="49" charset="-122"/>
                <a:cs typeface="Trebuchet MS"/>
                <a:sym typeface="Trebuchet MS"/>
              </a:rPr>
              <a:t>深度学习容器</a:t>
            </a:r>
            <a:endParaRPr lang="zh-CN" altLang="en-US" sz="1800" b="0" i="0" u="none" strike="noStrike" cap="none" dirty="0">
              <a:solidFill>
                <a:srgbClr val="76B900"/>
              </a:solidFill>
              <a:latin typeface="Trebuchet MS" panose="020B0603020202020204" pitchFamily="34" charset="0"/>
              <a:ea typeface="黑体" panose="02010609060101010101" pitchFamily="49" charset="-122"/>
              <a:cs typeface="Trebuchet MS"/>
              <a:sym typeface="Trebuchet MS"/>
            </a:endParaRPr>
          </a:p>
        </p:txBody>
      </p:sp>
      <p:pic>
        <p:nvPicPr>
          <p:cNvPr id="2540" name="Google Shape;2540;p81"/>
          <p:cNvPicPr preferRelativeResize="0"/>
          <p:nvPr/>
        </p:nvPicPr>
        <p:blipFill rotWithShape="1">
          <a:blip r:embed="rId3">
            <a:alphaModFix/>
          </a:blip>
          <a:srcRect r="-22"/>
          <a:stretch/>
        </p:blipFill>
        <p:spPr>
          <a:xfrm>
            <a:off x="6564923" y="1629244"/>
            <a:ext cx="3508708" cy="3253603"/>
          </a:xfrm>
          <a:prstGeom prst="rect">
            <a:avLst/>
          </a:prstGeom>
          <a:noFill/>
          <a:ln>
            <a:noFill/>
          </a:ln>
        </p:spPr>
      </p:pic>
      <p:sp>
        <p:nvSpPr>
          <p:cNvPr id="2541" name="Google Shape;2541;p81"/>
          <p:cNvSpPr txBox="1"/>
          <p:nvPr/>
        </p:nvSpPr>
        <p:spPr>
          <a:xfrm>
            <a:off x="6182100" y="5771427"/>
            <a:ext cx="327790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CN" altLang="en-US" sz="14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4">
                  <a:extLst>
                    <a:ext uri="{A12FA001-AC4F-418D-AE19-62706E023703}">
                      <ahyp:hlinkClr xmlns:ahyp="http://schemas.microsoft.com/office/drawing/2018/hyperlinkcolor" val="tx"/>
                    </a:ext>
                  </a:extLst>
                </a:hlinkClick>
              </a:rPr>
              <a:t>了解更多有关 </a:t>
            </a:r>
            <a:r>
              <a:rPr lang="en-US" altLang="zh-CN" sz="14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4">
                  <a:extLst>
                    <a:ext uri="{A12FA001-AC4F-418D-AE19-62706E023703}">
                      <ahyp:hlinkClr xmlns:ahyp="http://schemas.microsoft.com/office/drawing/2018/hyperlinkcolor" val="tx"/>
                    </a:ext>
                  </a:extLst>
                </a:hlinkClick>
              </a:rPr>
              <a:t>NGC Containers</a:t>
            </a:r>
            <a:r>
              <a:rPr lang="zh-CN" altLang="en-US" sz="14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4">
                  <a:extLst>
                    <a:ext uri="{A12FA001-AC4F-418D-AE19-62706E023703}">
                      <ahyp:hlinkClr xmlns:ahyp="http://schemas.microsoft.com/office/drawing/2018/hyperlinkcolor" val="tx"/>
                    </a:ext>
                  </a:extLst>
                </a:hlinkClick>
              </a:rPr>
              <a:t>的信息</a:t>
            </a:r>
            <a:endParaRPr lang="zh-CN" altLang="en-US" sz="14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pic>
        <p:nvPicPr>
          <p:cNvPr id="2542" name="Google Shape;2542;p81" descr="A screenshot of a cell phone&#10;&#10;Description generated with very high confidence"/>
          <p:cNvPicPr preferRelativeResize="0"/>
          <p:nvPr/>
        </p:nvPicPr>
        <p:blipFill rotWithShape="1">
          <a:blip r:embed="rId5">
            <a:alphaModFix/>
          </a:blip>
          <a:srcRect/>
          <a:stretch/>
        </p:blipFill>
        <p:spPr>
          <a:xfrm>
            <a:off x="5129141" y="4882847"/>
            <a:ext cx="5383823" cy="789109"/>
          </a:xfrm>
          <a:prstGeom prst="rect">
            <a:avLst/>
          </a:prstGeom>
          <a:noFill/>
          <a:ln>
            <a:noFill/>
          </a:ln>
        </p:spPr>
      </p:pic>
      <p:sp>
        <p:nvSpPr>
          <p:cNvPr id="2" name="TextBox 1">
            <a:extLst>
              <a:ext uri="{FF2B5EF4-FFF2-40B4-BE49-F238E27FC236}">
                <a16:creationId xmlns:a16="http://schemas.microsoft.com/office/drawing/2014/main" id="{B45596A1-0656-4D01-A092-D40DB3CE2B85}"/>
              </a:ext>
            </a:extLst>
          </p:cNvPr>
          <p:cNvSpPr txBox="1"/>
          <p:nvPr/>
        </p:nvSpPr>
        <p:spPr>
          <a:xfrm>
            <a:off x="5361541" y="5410977"/>
            <a:ext cx="494047" cy="200055"/>
          </a:xfrm>
          <a:prstGeom prst="rect">
            <a:avLst/>
          </a:prstGeom>
          <a:solidFill>
            <a:schemeClr val="bg1"/>
          </a:solidFill>
        </p:spPr>
        <p:txBody>
          <a:bodyPr wrap="square" rtlCol="0">
            <a:spAutoFit/>
          </a:bodyPr>
          <a:lstStyle/>
          <a:p>
            <a:r>
              <a:rPr lang="en-US" altLang="zh-CN" sz="700" dirty="0">
                <a:latin typeface="Trebuchet MS" panose="020B0603020202020204" pitchFamily="34" charset="0"/>
              </a:rPr>
              <a:t>RIVA</a:t>
            </a:r>
            <a:endParaRPr lang="zh-CN" altLang="en-US" sz="700" dirty="0">
              <a:latin typeface="Trebuchet MS" panose="020B0603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46"/>
        <p:cNvGrpSpPr/>
        <p:nvPr/>
      </p:nvGrpSpPr>
      <p:grpSpPr>
        <a:xfrm>
          <a:off x="0" y="0"/>
          <a:ext cx="0" cy="0"/>
          <a:chOff x="0" y="0"/>
          <a:chExt cx="0" cy="0"/>
        </a:xfrm>
      </p:grpSpPr>
      <p:sp>
        <p:nvSpPr>
          <p:cNvPr id="2547" name="Google Shape;2547;p8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zh-CN" altLang="en-US" b="1">
                <a:solidFill>
                  <a:schemeClr val="dk2"/>
                </a:solidFill>
                <a:latin typeface="黑体" panose="02010609060101010101" pitchFamily="49" charset="-122"/>
                <a:ea typeface="黑体" panose="02010609060101010101" pitchFamily="49" charset="-122"/>
              </a:rPr>
              <a:t>下一步</a:t>
            </a:r>
            <a:endParaRPr lang="zh-CN" altLang="en-US" b="1" dirty="0">
              <a:solidFill>
                <a:schemeClr val="dk2"/>
              </a:solidFill>
              <a:latin typeface="黑体" panose="02010609060101010101" pitchFamily="49" charset="-122"/>
              <a:ea typeface="黑体" panose="02010609060101010101" pitchFamily="49" charset="-122"/>
            </a:endParaRPr>
          </a:p>
        </p:txBody>
      </p:sp>
      <p:grpSp>
        <p:nvGrpSpPr>
          <p:cNvPr id="2548" name="Google Shape;2548;p82"/>
          <p:cNvGrpSpPr/>
          <p:nvPr/>
        </p:nvGrpSpPr>
        <p:grpSpPr>
          <a:xfrm>
            <a:off x="6925909" y="1478805"/>
            <a:ext cx="3481431" cy="4206770"/>
            <a:chOff x="0" y="515"/>
            <a:chExt cx="3481431" cy="4206770"/>
          </a:xfrm>
        </p:grpSpPr>
        <p:cxnSp>
          <p:nvCxnSpPr>
            <p:cNvPr id="2549" name="Google Shape;2549;p82"/>
            <p:cNvCxnSpPr/>
            <p:nvPr/>
          </p:nvCxnSpPr>
          <p:spPr>
            <a:xfrm>
              <a:off x="0" y="3282271"/>
              <a:ext cx="3481431" cy="0"/>
            </a:xfrm>
            <a:prstGeom prst="straightConnector1">
              <a:avLst/>
            </a:prstGeom>
            <a:noFill/>
            <a:ln w="9525" cap="flat" cmpd="sng">
              <a:solidFill>
                <a:srgbClr val="00694C"/>
              </a:solidFill>
              <a:prstDash val="solid"/>
              <a:round/>
              <a:headEnd type="none" w="sm" len="sm"/>
              <a:tailEnd type="none" w="sm" len="sm"/>
            </a:ln>
          </p:spPr>
        </p:cxnSp>
        <p:cxnSp>
          <p:nvCxnSpPr>
            <p:cNvPr id="2550" name="Google Shape;2550;p82"/>
            <p:cNvCxnSpPr/>
            <p:nvPr/>
          </p:nvCxnSpPr>
          <p:spPr>
            <a:xfrm>
              <a:off x="0" y="1682373"/>
              <a:ext cx="3481431" cy="0"/>
            </a:xfrm>
            <a:prstGeom prst="straightConnector1">
              <a:avLst/>
            </a:prstGeom>
            <a:noFill/>
            <a:ln w="9525" cap="flat" cmpd="sng">
              <a:solidFill>
                <a:srgbClr val="00694C"/>
              </a:solidFill>
              <a:prstDash val="solid"/>
              <a:round/>
              <a:headEnd type="none" w="sm" len="sm"/>
              <a:tailEnd type="none" w="sm" len="sm"/>
            </a:ln>
          </p:spPr>
        </p:cxnSp>
        <p:cxnSp>
          <p:nvCxnSpPr>
            <p:cNvPr id="2551" name="Google Shape;2551;p82"/>
            <p:cNvCxnSpPr/>
            <p:nvPr/>
          </p:nvCxnSpPr>
          <p:spPr>
            <a:xfrm>
              <a:off x="0" y="462695"/>
              <a:ext cx="3481431" cy="0"/>
            </a:xfrm>
            <a:prstGeom prst="straightConnector1">
              <a:avLst/>
            </a:prstGeom>
            <a:noFill/>
            <a:ln w="9525" cap="flat" cmpd="sng">
              <a:solidFill>
                <a:srgbClr val="00694C"/>
              </a:solidFill>
              <a:prstDash val="solid"/>
              <a:round/>
              <a:headEnd type="none" w="sm" len="sm"/>
              <a:tailEnd type="none" w="sm" len="sm"/>
            </a:ln>
          </p:spPr>
        </p:cxnSp>
        <p:sp>
          <p:nvSpPr>
            <p:cNvPr id="2552" name="Google Shape;2552;p82"/>
            <p:cNvSpPr/>
            <p:nvPr/>
          </p:nvSpPr>
          <p:spPr>
            <a:xfrm>
              <a:off x="905172" y="515"/>
              <a:ext cx="2576258" cy="4621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2"/>
            <p:cNvSpPr txBox="1"/>
            <p:nvPr/>
          </p:nvSpPr>
          <p:spPr>
            <a:xfrm>
              <a:off x="905172" y="515"/>
              <a:ext cx="2576258" cy="462180"/>
            </a:xfrm>
            <a:prstGeom prst="rect">
              <a:avLst/>
            </a:prstGeom>
            <a:noFill/>
            <a:ln>
              <a:noFill/>
            </a:ln>
          </p:spPr>
          <p:txBody>
            <a:bodyPr spcFirstLastPara="1" wrap="square" lIns="36175" tIns="36175" rIns="36175" bIns="36175" anchor="b" anchorCtr="0">
              <a:noAutofit/>
            </a:bodyPr>
            <a:lstStyle/>
            <a:p>
              <a:pPr marL="0" marR="0" lvl="0" indent="0" algn="l" rtl="0">
                <a:lnSpc>
                  <a:spcPct val="90000"/>
                </a:lnSpc>
                <a:spcBef>
                  <a:spcPts val="0"/>
                </a:spcBef>
                <a:spcAft>
                  <a:spcPts val="0"/>
                </a:spcAft>
                <a:buClr>
                  <a:srgbClr val="000000"/>
                </a:buClr>
                <a:buSzPts val="1900"/>
                <a:buFont typeface="Arial"/>
                <a:buNone/>
              </a:pPr>
              <a:r>
                <a:rPr lang="zh-CN" altLang="en-US" sz="19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 设置 </a:t>
              </a:r>
              <a:r>
                <a:rPr lang="en-US" altLang="zh-CN" sz="19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Docker</a:t>
              </a:r>
              <a:endParaRPr lang="zh-CN" altLang="en-US" sz="19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554" name="Google Shape;2554;p82"/>
            <p:cNvSpPr/>
            <p:nvPr/>
          </p:nvSpPr>
          <p:spPr>
            <a:xfrm>
              <a:off x="0" y="515"/>
              <a:ext cx="905172" cy="462180"/>
            </a:xfrm>
            <a:prstGeom prst="round2SameRect">
              <a:avLst>
                <a:gd name="adj1" fmla="val 16670"/>
                <a:gd name="adj2" fmla="val 0"/>
              </a:avLst>
            </a:prstGeom>
            <a:gradFill>
              <a:gsLst>
                <a:gs pos="0">
                  <a:srgbClr val="00986E"/>
                </a:gs>
                <a:gs pos="100000">
                  <a:srgbClr val="A2E4C8"/>
                </a:gs>
              </a:gsLst>
              <a:lin ang="16200000" scaled="0"/>
            </a:gradFill>
            <a:ln w="9525"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2"/>
            <p:cNvSpPr txBox="1"/>
            <p:nvPr/>
          </p:nvSpPr>
          <p:spPr>
            <a:xfrm>
              <a:off x="22566" y="23081"/>
              <a:ext cx="860040" cy="439614"/>
            </a:xfrm>
            <a:prstGeom prst="rect">
              <a:avLst/>
            </a:prstGeom>
            <a:noFill/>
            <a:ln>
              <a:noFill/>
            </a:ln>
          </p:spPr>
          <p:txBody>
            <a:bodyPr spcFirstLastPara="1" wrap="square" lIns="40000" tIns="40000" rIns="40000" bIns="40000" anchor="ctr" anchorCtr="0">
              <a:noAutofit/>
            </a:bodyPr>
            <a:lstStyle/>
            <a:p>
              <a:pPr marL="0" marR="0" lvl="0" indent="0" algn="ctr" rtl="0">
                <a:lnSpc>
                  <a:spcPct val="90000"/>
                </a:lnSpc>
                <a:spcBef>
                  <a:spcPts val="0"/>
                </a:spcBef>
                <a:spcAft>
                  <a:spcPts val="0"/>
                </a:spcAft>
                <a:buClr>
                  <a:srgbClr val="000000"/>
                </a:buClr>
                <a:buSzPts val="2100"/>
                <a:buFont typeface="Arial"/>
                <a:buNone/>
              </a:pPr>
              <a:r>
                <a:rPr lang="en-US" altLang="zh-CN" sz="2100" b="0" i="0" u="none" strike="noStrike" cap="none" dirty="0">
                  <a:solidFill>
                    <a:schemeClr val="lt1"/>
                  </a:solidFill>
                  <a:latin typeface="Trebuchet MS" panose="020B0603020202020204" pitchFamily="34" charset="0"/>
                  <a:ea typeface="黑体" panose="02010609060101010101" pitchFamily="49" charset="-122"/>
                  <a:cs typeface="Trebuchet MS"/>
                  <a:sym typeface="Trebuchet MS"/>
                </a:rPr>
                <a:t>Step 1</a:t>
              </a:r>
              <a:endParaRPr lang="zh-CN" altLang="en-US" dirty="0">
                <a:latin typeface="Trebuchet MS" panose="020B0603020202020204" pitchFamily="34" charset="0"/>
                <a:ea typeface="黑体" panose="02010609060101010101" pitchFamily="49" charset="-122"/>
              </a:endParaRPr>
            </a:p>
          </p:txBody>
        </p:sp>
        <p:sp>
          <p:nvSpPr>
            <p:cNvPr id="2556" name="Google Shape;2556;p82"/>
            <p:cNvSpPr/>
            <p:nvPr/>
          </p:nvSpPr>
          <p:spPr>
            <a:xfrm>
              <a:off x="0" y="462695"/>
              <a:ext cx="3481431" cy="92449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82"/>
            <p:cNvSpPr txBox="1"/>
            <p:nvPr/>
          </p:nvSpPr>
          <p:spPr>
            <a:xfrm>
              <a:off x="0" y="462695"/>
              <a:ext cx="3481431" cy="924498"/>
            </a:xfrm>
            <a:prstGeom prst="rect">
              <a:avLst/>
            </a:prstGeom>
            <a:noFill/>
            <a:ln>
              <a:noFill/>
            </a:ln>
          </p:spPr>
          <p:txBody>
            <a:bodyPr spcFirstLastPara="1" wrap="square" lIns="34275" tIns="34275" rIns="34275" bIns="34275" anchor="t" anchorCtr="0">
              <a:noAutofit/>
            </a:bodyPr>
            <a:lstStyle/>
            <a:p>
              <a:pPr marL="171450" marR="0" lvl="1" indent="-171450" algn="l" rtl="0">
                <a:lnSpc>
                  <a:spcPct val="90000"/>
                </a:lnSpc>
                <a:spcBef>
                  <a:spcPts val="0"/>
                </a:spcBef>
                <a:spcAft>
                  <a:spcPts val="0"/>
                </a:spcAft>
                <a:buClr>
                  <a:srgbClr val="000000"/>
                </a:buClr>
                <a:buSzPts val="1800"/>
                <a:buFont typeface="Arial"/>
                <a:buNone/>
              </a:pPr>
              <a:r>
                <a:rPr lang="zh-CN" altLang="en-US" sz="18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3">
                    <a:extLst>
                      <a:ext uri="{A12FA001-AC4F-418D-AE19-62706E023703}">
                        <ahyp:hlinkClr xmlns:ahyp="http://schemas.microsoft.com/office/drawing/2018/hyperlinkcolor" val="tx"/>
                      </a:ext>
                    </a:extLst>
                  </a:hlinkClick>
                </a:rPr>
                <a:t>  </a:t>
              </a:r>
              <a:r>
                <a:rPr lang="en-US" altLang="zh-CN" sz="18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3">
                    <a:extLst>
                      <a:ext uri="{A12FA001-AC4F-418D-AE19-62706E023703}">
                        <ahyp:hlinkClr xmlns:ahyp="http://schemas.microsoft.com/office/drawing/2018/hyperlinkcolor" val="tx"/>
                      </a:ext>
                    </a:extLst>
                  </a:hlinkClick>
                </a:rPr>
                <a:t>https://www.docker.com/</a:t>
              </a:r>
              <a:endParaRPr lang="zh-CN" altLang="en-US" sz="18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558" name="Google Shape;2558;p82"/>
            <p:cNvSpPr/>
            <p:nvPr/>
          </p:nvSpPr>
          <p:spPr>
            <a:xfrm>
              <a:off x="896129" y="1218064"/>
              <a:ext cx="2576258" cy="4621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2"/>
            <p:cNvSpPr txBox="1"/>
            <p:nvPr/>
          </p:nvSpPr>
          <p:spPr>
            <a:xfrm>
              <a:off x="896129" y="1218064"/>
              <a:ext cx="2576258" cy="462180"/>
            </a:xfrm>
            <a:prstGeom prst="rect">
              <a:avLst/>
            </a:prstGeom>
            <a:noFill/>
            <a:ln>
              <a:noFill/>
            </a:ln>
          </p:spPr>
          <p:txBody>
            <a:bodyPr spcFirstLastPara="1" wrap="square" lIns="36175" tIns="36175" rIns="36175" bIns="36175" anchor="b" anchorCtr="0">
              <a:noAutofit/>
            </a:bodyPr>
            <a:lstStyle/>
            <a:p>
              <a:pPr marL="0" marR="0" lvl="0" indent="0" algn="l" rtl="0">
                <a:lnSpc>
                  <a:spcPct val="90000"/>
                </a:lnSpc>
                <a:spcBef>
                  <a:spcPts val="0"/>
                </a:spcBef>
                <a:spcAft>
                  <a:spcPts val="0"/>
                </a:spcAft>
                <a:buClr>
                  <a:srgbClr val="000000"/>
                </a:buClr>
                <a:buSzPts val="1900"/>
                <a:buFont typeface="Arial"/>
                <a:buNone/>
              </a:pPr>
              <a:r>
                <a:rPr lang="zh-CN" altLang="en-US" sz="19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 访问 </a:t>
              </a:r>
              <a:r>
                <a:rPr lang="en-US" altLang="zh-CN" sz="19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NGC </a:t>
              </a:r>
              <a:r>
                <a:rPr lang="zh-CN" altLang="en-US" sz="19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目录</a:t>
              </a:r>
              <a:endParaRPr lang="zh-CN" altLang="en-US" sz="19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2560" name="Google Shape;2560;p82"/>
            <p:cNvSpPr/>
            <p:nvPr/>
          </p:nvSpPr>
          <p:spPr>
            <a:xfrm>
              <a:off x="0" y="1211931"/>
              <a:ext cx="905172" cy="462180"/>
            </a:xfrm>
            <a:prstGeom prst="round2SameRect">
              <a:avLst>
                <a:gd name="adj1" fmla="val 16670"/>
                <a:gd name="adj2" fmla="val 0"/>
              </a:avLst>
            </a:prstGeom>
            <a:gradFill>
              <a:gsLst>
                <a:gs pos="0">
                  <a:srgbClr val="00986E"/>
                </a:gs>
                <a:gs pos="100000">
                  <a:srgbClr val="A2E4C8"/>
                </a:gs>
              </a:gsLst>
              <a:lin ang="16200000" scaled="0"/>
            </a:gradFill>
            <a:ln w="9525"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82"/>
            <p:cNvSpPr txBox="1"/>
            <p:nvPr/>
          </p:nvSpPr>
          <p:spPr>
            <a:xfrm>
              <a:off x="22566" y="1234497"/>
              <a:ext cx="860040" cy="439614"/>
            </a:xfrm>
            <a:prstGeom prst="rect">
              <a:avLst/>
            </a:prstGeom>
            <a:noFill/>
            <a:ln>
              <a:noFill/>
            </a:ln>
          </p:spPr>
          <p:txBody>
            <a:bodyPr spcFirstLastPara="1" wrap="square" lIns="40000" tIns="40000" rIns="40000" bIns="40000" anchor="ctr" anchorCtr="0">
              <a:noAutofit/>
            </a:bodyPr>
            <a:lstStyle/>
            <a:p>
              <a:pPr marL="0" marR="0" lvl="0" indent="0" algn="ctr" rtl="0">
                <a:lnSpc>
                  <a:spcPct val="90000"/>
                </a:lnSpc>
                <a:spcBef>
                  <a:spcPts val="0"/>
                </a:spcBef>
                <a:spcAft>
                  <a:spcPts val="0"/>
                </a:spcAft>
                <a:buClr>
                  <a:srgbClr val="000000"/>
                </a:buClr>
                <a:buSzPts val="2100"/>
                <a:buFont typeface="Arial"/>
                <a:buNone/>
              </a:pPr>
              <a:r>
                <a:rPr lang="en-US" altLang="zh-CN" sz="21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Step 2</a:t>
              </a:r>
              <a:endParaRPr lang="zh-CN" altLang="en-US" dirty="0">
                <a:latin typeface="Trebuchet MS" panose="020B0603020202020204" pitchFamily="34" charset="0"/>
                <a:ea typeface="黑体" panose="02010609060101010101" pitchFamily="49" charset="-122"/>
              </a:endParaRPr>
            </a:p>
          </p:txBody>
        </p:sp>
        <p:sp>
          <p:nvSpPr>
            <p:cNvPr id="2562" name="Google Shape;2562;p82"/>
            <p:cNvSpPr/>
            <p:nvPr/>
          </p:nvSpPr>
          <p:spPr>
            <a:xfrm>
              <a:off x="0" y="1535396"/>
              <a:ext cx="3481431" cy="92449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82"/>
            <p:cNvSpPr txBox="1"/>
            <p:nvPr/>
          </p:nvSpPr>
          <p:spPr>
            <a:xfrm>
              <a:off x="0" y="1535396"/>
              <a:ext cx="3481431" cy="924498"/>
            </a:xfrm>
            <a:prstGeom prst="rect">
              <a:avLst/>
            </a:prstGeom>
            <a:noFill/>
            <a:ln>
              <a:noFill/>
            </a:ln>
          </p:spPr>
          <p:txBody>
            <a:bodyPr spcFirstLastPara="1" wrap="square" lIns="34275" tIns="34275" rIns="34275" bIns="34275" anchor="t" anchorCtr="0">
              <a:noAutofit/>
            </a:bodyPr>
            <a:lstStyle/>
            <a:p>
              <a:pPr marL="171450" marR="0" lvl="1" indent="-171450" algn="l" rtl="0">
                <a:lnSpc>
                  <a:spcPct val="90000"/>
                </a:lnSpc>
                <a:spcBef>
                  <a:spcPts val="0"/>
                </a:spcBef>
                <a:spcAft>
                  <a:spcPts val="0"/>
                </a:spcAft>
                <a:buClr>
                  <a:srgbClr val="000000"/>
                </a:buClr>
                <a:buSzPts val="1800"/>
                <a:buFont typeface="Arial"/>
                <a:buNone/>
              </a:pPr>
              <a:r>
                <a:rPr lang="zh-CN" altLang="en-US" sz="18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4">
                    <a:extLst>
                      <a:ext uri="{A12FA001-AC4F-418D-AE19-62706E023703}">
                        <ahyp:hlinkClr xmlns:ahyp="http://schemas.microsoft.com/office/drawing/2018/hyperlinkcolor" val="tx"/>
                      </a:ext>
                    </a:extLst>
                  </a:hlinkClick>
                </a:rPr>
                <a:t>  </a:t>
              </a:r>
              <a:r>
                <a:rPr lang="en-US" altLang="zh-CN" sz="1800" b="0" i="0" u="sng" strike="noStrike" cap="none">
                  <a:solidFill>
                    <a:srgbClr val="000000"/>
                  </a:solidFill>
                  <a:latin typeface="Trebuchet MS" panose="020B0603020202020204" pitchFamily="34" charset="0"/>
                  <a:ea typeface="黑体" panose="02010609060101010101" pitchFamily="49" charset="-122"/>
                  <a:cs typeface="Trebuchet MS"/>
                  <a:sym typeface="Trebuchet MS"/>
                  <a:hlinkClick r:id="rId4">
                    <a:extLst>
                      <a:ext uri="{A12FA001-AC4F-418D-AE19-62706E023703}">
                        <ahyp:hlinkClr xmlns:ahyp="http://schemas.microsoft.com/office/drawing/2018/hyperlinkcolor" val="tx"/>
                      </a:ext>
                    </a:extLst>
                  </a:hlinkClick>
                </a:rPr>
                <a:t>https://ngc.nvidia.com/catalog/containers/nvidia:dli-dl-fundamentals</a:t>
              </a:r>
              <a:endParaRPr lang="zh-CN" altLang="en-US" sz="1800" b="0" i="0" u="none" strike="noStrike" cap="none" dirty="0">
                <a:solidFill>
                  <a:srgbClr val="000000"/>
                </a:solidFill>
                <a:latin typeface="Trebuchet MS" panose="020B0603020202020204" pitchFamily="34" charset="0"/>
                <a:ea typeface="黑体" panose="02010609060101010101" pitchFamily="49" charset="-122"/>
                <a:cs typeface="Trebuchet MS"/>
                <a:sym typeface="Trebuchet MS"/>
              </a:endParaRPr>
            </a:p>
          </p:txBody>
        </p:sp>
        <p:sp>
          <p:nvSpPr>
            <p:cNvPr id="2564" name="Google Shape;2564;p82"/>
            <p:cNvSpPr/>
            <p:nvPr/>
          </p:nvSpPr>
          <p:spPr>
            <a:xfrm>
              <a:off x="896103" y="2831701"/>
              <a:ext cx="2576258" cy="4621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82"/>
            <p:cNvSpPr txBox="1"/>
            <p:nvPr/>
          </p:nvSpPr>
          <p:spPr>
            <a:xfrm>
              <a:off x="896103" y="2831701"/>
              <a:ext cx="2576258" cy="462180"/>
            </a:xfrm>
            <a:prstGeom prst="rect">
              <a:avLst/>
            </a:prstGeom>
            <a:noFill/>
            <a:ln>
              <a:noFill/>
            </a:ln>
          </p:spPr>
          <p:txBody>
            <a:bodyPr spcFirstLastPara="1" wrap="square" lIns="36175" tIns="36175" rIns="36175" bIns="36175" anchor="b" anchorCtr="0">
              <a:noAutofit/>
            </a:bodyPr>
            <a:lstStyle/>
            <a:p>
              <a:pPr marL="0" marR="0" lvl="0" indent="0" algn="l" rtl="0">
                <a:lnSpc>
                  <a:spcPct val="90000"/>
                </a:lnSpc>
                <a:spcBef>
                  <a:spcPts val="0"/>
                </a:spcBef>
                <a:spcAft>
                  <a:spcPts val="0"/>
                </a:spcAft>
                <a:buClr>
                  <a:srgbClr val="000000"/>
                </a:buClr>
                <a:buSzPts val="1900"/>
                <a:buFont typeface="Arial"/>
                <a:buNone/>
              </a:pPr>
              <a:r>
                <a:rPr lang="zh-CN" altLang="en-US" sz="19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 调取并运行 </a:t>
              </a:r>
              <a:r>
                <a:rPr lang="en-US" altLang="zh-CN" sz="1900" b="0" i="0" u="none" strike="noStrike" cap="none">
                  <a:solidFill>
                    <a:schemeClr val="dk2"/>
                  </a:solidFill>
                  <a:latin typeface="Trebuchet MS" panose="020B0603020202020204" pitchFamily="34" charset="0"/>
                  <a:ea typeface="黑体" panose="02010609060101010101" pitchFamily="49" charset="-122"/>
                  <a:cs typeface="Trebuchet MS"/>
                  <a:sym typeface="Trebuchet MS"/>
                </a:rPr>
                <a:t>Container</a:t>
              </a:r>
              <a:endParaRPr lang="zh-CN" altLang="en-US" dirty="0">
                <a:latin typeface="Trebuchet MS" panose="020B0603020202020204" pitchFamily="34" charset="0"/>
                <a:ea typeface="黑体" panose="02010609060101010101" pitchFamily="49" charset="-122"/>
              </a:endParaRPr>
            </a:p>
          </p:txBody>
        </p:sp>
        <p:sp>
          <p:nvSpPr>
            <p:cNvPr id="2566" name="Google Shape;2566;p82"/>
            <p:cNvSpPr/>
            <p:nvPr/>
          </p:nvSpPr>
          <p:spPr>
            <a:xfrm>
              <a:off x="0" y="2797361"/>
              <a:ext cx="905172" cy="462180"/>
            </a:xfrm>
            <a:prstGeom prst="round2SameRect">
              <a:avLst>
                <a:gd name="adj1" fmla="val 16670"/>
                <a:gd name="adj2" fmla="val 0"/>
              </a:avLst>
            </a:prstGeom>
            <a:gradFill>
              <a:gsLst>
                <a:gs pos="0">
                  <a:srgbClr val="00986E"/>
                </a:gs>
                <a:gs pos="100000">
                  <a:srgbClr val="A2E4C8"/>
                </a:gs>
              </a:gsLst>
              <a:lin ang="16200000" scaled="0"/>
            </a:gradFill>
            <a:ln w="9525"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82"/>
            <p:cNvSpPr txBox="1"/>
            <p:nvPr/>
          </p:nvSpPr>
          <p:spPr>
            <a:xfrm>
              <a:off x="22566" y="2819927"/>
              <a:ext cx="860040" cy="439614"/>
            </a:xfrm>
            <a:prstGeom prst="rect">
              <a:avLst/>
            </a:prstGeom>
            <a:noFill/>
            <a:ln>
              <a:noFill/>
            </a:ln>
          </p:spPr>
          <p:txBody>
            <a:bodyPr spcFirstLastPara="1" wrap="square" lIns="40000" tIns="40000" rIns="40000" bIns="40000" anchor="ctr" anchorCtr="0">
              <a:noAutofit/>
            </a:bodyPr>
            <a:lstStyle/>
            <a:p>
              <a:pPr marL="0" marR="0" lvl="0" indent="0" algn="ctr" rtl="0">
                <a:lnSpc>
                  <a:spcPct val="90000"/>
                </a:lnSpc>
                <a:spcBef>
                  <a:spcPts val="0"/>
                </a:spcBef>
                <a:spcAft>
                  <a:spcPts val="0"/>
                </a:spcAft>
                <a:buClr>
                  <a:srgbClr val="000000"/>
                </a:buClr>
                <a:buSzPts val="2100"/>
                <a:buFont typeface="Arial"/>
                <a:buNone/>
              </a:pPr>
              <a:r>
                <a:rPr lang="en-US" altLang="zh-CN" sz="2100" b="0" i="0" u="none" strike="noStrike" cap="none">
                  <a:solidFill>
                    <a:schemeClr val="lt1"/>
                  </a:solidFill>
                  <a:latin typeface="Trebuchet MS" panose="020B0603020202020204" pitchFamily="34" charset="0"/>
                  <a:ea typeface="黑体" panose="02010609060101010101" pitchFamily="49" charset="-122"/>
                  <a:cs typeface="Trebuchet MS"/>
                  <a:sym typeface="Trebuchet MS"/>
                </a:rPr>
                <a:t>Step 3</a:t>
              </a:r>
              <a:endParaRPr lang="zh-CN" altLang="en-US" dirty="0">
                <a:latin typeface="Trebuchet MS" panose="020B0603020202020204" pitchFamily="34" charset="0"/>
                <a:ea typeface="黑体" panose="02010609060101010101" pitchFamily="49" charset="-122"/>
              </a:endParaRPr>
            </a:p>
          </p:txBody>
        </p:sp>
        <p:sp>
          <p:nvSpPr>
            <p:cNvPr id="2568" name="Google Shape;2568;p82"/>
            <p:cNvSpPr/>
            <p:nvPr/>
          </p:nvSpPr>
          <p:spPr>
            <a:xfrm>
              <a:off x="0" y="3282787"/>
              <a:ext cx="3481431" cy="92449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82"/>
            <p:cNvSpPr txBox="1"/>
            <p:nvPr/>
          </p:nvSpPr>
          <p:spPr>
            <a:xfrm>
              <a:off x="0" y="3282787"/>
              <a:ext cx="3481431" cy="924498"/>
            </a:xfrm>
            <a:prstGeom prst="rect">
              <a:avLst/>
            </a:prstGeom>
            <a:noFill/>
            <a:ln>
              <a:noFill/>
            </a:ln>
          </p:spPr>
          <p:txBody>
            <a:bodyPr spcFirstLastPara="1" wrap="square" lIns="34275" tIns="34275" rIns="34275" bIns="34275" anchor="t" anchorCtr="0">
              <a:noAutofit/>
            </a:bodyPr>
            <a:lstStyle/>
            <a:p>
              <a:pPr marL="171450" marR="0" lvl="1" indent="-171450" algn="l" rtl="0">
                <a:lnSpc>
                  <a:spcPct val="90000"/>
                </a:lnSpc>
                <a:spcBef>
                  <a:spcPts val="0"/>
                </a:spcBef>
                <a:spcAft>
                  <a:spcPts val="0"/>
                </a:spcAft>
                <a:buClr>
                  <a:srgbClr val="000000"/>
                </a:buClr>
                <a:buSzPts val="1800"/>
                <a:buFont typeface="Arial"/>
                <a:buNone/>
              </a:pPr>
              <a:r>
                <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rPr>
                <a:t>  访问在 </a:t>
              </a:r>
              <a:r>
                <a:rPr lang="en-US" altLang="zh-CN" sz="1800" b="0" i="0" u="sng" strike="noStrike" cap="none" dirty="0">
                  <a:solidFill>
                    <a:schemeClr val="dk2"/>
                  </a:solidFill>
                  <a:latin typeface="Trebuchet MS" panose="020B0603020202020204" pitchFamily="34" charset="0"/>
                  <a:ea typeface="黑体" panose="02010609060101010101" pitchFamily="49" charset="-122"/>
                  <a:cs typeface="Trebuchet MS"/>
                  <a:sym typeface="Trebuchet MS"/>
                  <a:hlinkClick r:id="rId5">
                    <a:extLst>
                      <a:ext uri="{A12FA001-AC4F-418D-AE19-62706E023703}">
                        <ahyp:hlinkClr xmlns:ahyp="http://schemas.microsoft.com/office/drawing/2018/hyperlinkcolor" val="tx"/>
                      </a:ext>
                    </a:extLst>
                  </a:hlinkClick>
                </a:rPr>
                <a:t>localhost:8888</a:t>
              </a:r>
              <a:r>
                <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rPr>
                <a:t> 的本地</a:t>
              </a:r>
              <a:r>
                <a:rPr lang="en-US" altLang="zh-CN" sz="1800" b="0" i="0" u="none" strike="noStrike" cap="none" dirty="0" err="1">
                  <a:solidFill>
                    <a:schemeClr val="dk2"/>
                  </a:solidFill>
                  <a:latin typeface="Trebuchet MS" panose="020B0603020202020204" pitchFamily="34" charset="0"/>
                  <a:ea typeface="黑体" panose="02010609060101010101" pitchFamily="49" charset="-122"/>
                  <a:cs typeface="Trebuchet MS"/>
                  <a:sym typeface="Trebuchet MS"/>
                </a:rPr>
                <a:t>JupyterLab</a:t>
              </a:r>
              <a:r>
                <a:rPr lang="en-US" altLang="zh-CN"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rPr>
                <a:t> </a:t>
              </a:r>
              <a:r>
                <a:rPr lang="zh-CN" altLang="en-US" sz="1800" b="0" i="0" u="none" strike="noStrike" cap="none" dirty="0">
                  <a:solidFill>
                    <a:schemeClr val="dk2"/>
                  </a:solidFill>
                  <a:latin typeface="Trebuchet MS" panose="020B0603020202020204" pitchFamily="34" charset="0"/>
                  <a:ea typeface="黑体" panose="02010609060101010101" pitchFamily="49" charset="-122"/>
                  <a:cs typeface="Trebuchet MS"/>
                  <a:sym typeface="Trebuchet MS"/>
                </a:rPr>
                <a:t>环境，这里提供了与“下一步”有关的项目。</a:t>
              </a:r>
            </a:p>
          </p:txBody>
        </p:sp>
      </p:grpSp>
      <p:pic>
        <p:nvPicPr>
          <p:cNvPr id="2570" name="Google Shape;2570;p82"/>
          <p:cNvPicPr preferRelativeResize="0"/>
          <p:nvPr/>
        </p:nvPicPr>
        <p:blipFill rotWithShape="1">
          <a:blip r:embed="rId6">
            <a:alphaModFix/>
          </a:blip>
          <a:srcRect l="15094" t="15685" r="29258" b="28559"/>
          <a:stretch/>
        </p:blipFill>
        <p:spPr>
          <a:xfrm>
            <a:off x="498348" y="1637808"/>
            <a:ext cx="6247892" cy="352124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5"/>
        <p:cNvGrpSpPr/>
        <p:nvPr/>
      </p:nvGrpSpPr>
      <p:grpSpPr>
        <a:xfrm>
          <a:off x="0" y="0"/>
          <a:ext cx="0" cy="0"/>
          <a:chOff x="0" y="0"/>
          <a:chExt cx="0" cy="0"/>
        </a:xfrm>
      </p:grpSpPr>
      <p:sp>
        <p:nvSpPr>
          <p:cNvPr id="2576" name="Google Shape;2576;p29"/>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dirty="0">
                <a:latin typeface="Trebuchet MS" panose="020B0603020202020204" pitchFamily="34" charset="0"/>
                <a:ea typeface="黑体" panose="02010609060101010101" pitchFamily="49" charset="-122"/>
                <a:cs typeface="Trebuchet MS"/>
                <a:sym typeface="Trebuchet MS"/>
              </a:rPr>
              <a:t>思维实验</a:t>
            </a:r>
            <a:r>
              <a:rPr lang="zh-CN" altLang="en-US" dirty="0">
                <a:latin typeface="Trebuchet MS" panose="020B0603020202020204" pitchFamily="34" charset="0"/>
                <a:ea typeface="黑体" panose="02010609060101010101" pitchFamily="49" charset="-122"/>
                <a:cs typeface="Microsoft Yahei"/>
                <a:sym typeface="Microsoft Yahei"/>
              </a:rPr>
              <a:t>和结束语</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81"/>
        <p:cNvGrpSpPr/>
        <p:nvPr/>
      </p:nvGrpSpPr>
      <p:grpSpPr>
        <a:xfrm>
          <a:off x="0" y="0"/>
          <a:ext cx="0" cy="0"/>
          <a:chOff x="0" y="0"/>
          <a:chExt cx="0" cy="0"/>
        </a:xfrm>
      </p:grpSpPr>
      <p:sp>
        <p:nvSpPr>
          <p:cNvPr id="2582" name="Google Shape;2582;p3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模仿火箭科学</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2583" name="Google Shape;2583;p30" descr="Rocket launch"/>
          <p:cNvPicPr preferRelativeResize="0"/>
          <p:nvPr/>
        </p:nvPicPr>
        <p:blipFill rotWithShape="1">
          <a:blip r:embed="rId3">
            <a:alphaModFix/>
          </a:blip>
          <a:srcRect t="43998" r="1" b="1"/>
          <a:stretch/>
        </p:blipFill>
        <p:spPr>
          <a:xfrm>
            <a:off x="498348" y="1626785"/>
            <a:ext cx="9948672" cy="37189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88"/>
        <p:cNvGrpSpPr/>
        <p:nvPr/>
      </p:nvGrpSpPr>
      <p:grpSpPr>
        <a:xfrm>
          <a:off x="0" y="0"/>
          <a:ext cx="0" cy="0"/>
          <a:chOff x="0" y="0"/>
          <a:chExt cx="0" cy="0"/>
        </a:xfrm>
      </p:grpSpPr>
      <p:sp>
        <p:nvSpPr>
          <p:cNvPr id="2589" name="Google Shape;2589;p31"/>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zh-CN" altLang="en-US">
                <a:latin typeface="Trebuchet MS" panose="020B0603020202020204" pitchFamily="34" charset="0"/>
                <a:ea typeface="黑体" panose="02010609060101010101" pitchFamily="49" charset="-122"/>
                <a:cs typeface="Trebuchet MS"/>
                <a:sym typeface="Trebuchet MS"/>
              </a:rPr>
              <a:t>现在开始做最后一个练习！</a:t>
            </a:r>
            <a:endParaRPr lang="zh-CN" altLang="en-US" dirty="0">
              <a:latin typeface="Trebuchet MS" panose="020B0603020202020204" pitchFamily="34"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94"/>
        <p:cNvGrpSpPr/>
        <p:nvPr/>
      </p:nvGrpSpPr>
      <p:grpSpPr>
        <a:xfrm>
          <a:off x="0" y="0"/>
          <a:ext cx="0" cy="0"/>
          <a:chOff x="0" y="0"/>
          <a:chExt cx="0" cy="0"/>
        </a:xfrm>
      </p:grpSpPr>
      <p:grpSp>
        <p:nvGrpSpPr>
          <p:cNvPr id="2595" name="Google Shape;2595;p83"/>
          <p:cNvGrpSpPr/>
          <p:nvPr/>
        </p:nvGrpSpPr>
        <p:grpSpPr>
          <a:xfrm>
            <a:off x="423081" y="5227093"/>
            <a:ext cx="6553770" cy="655092"/>
            <a:chOff x="423081" y="5227093"/>
            <a:chExt cx="6553770" cy="655092"/>
          </a:xfrm>
        </p:grpSpPr>
        <p:sp>
          <p:nvSpPr>
            <p:cNvPr id="2596" name="Google Shape;2596;p83"/>
            <p:cNvSpPr/>
            <p:nvPr/>
          </p:nvSpPr>
          <p:spPr>
            <a:xfrm>
              <a:off x="423081" y="5227093"/>
              <a:ext cx="3302758" cy="655092"/>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597" name="Google Shape;2597;p83"/>
            <p:cNvSpPr txBox="1"/>
            <p:nvPr/>
          </p:nvSpPr>
          <p:spPr>
            <a:xfrm>
              <a:off x="474826" y="5300870"/>
              <a:ext cx="6502025" cy="400069"/>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zh-CN" altLang="en-US" sz="2000" b="0" i="0" u="none" strike="noStrike" cap="none">
                  <a:solidFill>
                    <a:srgbClr val="76B900"/>
                  </a:solidFill>
                  <a:latin typeface="Trebuchet MS" panose="020B0603020202020204" pitchFamily="34" charset="0"/>
                  <a:ea typeface="黑体" panose="02010609060101010101" pitchFamily="49" charset="-122"/>
                  <a:cs typeface="Trebuchet MS"/>
                  <a:sym typeface="Trebuchet MS"/>
                </a:rPr>
                <a:t>学习更多 </a:t>
              </a:r>
              <a:r>
                <a:rPr lang="en-US" altLang="zh-CN" sz="2000" b="0" i="0" u="none" strike="noStrike" cap="none">
                  <a:solidFill>
                    <a:srgbClr val="76B900"/>
                  </a:solidFill>
                  <a:latin typeface="Trebuchet MS" panose="020B0603020202020204" pitchFamily="34" charset="0"/>
                  <a:ea typeface="黑体" panose="02010609060101010101" pitchFamily="49" charset="-122"/>
                  <a:cs typeface="Trebuchet MS"/>
                  <a:sym typeface="Trebuchet MS"/>
                </a:rPr>
                <a:t>DLI </a:t>
              </a:r>
              <a:r>
                <a:rPr lang="zh-CN" altLang="en-US" sz="2000" b="0" i="0" u="none" strike="noStrike" cap="none">
                  <a:solidFill>
                    <a:srgbClr val="76B900"/>
                  </a:solidFill>
                  <a:latin typeface="Trebuchet MS" panose="020B0603020202020204" pitchFamily="34" charset="0"/>
                  <a:ea typeface="黑体" panose="02010609060101010101" pitchFamily="49" charset="-122"/>
                  <a:cs typeface="Trebuchet MS"/>
                  <a:sym typeface="Trebuchet MS"/>
                </a:rPr>
                <a:t>课程，请访问 </a:t>
              </a:r>
              <a:r>
                <a:rPr lang="en-US" altLang="zh-CN" sz="2000" b="0" i="0" u="none" strike="noStrike" cap="none">
                  <a:solidFill>
                    <a:srgbClr val="76B900"/>
                  </a:solidFill>
                  <a:latin typeface="Trebuchet MS" panose="020B0603020202020204" pitchFamily="34" charset="0"/>
                  <a:ea typeface="黑体" panose="02010609060101010101" pitchFamily="49" charset="-122"/>
                  <a:cs typeface="Trebuchet MS"/>
                  <a:sym typeface="Trebuchet MS"/>
                </a:rPr>
                <a:t>nvidia.cn/DLI</a:t>
              </a:r>
              <a:endParaRPr lang="zh-CN" altLang="en-US" sz="2000" b="0" i="0" u="none" strike="noStrike" cap="none" dirty="0">
                <a:solidFill>
                  <a:srgbClr val="76B900"/>
                </a:solidFill>
                <a:latin typeface="Trebuchet MS" panose="020B0603020202020204" pitchFamily="34" charset="0"/>
                <a:ea typeface="黑体" panose="02010609060101010101" pitchFamily="49" charset="-122"/>
                <a:cs typeface="Trebuchet MS"/>
                <a:sym typeface="Trebuchet MS"/>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2_Title &amp; Bullet">
  <a:themeElements>
    <a:clrScheme name="Custom 4">
      <a:dk1>
        <a:srgbClr val="B3B3B3"/>
      </a:dk1>
      <a:lt1>
        <a:srgbClr val="FFFFFF"/>
      </a:lt1>
      <a:dk2>
        <a:srgbClr val="000000"/>
      </a:dk2>
      <a:lt2>
        <a:srgbClr val="76B900"/>
      </a:lt2>
      <a:accent1>
        <a:srgbClr val="008564"/>
      </a:accent1>
      <a:accent2>
        <a:srgbClr val="5D1682"/>
      </a:accent2>
      <a:accent3>
        <a:srgbClr val="0C34BD"/>
      </a:accent3>
      <a:accent4>
        <a:srgbClr val="4A4A4A"/>
      </a:accent4>
      <a:accent5>
        <a:srgbClr val="6E6E6E"/>
      </a:accent5>
      <a:accent6>
        <a:srgbClr val="0071C5"/>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5856</Words>
  <Application>Microsoft Office PowerPoint</Application>
  <PresentationFormat>Custom</PresentationFormat>
  <Paragraphs>626</Paragraphs>
  <Slides>35</Slides>
  <Notes>35</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35</vt:i4>
      </vt:variant>
    </vt:vector>
  </HeadingPairs>
  <TitlesOfParts>
    <vt:vector size="49" baseType="lpstr">
      <vt:lpstr>Gill Sans</vt:lpstr>
      <vt:lpstr>Microsoft Yahei</vt:lpstr>
      <vt:lpstr>Microsoft Yahei</vt:lpstr>
      <vt:lpstr>Noto Sans Symbols</vt:lpstr>
      <vt:lpstr>黑体</vt:lpstr>
      <vt:lpstr>Algerian</vt:lpstr>
      <vt:lpstr>Arial</vt:lpstr>
      <vt:lpstr>Century Gothic</vt:lpstr>
      <vt:lpstr>Trebuchet MS</vt:lpstr>
      <vt:lpstr>Title &amp; Bullet</vt:lpstr>
      <vt:lpstr>1_Gallery</vt:lpstr>
      <vt:lpstr>1_Title &amp; Bullet</vt:lpstr>
      <vt:lpstr>5_Title &amp; Bullet</vt:lpstr>
      <vt:lpstr>12_Title &amp; Bullet</vt:lpstr>
      <vt:lpstr>深度学习基础知识 </vt:lpstr>
      <vt:lpstr>课程议题</vt:lpstr>
      <vt:lpstr>课程议题 – 第 6 部分</vt:lpstr>
      <vt:lpstr>继续学习</vt:lpstr>
      <vt:lpstr>AI 领域</vt:lpstr>
      <vt:lpstr>AI 领域</vt:lpstr>
      <vt:lpstr>AI 领域</vt:lpstr>
      <vt:lpstr>自然语言处理</vt:lpstr>
      <vt:lpstr>将单词转换为数字</vt:lpstr>
      <vt:lpstr>将单词转换为数字</vt:lpstr>
      <vt:lpstr>将单词转换为数字</vt:lpstr>
      <vt:lpstr>将单词转换为数字</vt:lpstr>
      <vt:lpstr>将单词转换为数字</vt:lpstr>
      <vt:lpstr>循环神经网络</vt:lpstr>
      <vt:lpstr>循环神经网络</vt:lpstr>
      <vt:lpstr>循环神经网络</vt:lpstr>
      <vt:lpstr>循环神经网络</vt:lpstr>
      <vt:lpstr>循环神经网络</vt:lpstr>
      <vt:lpstr>循环神经网络</vt:lpstr>
      <vt:lpstr>循环神经网络</vt:lpstr>
      <vt:lpstr>循环神经网络</vt:lpstr>
      <vt:lpstr>循环神经网络</vt:lpstr>
      <vt:lpstr>其他架构</vt:lpstr>
      <vt:lpstr>自编码器</vt:lpstr>
      <vt:lpstr>自编码器</vt:lpstr>
      <vt:lpstr>自编码器</vt:lpstr>
      <vt:lpstr>生成式对抗网络 (GAN)</vt:lpstr>
      <vt:lpstr>强化学习</vt:lpstr>
      <vt:lpstr>下一步</vt:lpstr>
      <vt:lpstr>利用NGC容器实现可移植</vt:lpstr>
      <vt:lpstr>下一步</vt:lpstr>
      <vt:lpstr>思维实验和结束语</vt:lpstr>
      <vt:lpstr>模仿火箭科学</vt:lpstr>
      <vt:lpstr>现在开始做最后一个练习！</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深度学习基础知识 </dc:title>
  <dc:creator>Danielle Detering</dc:creator>
  <cp:lastModifiedBy>Joyce Zheng (DLI)</cp:lastModifiedBy>
  <cp:revision>6</cp:revision>
  <dcterms:created xsi:type="dcterms:W3CDTF">2020-09-02T03:29:00Z</dcterms:created>
  <dcterms:modified xsi:type="dcterms:W3CDTF">2022-02-14T12:41:07Z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2020-09-02T03:38:54.4935711Z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ies>
</file>